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9" r:id="rId1"/>
  </p:sldMasterIdLst>
  <p:notesMasterIdLst>
    <p:notesMasterId r:id="rId35"/>
  </p:notesMasterIdLst>
  <p:sldIdLst>
    <p:sldId id="256" r:id="rId2"/>
    <p:sldId id="258" r:id="rId3"/>
    <p:sldId id="358" r:id="rId4"/>
    <p:sldId id="427" r:id="rId5"/>
    <p:sldId id="440" r:id="rId6"/>
    <p:sldId id="442" r:id="rId7"/>
    <p:sldId id="441" r:id="rId8"/>
    <p:sldId id="439" r:id="rId9"/>
    <p:sldId id="431" r:id="rId10"/>
    <p:sldId id="338" r:id="rId11"/>
    <p:sldId id="408" r:id="rId12"/>
    <p:sldId id="432" r:id="rId13"/>
    <p:sldId id="437" r:id="rId14"/>
    <p:sldId id="438" r:id="rId15"/>
    <p:sldId id="433" r:id="rId16"/>
    <p:sldId id="414" r:id="rId17"/>
    <p:sldId id="418" r:id="rId18"/>
    <p:sldId id="419" r:id="rId19"/>
    <p:sldId id="420" r:id="rId20"/>
    <p:sldId id="434" r:id="rId21"/>
    <p:sldId id="435" r:id="rId22"/>
    <p:sldId id="436" r:id="rId23"/>
    <p:sldId id="443" r:id="rId24"/>
    <p:sldId id="444" r:id="rId25"/>
    <p:sldId id="421" r:id="rId26"/>
    <p:sldId id="415" r:id="rId27"/>
    <p:sldId id="425" r:id="rId28"/>
    <p:sldId id="445" r:id="rId29"/>
    <p:sldId id="446" r:id="rId30"/>
    <p:sldId id="447" r:id="rId31"/>
    <p:sldId id="448" r:id="rId32"/>
    <p:sldId id="449" r:id="rId33"/>
    <p:sldId id="351" r:id="rId34"/>
  </p:sldIdLst>
  <p:sldSz cx="9144000" cy="5143500" type="screen16x9"/>
  <p:notesSz cx="6858000" cy="9144000"/>
  <p:embeddedFontLst>
    <p:embeddedFont>
      <p:font typeface="Anaheim" panose="020B0604020202020204" charset="0"/>
      <p:regular r:id="rId36"/>
      <p:bold r:id="rId37"/>
    </p:embeddedFont>
    <p:embeddedFont>
      <p:font typeface="Archivo ExtraBold" panose="020B0604020202020204" charset="0"/>
      <p:bold r:id="rId38"/>
      <p:boldItalic r:id="rId39"/>
    </p:embeddedFont>
    <p:embeddedFont>
      <p:font typeface="Arimo SemiBold" panose="020B0604020202020204" charset="0"/>
      <p:regular r:id="rId40"/>
      <p:bold r:id="rId41"/>
      <p:italic r:id="rId42"/>
      <p:boldItalic r:id="rId43"/>
    </p:embeddedFont>
    <p:embeddedFont>
      <p:font typeface="Bebas Neue" panose="020B0606020202050201" pitchFamily="34" charset="0"/>
      <p:regular r:id="rId44"/>
    </p:embeddedFont>
    <p:embeddedFont>
      <p:font typeface="Lato" panose="020F0502020204030203" pitchFamily="34" charset="0"/>
      <p:regular r:id="rId45"/>
      <p:bold r:id="rId46"/>
      <p:italic r:id="rId47"/>
      <p:boldItalic r:id="rId48"/>
    </p:embeddedFont>
    <p:embeddedFont>
      <p:font typeface="Montserrat" panose="00000500000000000000" pitchFamily="2" charset="0"/>
      <p:regular r:id="rId49"/>
      <p:bold r:id="rId50"/>
      <p:italic r:id="rId51"/>
      <p:boldItalic r:id="rId52"/>
    </p:embeddedFont>
    <p:embeddedFont>
      <p:font typeface="Nunito Light" pitchFamily="2" charset="0"/>
      <p:regular r:id="rId53"/>
      <p:italic r:id="rId54"/>
    </p:embeddedFont>
    <p:embeddedFont>
      <p:font typeface="Open Sans" panose="020B0606030504020204" pitchFamily="34" charset="0"/>
      <p:regular r:id="rId55"/>
      <p:bold r:id="rId56"/>
      <p:italic r:id="rId57"/>
      <p:boldItalic r:id="rId58"/>
    </p:embeddedFont>
    <p:embeddedFont>
      <p:font typeface="Orbitron" panose="020B0604020202020204" charset="0"/>
      <p:regular r:id="rId59"/>
      <p:bold r:id="rId6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247F"/>
    <a:srgbClr val="122B57"/>
    <a:srgbClr val="212121"/>
    <a:srgbClr val="2574A0"/>
    <a:srgbClr val="1E9BBE"/>
    <a:srgbClr val="A1054E"/>
    <a:srgbClr val="BC00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4A026B2-3B89-4F4F-98E4-2A92324FB0AA}">
  <a:tblStyle styleId="{44A026B2-3B89-4F4F-98E4-2A92324FB0A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136242F-FA6E-4C80-88F3-79A3840D32E3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5241" autoAdjust="0"/>
  </p:normalViewPr>
  <p:slideViewPr>
    <p:cSldViewPr snapToGrid="0">
      <p:cViewPr varScale="1">
        <p:scale>
          <a:sx n="82" d="100"/>
          <a:sy n="82" d="100"/>
        </p:scale>
        <p:origin x="147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7.fntdata"/><Relationship Id="rId47" Type="http://schemas.openxmlformats.org/officeDocument/2006/relationships/font" Target="fonts/font12.fntdata"/><Relationship Id="rId50" Type="http://schemas.openxmlformats.org/officeDocument/2006/relationships/font" Target="fonts/font15.fntdata"/><Relationship Id="rId55" Type="http://schemas.openxmlformats.org/officeDocument/2006/relationships/font" Target="fonts/font20.fntdata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45" Type="http://schemas.openxmlformats.org/officeDocument/2006/relationships/font" Target="fonts/font10.fntdata"/><Relationship Id="rId53" Type="http://schemas.openxmlformats.org/officeDocument/2006/relationships/font" Target="fonts/font18.fntdata"/><Relationship Id="rId58" Type="http://schemas.openxmlformats.org/officeDocument/2006/relationships/font" Target="fonts/font23.fntdata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43" Type="http://schemas.openxmlformats.org/officeDocument/2006/relationships/font" Target="fonts/font8.fntdata"/><Relationship Id="rId48" Type="http://schemas.openxmlformats.org/officeDocument/2006/relationships/font" Target="fonts/font13.fntdata"/><Relationship Id="rId56" Type="http://schemas.openxmlformats.org/officeDocument/2006/relationships/font" Target="fonts/font21.fntdata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font" Target="fonts/font16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3.fntdata"/><Relationship Id="rId46" Type="http://schemas.openxmlformats.org/officeDocument/2006/relationships/font" Target="fonts/font11.fntdata"/><Relationship Id="rId59" Type="http://schemas.openxmlformats.org/officeDocument/2006/relationships/font" Target="fonts/font24.fntdata"/><Relationship Id="rId20" Type="http://schemas.openxmlformats.org/officeDocument/2006/relationships/slide" Target="slides/slide19.xml"/><Relationship Id="rId41" Type="http://schemas.openxmlformats.org/officeDocument/2006/relationships/font" Target="fonts/font6.fntdata"/><Relationship Id="rId54" Type="http://schemas.openxmlformats.org/officeDocument/2006/relationships/font" Target="fonts/font19.fntdata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1.fntdata"/><Relationship Id="rId49" Type="http://schemas.openxmlformats.org/officeDocument/2006/relationships/font" Target="fonts/font14.fntdata"/><Relationship Id="rId57" Type="http://schemas.openxmlformats.org/officeDocument/2006/relationships/font" Target="fonts/font22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9.fntdata"/><Relationship Id="rId52" Type="http://schemas.openxmlformats.org/officeDocument/2006/relationships/font" Target="fonts/font17.fntdata"/><Relationship Id="rId60" Type="http://schemas.openxmlformats.org/officeDocument/2006/relationships/font" Target="fonts/font25.fntdata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4" name="Google Shape;3084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5" name="Google Shape;3085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9" name="Google Shape;3169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0" name="Google Shape;3170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4">
          <a:extLst>
            <a:ext uri="{FF2B5EF4-FFF2-40B4-BE49-F238E27FC236}">
              <a16:creationId xmlns:a16="http://schemas.microsoft.com/office/drawing/2014/main" id="{5FDCE002-6FCA-E8E1-26D0-954CA3217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5" name="Google Shape;3245;g54dda1946d_6_308:notes">
            <a:extLst>
              <a:ext uri="{FF2B5EF4-FFF2-40B4-BE49-F238E27FC236}">
                <a16:creationId xmlns:a16="http://schemas.microsoft.com/office/drawing/2014/main" id="{7B75A138-9E90-9A11-AA9C-1D5EC95C83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6" name="Google Shape;3246;g54dda1946d_6_308:notes">
            <a:extLst>
              <a:ext uri="{FF2B5EF4-FFF2-40B4-BE49-F238E27FC236}">
                <a16:creationId xmlns:a16="http://schemas.microsoft.com/office/drawing/2014/main" id="{14F21ACE-75A9-8F0E-C3A4-B8C0F8AA81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449801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5">
          <a:extLst>
            <a:ext uri="{FF2B5EF4-FFF2-40B4-BE49-F238E27FC236}">
              <a16:creationId xmlns:a16="http://schemas.microsoft.com/office/drawing/2014/main" id="{FFE20727-4ADF-05E6-C181-A18D0F16E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6" name="Google Shape;3226;g54dda1946d_6_322:notes">
            <a:extLst>
              <a:ext uri="{FF2B5EF4-FFF2-40B4-BE49-F238E27FC236}">
                <a16:creationId xmlns:a16="http://schemas.microsoft.com/office/drawing/2014/main" id="{91C8385A-8690-8798-7DC7-8714B32AA0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7" name="Google Shape;3227;g54dda1946d_6_322:notes">
            <a:extLst>
              <a:ext uri="{FF2B5EF4-FFF2-40B4-BE49-F238E27FC236}">
                <a16:creationId xmlns:a16="http://schemas.microsoft.com/office/drawing/2014/main" id="{B49C41BE-0F4E-BA12-3D24-7740D15F8F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706547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5">
          <a:extLst>
            <a:ext uri="{FF2B5EF4-FFF2-40B4-BE49-F238E27FC236}">
              <a16:creationId xmlns:a16="http://schemas.microsoft.com/office/drawing/2014/main" id="{24F0564D-3E34-513A-1527-903BACCF1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6" name="Google Shape;3226;g54dda1946d_6_322:notes">
            <a:extLst>
              <a:ext uri="{FF2B5EF4-FFF2-40B4-BE49-F238E27FC236}">
                <a16:creationId xmlns:a16="http://schemas.microsoft.com/office/drawing/2014/main" id="{BBD44A48-B166-EADD-D483-2FBFF8550E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7" name="Google Shape;3227;g54dda1946d_6_322:notes">
            <a:extLst>
              <a:ext uri="{FF2B5EF4-FFF2-40B4-BE49-F238E27FC236}">
                <a16:creationId xmlns:a16="http://schemas.microsoft.com/office/drawing/2014/main" id="{57DB6286-9D78-AFED-6340-215A26CF99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152451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5">
          <a:extLst>
            <a:ext uri="{FF2B5EF4-FFF2-40B4-BE49-F238E27FC236}">
              <a16:creationId xmlns:a16="http://schemas.microsoft.com/office/drawing/2014/main" id="{3B008E7B-E56C-3937-7168-BDF0672D0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6" name="Google Shape;3226;g54dda1946d_6_322:notes">
            <a:extLst>
              <a:ext uri="{FF2B5EF4-FFF2-40B4-BE49-F238E27FC236}">
                <a16:creationId xmlns:a16="http://schemas.microsoft.com/office/drawing/2014/main" id="{87C604F2-C557-9298-7B13-FEA7E94774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7" name="Google Shape;3227;g54dda1946d_6_322:notes">
            <a:extLst>
              <a:ext uri="{FF2B5EF4-FFF2-40B4-BE49-F238E27FC236}">
                <a16:creationId xmlns:a16="http://schemas.microsoft.com/office/drawing/2014/main" id="{A2C33E7A-30A5-BA8D-32CB-CBBD753ED1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261839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5">
          <a:extLst>
            <a:ext uri="{FF2B5EF4-FFF2-40B4-BE49-F238E27FC236}">
              <a16:creationId xmlns:a16="http://schemas.microsoft.com/office/drawing/2014/main" id="{833805AC-04A7-1774-AA26-5EF6DCBA4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6" name="Google Shape;3226;g54dda1946d_6_322:notes">
            <a:extLst>
              <a:ext uri="{FF2B5EF4-FFF2-40B4-BE49-F238E27FC236}">
                <a16:creationId xmlns:a16="http://schemas.microsoft.com/office/drawing/2014/main" id="{22282351-DBB0-BCD2-2EEF-1293E287F5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7" name="Google Shape;3227;g54dda1946d_6_322:notes">
            <a:extLst>
              <a:ext uri="{FF2B5EF4-FFF2-40B4-BE49-F238E27FC236}">
                <a16:creationId xmlns:a16="http://schemas.microsoft.com/office/drawing/2014/main" id="{E420748D-AF65-EC07-B204-3A90034880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880601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5">
          <a:extLst>
            <a:ext uri="{FF2B5EF4-FFF2-40B4-BE49-F238E27FC236}">
              <a16:creationId xmlns:a16="http://schemas.microsoft.com/office/drawing/2014/main" id="{B09DB9BE-4D44-E242-2A1A-4E553EACF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6" name="Google Shape;3226;g54dda1946d_6_322:notes">
            <a:extLst>
              <a:ext uri="{FF2B5EF4-FFF2-40B4-BE49-F238E27FC236}">
                <a16:creationId xmlns:a16="http://schemas.microsoft.com/office/drawing/2014/main" id="{77DE28FA-FE4B-5420-0626-71F50356A3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7" name="Google Shape;3227;g54dda1946d_6_322:notes">
            <a:extLst>
              <a:ext uri="{FF2B5EF4-FFF2-40B4-BE49-F238E27FC236}">
                <a16:creationId xmlns:a16="http://schemas.microsoft.com/office/drawing/2014/main" id="{C6DA0D20-8215-15F2-66D9-E20412C1F3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417590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5">
          <a:extLst>
            <a:ext uri="{FF2B5EF4-FFF2-40B4-BE49-F238E27FC236}">
              <a16:creationId xmlns:a16="http://schemas.microsoft.com/office/drawing/2014/main" id="{C27C1B39-EEA1-EEC3-23DE-3AD76ACDB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6" name="Google Shape;3226;g54dda1946d_6_322:notes">
            <a:extLst>
              <a:ext uri="{FF2B5EF4-FFF2-40B4-BE49-F238E27FC236}">
                <a16:creationId xmlns:a16="http://schemas.microsoft.com/office/drawing/2014/main" id="{A7583983-0728-B659-C7A3-0BD7EE4853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7" name="Google Shape;3227;g54dda1946d_6_322:notes">
            <a:extLst>
              <a:ext uri="{FF2B5EF4-FFF2-40B4-BE49-F238E27FC236}">
                <a16:creationId xmlns:a16="http://schemas.microsoft.com/office/drawing/2014/main" id="{6DC8E30F-744A-799B-50B6-AFBB73FEEE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814103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4">
          <a:extLst>
            <a:ext uri="{FF2B5EF4-FFF2-40B4-BE49-F238E27FC236}">
              <a16:creationId xmlns:a16="http://schemas.microsoft.com/office/drawing/2014/main" id="{638F5CD8-EA22-C6D4-8E0A-D69BC2E15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5" name="Google Shape;3245;g54dda1946d_6_308:notes">
            <a:extLst>
              <a:ext uri="{FF2B5EF4-FFF2-40B4-BE49-F238E27FC236}">
                <a16:creationId xmlns:a16="http://schemas.microsoft.com/office/drawing/2014/main" id="{0475F6AC-009B-6A63-824A-BD93E24506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6" name="Google Shape;3246;g54dda1946d_6_308:notes">
            <a:extLst>
              <a:ext uri="{FF2B5EF4-FFF2-40B4-BE49-F238E27FC236}">
                <a16:creationId xmlns:a16="http://schemas.microsoft.com/office/drawing/2014/main" id="{6A53923C-8F09-F017-4E1E-8EEED8E251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15543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5">
          <a:extLst>
            <a:ext uri="{FF2B5EF4-FFF2-40B4-BE49-F238E27FC236}">
              <a16:creationId xmlns:a16="http://schemas.microsoft.com/office/drawing/2014/main" id="{B1EA02C7-7C37-634D-1B13-AE95BC872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6" name="Google Shape;3226;g54dda1946d_6_322:notes">
            <a:extLst>
              <a:ext uri="{FF2B5EF4-FFF2-40B4-BE49-F238E27FC236}">
                <a16:creationId xmlns:a16="http://schemas.microsoft.com/office/drawing/2014/main" id="{BC9759B2-B889-EE51-88D8-62EAAB4D2D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7" name="Google Shape;3227;g54dda1946d_6_322:notes">
            <a:extLst>
              <a:ext uri="{FF2B5EF4-FFF2-40B4-BE49-F238E27FC236}">
                <a16:creationId xmlns:a16="http://schemas.microsoft.com/office/drawing/2014/main" id="{7BD1B54E-F583-7C46-A452-47EF64DC54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944897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5">
          <a:extLst>
            <a:ext uri="{FF2B5EF4-FFF2-40B4-BE49-F238E27FC236}">
              <a16:creationId xmlns:a16="http://schemas.microsoft.com/office/drawing/2014/main" id="{44ED4BD5-9A45-15FF-B8F7-8DCBD9AF0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6" name="Google Shape;3226;g54dda1946d_6_322:notes">
            <a:extLst>
              <a:ext uri="{FF2B5EF4-FFF2-40B4-BE49-F238E27FC236}">
                <a16:creationId xmlns:a16="http://schemas.microsoft.com/office/drawing/2014/main" id="{93D1BCD5-221F-076E-2936-E98D4C93E0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7" name="Google Shape;3227;g54dda1946d_6_322:notes">
            <a:extLst>
              <a:ext uri="{FF2B5EF4-FFF2-40B4-BE49-F238E27FC236}">
                <a16:creationId xmlns:a16="http://schemas.microsoft.com/office/drawing/2014/main" id="{B48CA959-98CF-8767-9DBB-D3771215C7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328867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5">
          <a:extLst>
            <a:ext uri="{FF2B5EF4-FFF2-40B4-BE49-F238E27FC236}">
              <a16:creationId xmlns:a16="http://schemas.microsoft.com/office/drawing/2014/main" id="{BDEE68EC-4925-31B6-E941-8A0A479DA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6" name="Google Shape;3226;g54dda1946d_6_322:notes">
            <a:extLst>
              <a:ext uri="{FF2B5EF4-FFF2-40B4-BE49-F238E27FC236}">
                <a16:creationId xmlns:a16="http://schemas.microsoft.com/office/drawing/2014/main" id="{A2FAC97F-C5EE-4415-1C76-C8E48C3A17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7" name="Google Shape;3227;g54dda1946d_6_322:notes">
            <a:extLst>
              <a:ext uri="{FF2B5EF4-FFF2-40B4-BE49-F238E27FC236}">
                <a16:creationId xmlns:a16="http://schemas.microsoft.com/office/drawing/2014/main" id="{DE49B68B-270F-809F-524C-FEC9AED359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015757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5">
          <a:extLst>
            <a:ext uri="{FF2B5EF4-FFF2-40B4-BE49-F238E27FC236}">
              <a16:creationId xmlns:a16="http://schemas.microsoft.com/office/drawing/2014/main" id="{2FAC6E4E-D4ED-AF0D-0AD1-172DC0966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6" name="Google Shape;3226;g54dda1946d_6_322:notes">
            <a:extLst>
              <a:ext uri="{FF2B5EF4-FFF2-40B4-BE49-F238E27FC236}">
                <a16:creationId xmlns:a16="http://schemas.microsoft.com/office/drawing/2014/main" id="{13B5FED7-694F-814F-C56E-AB9901C2C5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7" name="Google Shape;3227;g54dda1946d_6_322:notes">
            <a:extLst>
              <a:ext uri="{FF2B5EF4-FFF2-40B4-BE49-F238E27FC236}">
                <a16:creationId xmlns:a16="http://schemas.microsoft.com/office/drawing/2014/main" id="{DD7B0470-35CF-3D9D-47DE-125E6E01DB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201356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5">
          <a:extLst>
            <a:ext uri="{FF2B5EF4-FFF2-40B4-BE49-F238E27FC236}">
              <a16:creationId xmlns:a16="http://schemas.microsoft.com/office/drawing/2014/main" id="{D3F1E07A-1C86-C9F7-9A5D-9496FD180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6" name="Google Shape;3226;g54dda1946d_6_322:notes">
            <a:extLst>
              <a:ext uri="{FF2B5EF4-FFF2-40B4-BE49-F238E27FC236}">
                <a16:creationId xmlns:a16="http://schemas.microsoft.com/office/drawing/2014/main" id="{E2910D74-DECE-0BBF-6456-7650AFF1B6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7" name="Google Shape;3227;g54dda1946d_6_322:notes">
            <a:extLst>
              <a:ext uri="{FF2B5EF4-FFF2-40B4-BE49-F238E27FC236}">
                <a16:creationId xmlns:a16="http://schemas.microsoft.com/office/drawing/2014/main" id="{27102026-0C71-F829-631D-B81417E9A9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186823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4">
          <a:extLst>
            <a:ext uri="{FF2B5EF4-FFF2-40B4-BE49-F238E27FC236}">
              <a16:creationId xmlns:a16="http://schemas.microsoft.com/office/drawing/2014/main" id="{44A6DA77-FC7C-8FA1-418F-85A0E4125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5" name="Google Shape;3245;g54dda1946d_6_308:notes">
            <a:extLst>
              <a:ext uri="{FF2B5EF4-FFF2-40B4-BE49-F238E27FC236}">
                <a16:creationId xmlns:a16="http://schemas.microsoft.com/office/drawing/2014/main" id="{1835AEC5-EF5F-84BC-1E97-59CCD8DFA0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6" name="Google Shape;3246;g54dda1946d_6_308:notes">
            <a:extLst>
              <a:ext uri="{FF2B5EF4-FFF2-40B4-BE49-F238E27FC236}">
                <a16:creationId xmlns:a16="http://schemas.microsoft.com/office/drawing/2014/main" id="{8B6384D2-8B30-77EF-C58A-A9CB1D9D61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063072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5">
          <a:extLst>
            <a:ext uri="{FF2B5EF4-FFF2-40B4-BE49-F238E27FC236}">
              <a16:creationId xmlns:a16="http://schemas.microsoft.com/office/drawing/2014/main" id="{2234D913-3CE5-DF65-2411-D75F2C5EB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6" name="Google Shape;3226;g54dda1946d_6_322:notes">
            <a:extLst>
              <a:ext uri="{FF2B5EF4-FFF2-40B4-BE49-F238E27FC236}">
                <a16:creationId xmlns:a16="http://schemas.microsoft.com/office/drawing/2014/main" id="{F4DAB286-86E6-005E-53DC-90BB587AFD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7" name="Google Shape;3227;g54dda1946d_6_322:notes">
            <a:extLst>
              <a:ext uri="{FF2B5EF4-FFF2-40B4-BE49-F238E27FC236}">
                <a16:creationId xmlns:a16="http://schemas.microsoft.com/office/drawing/2014/main" id="{7652A151-88E6-AA8B-C426-9D3F766AE4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6780968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5">
          <a:extLst>
            <a:ext uri="{FF2B5EF4-FFF2-40B4-BE49-F238E27FC236}">
              <a16:creationId xmlns:a16="http://schemas.microsoft.com/office/drawing/2014/main" id="{F38091C9-3C0E-2B94-5CD8-BE9C7FB0A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6" name="Google Shape;3226;g54dda1946d_6_322:notes">
            <a:extLst>
              <a:ext uri="{FF2B5EF4-FFF2-40B4-BE49-F238E27FC236}">
                <a16:creationId xmlns:a16="http://schemas.microsoft.com/office/drawing/2014/main" id="{D4753204-977D-DBB8-D5C4-901C62DBF4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7" name="Google Shape;3227;g54dda1946d_6_322:notes">
            <a:extLst>
              <a:ext uri="{FF2B5EF4-FFF2-40B4-BE49-F238E27FC236}">
                <a16:creationId xmlns:a16="http://schemas.microsoft.com/office/drawing/2014/main" id="{16B3CFB7-33A8-DA09-F631-C88BB3450C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4360240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5">
          <a:extLst>
            <a:ext uri="{FF2B5EF4-FFF2-40B4-BE49-F238E27FC236}">
              <a16:creationId xmlns:a16="http://schemas.microsoft.com/office/drawing/2014/main" id="{89038007-9077-4D10-9D01-6930699AD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6" name="Google Shape;3226;g54dda1946d_6_322:notes">
            <a:extLst>
              <a:ext uri="{FF2B5EF4-FFF2-40B4-BE49-F238E27FC236}">
                <a16:creationId xmlns:a16="http://schemas.microsoft.com/office/drawing/2014/main" id="{572FF3B4-97F1-CC70-F368-A61A2CEFD6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7" name="Google Shape;3227;g54dda1946d_6_322:notes">
            <a:extLst>
              <a:ext uri="{FF2B5EF4-FFF2-40B4-BE49-F238E27FC236}">
                <a16:creationId xmlns:a16="http://schemas.microsoft.com/office/drawing/2014/main" id="{F3B987BC-7A7B-320E-C5AA-AEA81C7753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2054808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5">
          <a:extLst>
            <a:ext uri="{FF2B5EF4-FFF2-40B4-BE49-F238E27FC236}">
              <a16:creationId xmlns:a16="http://schemas.microsoft.com/office/drawing/2014/main" id="{A3355750-E5B6-B129-AD9D-DD8E206CD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6" name="Google Shape;3226;g54dda1946d_6_322:notes">
            <a:extLst>
              <a:ext uri="{FF2B5EF4-FFF2-40B4-BE49-F238E27FC236}">
                <a16:creationId xmlns:a16="http://schemas.microsoft.com/office/drawing/2014/main" id="{60F74CE0-4F9D-FACB-7CF7-497F58BDE3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7" name="Google Shape;3227;g54dda1946d_6_322:notes">
            <a:extLst>
              <a:ext uri="{FF2B5EF4-FFF2-40B4-BE49-F238E27FC236}">
                <a16:creationId xmlns:a16="http://schemas.microsoft.com/office/drawing/2014/main" id="{2E255B4F-446F-3F55-BAAA-8762C4CAB6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8433544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5">
          <a:extLst>
            <a:ext uri="{FF2B5EF4-FFF2-40B4-BE49-F238E27FC236}">
              <a16:creationId xmlns:a16="http://schemas.microsoft.com/office/drawing/2014/main" id="{03DCD497-5A8B-07D9-A74F-BB840213D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6" name="Google Shape;3226;g54dda1946d_6_322:notes">
            <a:extLst>
              <a:ext uri="{FF2B5EF4-FFF2-40B4-BE49-F238E27FC236}">
                <a16:creationId xmlns:a16="http://schemas.microsoft.com/office/drawing/2014/main" id="{FBEE2ACE-C2AD-6EB4-E649-D3567D9F0A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7" name="Google Shape;3227;g54dda1946d_6_322:notes">
            <a:extLst>
              <a:ext uri="{FF2B5EF4-FFF2-40B4-BE49-F238E27FC236}">
                <a16:creationId xmlns:a16="http://schemas.microsoft.com/office/drawing/2014/main" id="{6E5B1E99-6310-8652-F67D-1345087429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7762754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5">
          <a:extLst>
            <a:ext uri="{FF2B5EF4-FFF2-40B4-BE49-F238E27FC236}">
              <a16:creationId xmlns:a16="http://schemas.microsoft.com/office/drawing/2014/main" id="{8E759810-5C24-E8FD-F396-2E5597C2E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6" name="Google Shape;3226;g54dda1946d_6_322:notes">
            <a:extLst>
              <a:ext uri="{FF2B5EF4-FFF2-40B4-BE49-F238E27FC236}">
                <a16:creationId xmlns:a16="http://schemas.microsoft.com/office/drawing/2014/main" id="{306F0DF7-0F3A-BDE5-FCB3-8615A6E732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7" name="Google Shape;3227;g54dda1946d_6_322:notes">
            <a:extLst>
              <a:ext uri="{FF2B5EF4-FFF2-40B4-BE49-F238E27FC236}">
                <a16:creationId xmlns:a16="http://schemas.microsoft.com/office/drawing/2014/main" id="{11FD5736-E6F4-CDC3-C8A8-F0E74CA6BB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0698451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5">
          <a:extLst>
            <a:ext uri="{FF2B5EF4-FFF2-40B4-BE49-F238E27FC236}">
              <a16:creationId xmlns:a16="http://schemas.microsoft.com/office/drawing/2014/main" id="{B05FF6B0-4588-B1D8-4782-F29096CFE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6" name="Google Shape;3226;g54dda1946d_6_322:notes">
            <a:extLst>
              <a:ext uri="{FF2B5EF4-FFF2-40B4-BE49-F238E27FC236}">
                <a16:creationId xmlns:a16="http://schemas.microsoft.com/office/drawing/2014/main" id="{D9F3A2A4-029A-D06A-19ED-981AD53974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7" name="Google Shape;3227;g54dda1946d_6_322:notes">
            <a:extLst>
              <a:ext uri="{FF2B5EF4-FFF2-40B4-BE49-F238E27FC236}">
                <a16:creationId xmlns:a16="http://schemas.microsoft.com/office/drawing/2014/main" id="{88442E52-3E52-05F6-943B-75521D446C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2195824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5">
          <a:extLst>
            <a:ext uri="{FF2B5EF4-FFF2-40B4-BE49-F238E27FC236}">
              <a16:creationId xmlns:a16="http://schemas.microsoft.com/office/drawing/2014/main" id="{0D06D25B-D021-E2C9-D318-1BB9C0E43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6" name="Google Shape;3226;g54dda1946d_6_322:notes">
            <a:extLst>
              <a:ext uri="{FF2B5EF4-FFF2-40B4-BE49-F238E27FC236}">
                <a16:creationId xmlns:a16="http://schemas.microsoft.com/office/drawing/2014/main" id="{27B17E71-A1A3-2D34-8474-6365F46C1F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7" name="Google Shape;3227;g54dda1946d_6_322:notes">
            <a:extLst>
              <a:ext uri="{FF2B5EF4-FFF2-40B4-BE49-F238E27FC236}">
                <a16:creationId xmlns:a16="http://schemas.microsoft.com/office/drawing/2014/main" id="{51576E7A-8799-F2E6-2505-CBA2A817A8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2955118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5">
          <a:extLst>
            <a:ext uri="{FF2B5EF4-FFF2-40B4-BE49-F238E27FC236}">
              <a16:creationId xmlns:a16="http://schemas.microsoft.com/office/drawing/2014/main" id="{C6E47A37-E04A-3317-AC20-432F82BD8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6" name="Google Shape;3226;g54dda1946d_6_322:notes">
            <a:extLst>
              <a:ext uri="{FF2B5EF4-FFF2-40B4-BE49-F238E27FC236}">
                <a16:creationId xmlns:a16="http://schemas.microsoft.com/office/drawing/2014/main" id="{659117CB-8924-56D1-E4AC-1D95D7B8DC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7" name="Google Shape;3227;g54dda1946d_6_322:notes">
            <a:extLst>
              <a:ext uri="{FF2B5EF4-FFF2-40B4-BE49-F238E27FC236}">
                <a16:creationId xmlns:a16="http://schemas.microsoft.com/office/drawing/2014/main" id="{CF4AB6C3-CD7A-3793-425E-889BCFBE4F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9049969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4">
          <a:extLst>
            <a:ext uri="{FF2B5EF4-FFF2-40B4-BE49-F238E27FC236}">
              <a16:creationId xmlns:a16="http://schemas.microsoft.com/office/drawing/2014/main" id="{AAE5A8F0-553F-CA6F-E504-E9BE4903E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5" name="Google Shape;3245;g54dda1946d_6_308:notes">
            <a:extLst>
              <a:ext uri="{FF2B5EF4-FFF2-40B4-BE49-F238E27FC236}">
                <a16:creationId xmlns:a16="http://schemas.microsoft.com/office/drawing/2014/main" id="{36DB46FE-DE4F-5C29-EF63-550060BA33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6" name="Google Shape;3246;g54dda1946d_6_308:notes">
            <a:extLst>
              <a:ext uri="{FF2B5EF4-FFF2-40B4-BE49-F238E27FC236}">
                <a16:creationId xmlns:a16="http://schemas.microsoft.com/office/drawing/2014/main" id="{C4F687ED-B079-A222-38D7-C0D81D6E67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0624887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5">
          <a:extLst>
            <a:ext uri="{FF2B5EF4-FFF2-40B4-BE49-F238E27FC236}">
              <a16:creationId xmlns:a16="http://schemas.microsoft.com/office/drawing/2014/main" id="{3A49B145-C976-4339-3439-7B67A90E7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6" name="Google Shape;3226;g54dda1946d_6_322:notes">
            <a:extLst>
              <a:ext uri="{FF2B5EF4-FFF2-40B4-BE49-F238E27FC236}">
                <a16:creationId xmlns:a16="http://schemas.microsoft.com/office/drawing/2014/main" id="{49D84070-5F65-1781-7D30-29A84854C0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7" name="Google Shape;3227;g54dda1946d_6_322:notes">
            <a:extLst>
              <a:ext uri="{FF2B5EF4-FFF2-40B4-BE49-F238E27FC236}">
                <a16:creationId xmlns:a16="http://schemas.microsoft.com/office/drawing/2014/main" id="{432486F0-D35B-025C-E957-4B9724F0E9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3733698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5">
          <a:extLst>
            <a:ext uri="{FF2B5EF4-FFF2-40B4-BE49-F238E27FC236}">
              <a16:creationId xmlns:a16="http://schemas.microsoft.com/office/drawing/2014/main" id="{E63E84E3-1AE1-EC75-927F-E652E647B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6" name="Google Shape;3226;g54dda1946d_6_322:notes">
            <a:extLst>
              <a:ext uri="{FF2B5EF4-FFF2-40B4-BE49-F238E27FC236}">
                <a16:creationId xmlns:a16="http://schemas.microsoft.com/office/drawing/2014/main" id="{E1E25A01-24DA-F0BF-DC20-CA08F6589D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7" name="Google Shape;3227;g54dda1946d_6_322:notes">
            <a:extLst>
              <a:ext uri="{FF2B5EF4-FFF2-40B4-BE49-F238E27FC236}">
                <a16:creationId xmlns:a16="http://schemas.microsoft.com/office/drawing/2014/main" id="{38149EA9-C7B8-E572-173F-AE182CF88D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6541527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5">
          <a:extLst>
            <a:ext uri="{FF2B5EF4-FFF2-40B4-BE49-F238E27FC236}">
              <a16:creationId xmlns:a16="http://schemas.microsoft.com/office/drawing/2014/main" id="{C0D95E8A-0AE3-8D7E-F414-DB379F766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6" name="Google Shape;3226;g54dda1946d_6_322:notes">
            <a:extLst>
              <a:ext uri="{FF2B5EF4-FFF2-40B4-BE49-F238E27FC236}">
                <a16:creationId xmlns:a16="http://schemas.microsoft.com/office/drawing/2014/main" id="{0E1002A4-C1B2-64A7-3464-420284784C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7" name="Google Shape;3227;g54dda1946d_6_322:notes">
            <a:extLst>
              <a:ext uri="{FF2B5EF4-FFF2-40B4-BE49-F238E27FC236}">
                <a16:creationId xmlns:a16="http://schemas.microsoft.com/office/drawing/2014/main" id="{83C8F9D0-AFA0-780B-DF6C-CFA87A2285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7870070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5">
          <a:extLst>
            <a:ext uri="{FF2B5EF4-FFF2-40B4-BE49-F238E27FC236}">
              <a16:creationId xmlns:a16="http://schemas.microsoft.com/office/drawing/2014/main" id="{9DB3EE3D-76CD-625F-B467-3CBEF0A01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6" name="Google Shape;3226;g54dda1946d_6_322:notes">
            <a:extLst>
              <a:ext uri="{FF2B5EF4-FFF2-40B4-BE49-F238E27FC236}">
                <a16:creationId xmlns:a16="http://schemas.microsoft.com/office/drawing/2014/main" id="{A1953B7E-8A80-8B55-E67F-7F1816F4CC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7" name="Google Shape;3227;g54dda1946d_6_322:notes">
            <a:extLst>
              <a:ext uri="{FF2B5EF4-FFF2-40B4-BE49-F238E27FC236}">
                <a16:creationId xmlns:a16="http://schemas.microsoft.com/office/drawing/2014/main" id="{185E13FE-D427-A44B-9796-80E5E3750C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0862728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5">
          <a:extLst>
            <a:ext uri="{FF2B5EF4-FFF2-40B4-BE49-F238E27FC236}">
              <a16:creationId xmlns:a16="http://schemas.microsoft.com/office/drawing/2014/main" id="{2F649ABF-58E1-97A9-7743-0844D01ED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6" name="Google Shape;3226;g54dda1946d_6_322:notes">
            <a:extLst>
              <a:ext uri="{FF2B5EF4-FFF2-40B4-BE49-F238E27FC236}">
                <a16:creationId xmlns:a16="http://schemas.microsoft.com/office/drawing/2014/main" id="{63395575-F759-240B-6843-20403865C3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7" name="Google Shape;3227;g54dda1946d_6_322:notes">
            <a:extLst>
              <a:ext uri="{FF2B5EF4-FFF2-40B4-BE49-F238E27FC236}">
                <a16:creationId xmlns:a16="http://schemas.microsoft.com/office/drawing/2014/main" id="{E9BFEC4F-114B-82F2-F313-20C761C2FA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6005774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5">
          <a:extLst>
            <a:ext uri="{FF2B5EF4-FFF2-40B4-BE49-F238E27FC236}">
              <a16:creationId xmlns:a16="http://schemas.microsoft.com/office/drawing/2014/main" id="{3C590CCA-B8CF-4F8E-8F81-0EE3AA1B0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6" name="Google Shape;3226;g54dda1946d_6_322:notes">
            <a:extLst>
              <a:ext uri="{FF2B5EF4-FFF2-40B4-BE49-F238E27FC236}">
                <a16:creationId xmlns:a16="http://schemas.microsoft.com/office/drawing/2014/main" id="{E8FD2A0D-76B3-BEDC-26B8-D3C1421810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7" name="Google Shape;3227;g54dda1946d_6_322:notes">
            <a:extLst>
              <a:ext uri="{FF2B5EF4-FFF2-40B4-BE49-F238E27FC236}">
                <a16:creationId xmlns:a16="http://schemas.microsoft.com/office/drawing/2014/main" id="{5232BFB8-AE10-826F-986A-3A5F9D6B0B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2025504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8">
          <a:extLst>
            <a:ext uri="{FF2B5EF4-FFF2-40B4-BE49-F238E27FC236}">
              <a16:creationId xmlns:a16="http://schemas.microsoft.com/office/drawing/2014/main" id="{D9537314-6B05-2C2B-0331-9FF8743DB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9" name="Google Shape;4199;g135e18421cc_13_10:notes">
            <a:extLst>
              <a:ext uri="{FF2B5EF4-FFF2-40B4-BE49-F238E27FC236}">
                <a16:creationId xmlns:a16="http://schemas.microsoft.com/office/drawing/2014/main" id="{3ABB3794-D0D5-F5D7-FC36-67BF22DB3E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0" name="Google Shape;4200;g135e18421cc_13_10:notes">
            <a:extLst>
              <a:ext uri="{FF2B5EF4-FFF2-40B4-BE49-F238E27FC236}">
                <a16:creationId xmlns:a16="http://schemas.microsoft.com/office/drawing/2014/main" id="{C47BEB8F-9AFB-0707-36A8-6E185EDFA3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97734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116653" y="185058"/>
            <a:ext cx="8910952" cy="4773370"/>
            <a:chOff x="238425" y="1163850"/>
            <a:chExt cx="2110050" cy="1130300"/>
          </a:xfrm>
        </p:grpSpPr>
        <p:sp>
          <p:nvSpPr>
            <p:cNvPr id="10" name="Google Shape;10;p2"/>
            <p:cNvSpPr/>
            <p:nvPr/>
          </p:nvSpPr>
          <p:spPr>
            <a:xfrm>
              <a:off x="238425" y="1163850"/>
              <a:ext cx="2110050" cy="1130300"/>
            </a:xfrm>
            <a:custGeom>
              <a:avLst/>
              <a:gdLst/>
              <a:ahLst/>
              <a:cxnLst/>
              <a:rect l="l" t="t" r="r" b="b"/>
              <a:pathLst>
                <a:path w="84402" h="45212" extrusionOk="0">
                  <a:moveTo>
                    <a:pt x="84174" y="228"/>
                  </a:moveTo>
                  <a:lnTo>
                    <a:pt x="84174" y="39820"/>
                  </a:lnTo>
                  <a:cubicBezTo>
                    <a:pt x="82159" y="41835"/>
                    <a:pt x="81025" y="42969"/>
                    <a:pt x="79010" y="44984"/>
                  </a:cubicBezTo>
                  <a:lnTo>
                    <a:pt x="228" y="44984"/>
                  </a:lnTo>
                  <a:lnTo>
                    <a:pt x="228" y="5408"/>
                  </a:lnTo>
                  <a:cubicBezTo>
                    <a:pt x="2256" y="3380"/>
                    <a:pt x="3393" y="2259"/>
                    <a:pt x="5408" y="228"/>
                  </a:cubicBezTo>
                  <a:close/>
                  <a:moveTo>
                    <a:pt x="5315" y="0"/>
                  </a:moveTo>
                  <a:lnTo>
                    <a:pt x="5248" y="68"/>
                  </a:lnTo>
                  <a:lnTo>
                    <a:pt x="68" y="5248"/>
                  </a:lnTo>
                  <a:lnTo>
                    <a:pt x="1" y="5315"/>
                  </a:lnTo>
                  <a:lnTo>
                    <a:pt x="1" y="5408"/>
                  </a:lnTo>
                  <a:lnTo>
                    <a:pt x="1" y="44984"/>
                  </a:lnTo>
                  <a:lnTo>
                    <a:pt x="1" y="45212"/>
                  </a:lnTo>
                  <a:lnTo>
                    <a:pt x="79103" y="45212"/>
                  </a:lnTo>
                  <a:lnTo>
                    <a:pt x="79157" y="45145"/>
                  </a:lnTo>
                  <a:lnTo>
                    <a:pt x="82652" y="41662"/>
                  </a:lnTo>
                  <a:lnTo>
                    <a:pt x="84334" y="39980"/>
                  </a:lnTo>
                  <a:lnTo>
                    <a:pt x="84401" y="39913"/>
                  </a:lnTo>
                  <a:lnTo>
                    <a:pt x="84401" y="39820"/>
                  </a:lnTo>
                  <a:lnTo>
                    <a:pt x="84401" y="228"/>
                  </a:lnTo>
                  <a:lnTo>
                    <a:pt x="8440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244125" y="1169525"/>
              <a:ext cx="2098675" cy="1118950"/>
            </a:xfrm>
            <a:custGeom>
              <a:avLst/>
              <a:gdLst/>
              <a:ahLst/>
              <a:cxnLst/>
              <a:rect l="l" t="t" r="r" b="b"/>
              <a:pathLst>
                <a:path w="83947" h="44758" extrusionOk="0">
                  <a:moveTo>
                    <a:pt x="4751" y="1"/>
                  </a:moveTo>
                  <a:cubicBezTo>
                    <a:pt x="2896" y="1856"/>
                    <a:pt x="1855" y="2897"/>
                    <a:pt x="0" y="4755"/>
                  </a:cubicBezTo>
                  <a:lnTo>
                    <a:pt x="0" y="44757"/>
                  </a:lnTo>
                  <a:lnTo>
                    <a:pt x="79208" y="44757"/>
                  </a:lnTo>
                  <a:cubicBezTo>
                    <a:pt x="81063" y="42915"/>
                    <a:pt x="82091" y="41874"/>
                    <a:pt x="83946" y="40019"/>
                  </a:cubicBezTo>
                  <a:lnTo>
                    <a:pt x="83946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244125" y="1169525"/>
              <a:ext cx="2098675" cy="1118950"/>
            </a:xfrm>
            <a:custGeom>
              <a:avLst/>
              <a:gdLst/>
              <a:ahLst/>
              <a:cxnLst/>
              <a:rect l="l" t="t" r="r" b="b"/>
              <a:pathLst>
                <a:path w="83947" h="44758" extrusionOk="0">
                  <a:moveTo>
                    <a:pt x="83866" y="81"/>
                  </a:moveTo>
                  <a:lnTo>
                    <a:pt x="83866" y="39552"/>
                  </a:lnTo>
                  <a:lnTo>
                    <a:pt x="82197" y="41221"/>
                  </a:lnTo>
                  <a:lnTo>
                    <a:pt x="78740" y="44677"/>
                  </a:lnTo>
                  <a:lnTo>
                    <a:pt x="93" y="44677"/>
                  </a:lnTo>
                  <a:lnTo>
                    <a:pt x="93" y="5206"/>
                  </a:lnTo>
                  <a:lnTo>
                    <a:pt x="5219" y="81"/>
                  </a:lnTo>
                  <a:close/>
                  <a:moveTo>
                    <a:pt x="5180" y="1"/>
                  </a:moveTo>
                  <a:cubicBezTo>
                    <a:pt x="3165" y="2032"/>
                    <a:pt x="2028" y="3153"/>
                    <a:pt x="0" y="5181"/>
                  </a:cubicBezTo>
                  <a:lnTo>
                    <a:pt x="0" y="44757"/>
                  </a:lnTo>
                  <a:lnTo>
                    <a:pt x="78782" y="44757"/>
                  </a:lnTo>
                  <a:cubicBezTo>
                    <a:pt x="80797" y="42742"/>
                    <a:pt x="81931" y="41608"/>
                    <a:pt x="83946" y="39593"/>
                  </a:cubicBezTo>
                  <a:lnTo>
                    <a:pt x="83946" y="1"/>
                  </a:ln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276475" y="1201875"/>
              <a:ext cx="2033950" cy="1054250"/>
            </a:xfrm>
            <a:custGeom>
              <a:avLst/>
              <a:gdLst/>
              <a:ahLst/>
              <a:cxnLst/>
              <a:rect l="l" t="t" r="r" b="b"/>
              <a:pathLst>
                <a:path w="81358" h="42170" extrusionOk="0">
                  <a:moveTo>
                    <a:pt x="4312" y="1"/>
                  </a:moveTo>
                  <a:cubicBezTo>
                    <a:pt x="2631" y="1683"/>
                    <a:pt x="1682" y="2631"/>
                    <a:pt x="0" y="4313"/>
                  </a:cubicBezTo>
                  <a:lnTo>
                    <a:pt x="0" y="42169"/>
                  </a:lnTo>
                  <a:lnTo>
                    <a:pt x="77046" y="42169"/>
                  </a:lnTo>
                  <a:lnTo>
                    <a:pt x="81358" y="37857"/>
                  </a:lnTo>
                  <a:lnTo>
                    <a:pt x="8135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276475" y="1595675"/>
              <a:ext cx="15725" cy="266975"/>
            </a:xfrm>
            <a:custGeom>
              <a:avLst/>
              <a:gdLst/>
              <a:ahLst/>
              <a:cxnLst/>
              <a:rect l="l" t="t" r="r" b="b"/>
              <a:pathLst>
                <a:path w="629" h="10679" extrusionOk="0">
                  <a:moveTo>
                    <a:pt x="0" y="1"/>
                  </a:moveTo>
                  <a:lnTo>
                    <a:pt x="0" y="10678"/>
                  </a:lnTo>
                  <a:cubicBezTo>
                    <a:pt x="350" y="10678"/>
                    <a:pt x="628" y="10399"/>
                    <a:pt x="628" y="10053"/>
                  </a:cubicBezTo>
                  <a:lnTo>
                    <a:pt x="628" y="629"/>
                  </a:lnTo>
                  <a:cubicBezTo>
                    <a:pt x="628" y="283"/>
                    <a:pt x="350" y="1"/>
                    <a:pt x="0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2293750" y="1595675"/>
              <a:ext cx="15725" cy="266975"/>
            </a:xfrm>
            <a:custGeom>
              <a:avLst/>
              <a:gdLst/>
              <a:ahLst/>
              <a:cxnLst/>
              <a:rect l="l" t="t" r="r" b="b"/>
              <a:pathLst>
                <a:path w="629" h="10679" extrusionOk="0">
                  <a:moveTo>
                    <a:pt x="628" y="1"/>
                  </a:moveTo>
                  <a:cubicBezTo>
                    <a:pt x="279" y="1"/>
                    <a:pt x="0" y="283"/>
                    <a:pt x="0" y="629"/>
                  </a:cubicBezTo>
                  <a:lnTo>
                    <a:pt x="0" y="10053"/>
                  </a:lnTo>
                  <a:cubicBezTo>
                    <a:pt x="0" y="10399"/>
                    <a:pt x="279" y="10678"/>
                    <a:pt x="628" y="10678"/>
                  </a:cubicBezTo>
                  <a:lnTo>
                    <a:pt x="62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275200" y="1200600"/>
              <a:ext cx="2036600" cy="1056875"/>
            </a:xfrm>
            <a:custGeom>
              <a:avLst/>
              <a:gdLst/>
              <a:ahLst/>
              <a:cxnLst/>
              <a:rect l="l" t="t" r="r" b="b"/>
              <a:pathLst>
                <a:path w="81464" h="42275" extrusionOk="0">
                  <a:moveTo>
                    <a:pt x="81354" y="106"/>
                  </a:moveTo>
                  <a:lnTo>
                    <a:pt x="81354" y="37886"/>
                  </a:lnTo>
                  <a:lnTo>
                    <a:pt x="81354" y="37886"/>
                  </a:lnTo>
                  <a:cubicBezTo>
                    <a:pt x="79692" y="39561"/>
                    <a:pt x="78758" y="40491"/>
                    <a:pt x="77087" y="42166"/>
                  </a:cubicBezTo>
                  <a:lnTo>
                    <a:pt x="106" y="42166"/>
                  </a:lnTo>
                  <a:lnTo>
                    <a:pt x="106" y="4393"/>
                  </a:lnTo>
                  <a:lnTo>
                    <a:pt x="106" y="4393"/>
                  </a:lnTo>
                  <a:cubicBezTo>
                    <a:pt x="1776" y="2723"/>
                    <a:pt x="2723" y="1776"/>
                    <a:pt x="4392" y="106"/>
                  </a:cubicBezTo>
                  <a:close/>
                  <a:moveTo>
                    <a:pt x="4351" y="1"/>
                  </a:moveTo>
                  <a:lnTo>
                    <a:pt x="4338" y="13"/>
                  </a:lnTo>
                  <a:cubicBezTo>
                    <a:pt x="2643" y="1695"/>
                    <a:pt x="1708" y="2644"/>
                    <a:pt x="13" y="4325"/>
                  </a:cubicBezTo>
                  <a:lnTo>
                    <a:pt x="0" y="4351"/>
                  </a:lnTo>
                  <a:lnTo>
                    <a:pt x="0" y="42275"/>
                  </a:lnTo>
                  <a:lnTo>
                    <a:pt x="77126" y="42275"/>
                  </a:lnTo>
                  <a:lnTo>
                    <a:pt x="77138" y="42259"/>
                  </a:lnTo>
                  <a:lnTo>
                    <a:pt x="81450" y="37950"/>
                  </a:lnTo>
                  <a:lnTo>
                    <a:pt x="81463" y="37934"/>
                  </a:lnTo>
                  <a:lnTo>
                    <a:pt x="81463" y="1"/>
                  </a:lnTo>
                  <a:close/>
                </a:path>
              </a:pathLst>
            </a:custGeom>
            <a:solidFill>
              <a:srgbClr val="FF24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" name="Google Shape;17;p2"/>
          <p:cNvGrpSpPr/>
          <p:nvPr/>
        </p:nvGrpSpPr>
        <p:grpSpPr>
          <a:xfrm>
            <a:off x="-6449" y="-94"/>
            <a:ext cx="9150439" cy="5143478"/>
            <a:chOff x="-6449" y="-94"/>
            <a:chExt cx="9150439" cy="5143478"/>
          </a:xfrm>
        </p:grpSpPr>
        <p:grpSp>
          <p:nvGrpSpPr>
            <p:cNvPr id="18" name="Google Shape;18;p2"/>
            <p:cNvGrpSpPr/>
            <p:nvPr/>
          </p:nvGrpSpPr>
          <p:grpSpPr>
            <a:xfrm>
              <a:off x="6499576" y="-94"/>
              <a:ext cx="2644414" cy="5143478"/>
              <a:chOff x="540125" y="3028300"/>
              <a:chExt cx="364425" cy="708800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30;p2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31;p2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33;p2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36;p2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37;p2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38;p2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45;p2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46;p2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47;p2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48;p2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49;p2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50;p2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51;p2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52;p2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2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54;p2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5" name="Google Shape;55;p2"/>
            <p:cNvGrpSpPr/>
            <p:nvPr/>
          </p:nvGrpSpPr>
          <p:grpSpPr>
            <a:xfrm>
              <a:off x="-6449" y="-94"/>
              <a:ext cx="2644414" cy="5143478"/>
              <a:chOff x="540125" y="3028300"/>
              <a:chExt cx="364425" cy="708800"/>
            </a:xfrm>
          </p:grpSpPr>
          <p:sp>
            <p:nvSpPr>
              <p:cNvPr id="56" name="Google Shape;56;p2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2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58;p2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59;p2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60;p2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1;p2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62;p2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63;p2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64;p2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Google Shape;65;p2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2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67;p2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2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69;p2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70;p2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Google Shape;71;p2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2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2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2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2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76;p2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Google Shape;77;p2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78;p2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2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80;p2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2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Google Shape;82;p2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Google Shape;83;p2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84;p2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Google Shape;85;p2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86;p2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Google Shape;87;p2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Google Shape;88;p2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89;p2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90;p2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Google Shape;91;p2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" name="Google Shape;92;p2"/>
            <p:cNvGrpSpPr/>
            <p:nvPr/>
          </p:nvGrpSpPr>
          <p:grpSpPr>
            <a:xfrm rot="5400000">
              <a:off x="3406651" y="-1249544"/>
              <a:ext cx="2644414" cy="5143478"/>
              <a:chOff x="540125" y="3028300"/>
              <a:chExt cx="364425" cy="708800"/>
            </a:xfrm>
          </p:grpSpPr>
          <p:sp>
            <p:nvSpPr>
              <p:cNvPr id="93" name="Google Shape;93;p2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2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2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96;p2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2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Google Shape;98;p2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Google Shape;99;p2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Google Shape;100;p2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101;p2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2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Google Shape;103;p2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Google Shape;104;p2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105;p2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106;p2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107;p2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108;p2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Google Shape;109;p2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110;p2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Google Shape;111;p2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Google Shape;112;p2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Google Shape;113;p2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Google Shape;114;p2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Google Shape;115;p2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116;p2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Google Shape;117;p2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Google Shape;118;p2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Google Shape;119;p2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120;p2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121;p2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Google Shape;122;p2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Google Shape;123;p2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124;p2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Google Shape;125;p2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Google Shape;126;p2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Google Shape;127;p2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128;p2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9" name="Google Shape;129;p2"/>
            <p:cNvGrpSpPr/>
            <p:nvPr/>
          </p:nvGrpSpPr>
          <p:grpSpPr>
            <a:xfrm rot="5400000">
              <a:off x="3406651" y="1243856"/>
              <a:ext cx="2644414" cy="5143478"/>
              <a:chOff x="540125" y="3028300"/>
              <a:chExt cx="364425" cy="708800"/>
            </a:xfrm>
          </p:grpSpPr>
          <p:sp>
            <p:nvSpPr>
              <p:cNvPr id="130" name="Google Shape;130;p2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Google Shape;131;p2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Google Shape;132;p2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Google Shape;133;p2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Google Shape;134;p2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Google Shape;135;p2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Google Shape;136;p2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Google Shape;137;p2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Google Shape;138;p2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Google Shape;139;p2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Google Shape;140;p2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Google Shape;141;p2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Google Shape;142;p2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Google Shape;143;p2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Google Shape;144;p2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145;p2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2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147;p2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Google Shape;148;p2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Google Shape;149;p2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150;p2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2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52;p2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Google Shape;153;p2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Google Shape;154;p2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155;p2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Google Shape;156;p2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Google Shape;157;p2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Google Shape;158;p2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Google Shape;159;p2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Google Shape;160;p2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Google Shape;161;p2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Google Shape;162;p2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Google Shape;163;p2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Google Shape;164;p2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Google Shape;165;p2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66" name="Google Shape;166;p2"/>
          <p:cNvSpPr txBox="1">
            <a:spLocks noGrp="1"/>
          </p:cNvSpPr>
          <p:nvPr>
            <p:ph type="ctrTitle"/>
          </p:nvPr>
        </p:nvSpPr>
        <p:spPr>
          <a:xfrm>
            <a:off x="713225" y="920900"/>
            <a:ext cx="4525800" cy="282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67" name="Google Shape;167;p2"/>
          <p:cNvSpPr txBox="1">
            <a:spLocks noGrp="1"/>
          </p:cNvSpPr>
          <p:nvPr>
            <p:ph type="subTitle" idx="1"/>
          </p:nvPr>
        </p:nvSpPr>
        <p:spPr>
          <a:xfrm>
            <a:off x="713225" y="3746800"/>
            <a:ext cx="43413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68" name="Google Shape;168;p2"/>
          <p:cNvGrpSpPr/>
          <p:nvPr/>
        </p:nvGrpSpPr>
        <p:grpSpPr>
          <a:xfrm flipH="1">
            <a:off x="8430779" y="539492"/>
            <a:ext cx="205749" cy="1508819"/>
            <a:chOff x="425780" y="482769"/>
            <a:chExt cx="127819" cy="561525"/>
          </a:xfrm>
        </p:grpSpPr>
        <p:sp>
          <p:nvSpPr>
            <p:cNvPr id="169" name="Google Shape;169;p2"/>
            <p:cNvSpPr/>
            <p:nvPr/>
          </p:nvSpPr>
          <p:spPr>
            <a:xfrm>
              <a:off x="425780" y="482769"/>
              <a:ext cx="10474" cy="561525"/>
            </a:xfrm>
            <a:custGeom>
              <a:avLst/>
              <a:gdLst/>
              <a:ahLst/>
              <a:cxnLst/>
              <a:rect l="l" t="t" r="r" b="b"/>
              <a:pathLst>
                <a:path w="187" h="10025" extrusionOk="0">
                  <a:moveTo>
                    <a:pt x="1" y="0"/>
                  </a:moveTo>
                  <a:lnTo>
                    <a:pt x="1" y="10024"/>
                  </a:lnTo>
                  <a:lnTo>
                    <a:pt x="187" y="10024"/>
                  </a:lnTo>
                  <a:lnTo>
                    <a:pt x="187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2"/>
            <p:cNvSpPr/>
            <p:nvPr/>
          </p:nvSpPr>
          <p:spPr>
            <a:xfrm>
              <a:off x="445160" y="482769"/>
              <a:ext cx="10642" cy="561525"/>
            </a:xfrm>
            <a:custGeom>
              <a:avLst/>
              <a:gdLst/>
              <a:ahLst/>
              <a:cxnLst/>
              <a:rect l="l" t="t" r="r" b="b"/>
              <a:pathLst>
                <a:path w="190" h="10025" extrusionOk="0">
                  <a:moveTo>
                    <a:pt x="1" y="0"/>
                  </a:moveTo>
                  <a:lnTo>
                    <a:pt x="1" y="10024"/>
                  </a:lnTo>
                  <a:lnTo>
                    <a:pt x="190" y="10024"/>
                  </a:lnTo>
                  <a:lnTo>
                    <a:pt x="190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2"/>
            <p:cNvSpPr/>
            <p:nvPr/>
          </p:nvSpPr>
          <p:spPr>
            <a:xfrm>
              <a:off x="464708" y="482769"/>
              <a:ext cx="10474" cy="561525"/>
            </a:xfrm>
            <a:custGeom>
              <a:avLst/>
              <a:gdLst/>
              <a:ahLst/>
              <a:cxnLst/>
              <a:rect l="l" t="t" r="r" b="b"/>
              <a:pathLst>
                <a:path w="187" h="10025" extrusionOk="0">
                  <a:moveTo>
                    <a:pt x="1" y="0"/>
                  </a:moveTo>
                  <a:lnTo>
                    <a:pt x="1" y="10024"/>
                  </a:lnTo>
                  <a:lnTo>
                    <a:pt x="187" y="10024"/>
                  </a:lnTo>
                  <a:lnTo>
                    <a:pt x="187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2"/>
            <p:cNvSpPr/>
            <p:nvPr/>
          </p:nvSpPr>
          <p:spPr>
            <a:xfrm>
              <a:off x="484088" y="482769"/>
              <a:ext cx="10474" cy="561525"/>
            </a:xfrm>
            <a:custGeom>
              <a:avLst/>
              <a:gdLst/>
              <a:ahLst/>
              <a:cxnLst/>
              <a:rect l="l" t="t" r="r" b="b"/>
              <a:pathLst>
                <a:path w="187" h="10025" extrusionOk="0">
                  <a:moveTo>
                    <a:pt x="1" y="0"/>
                  </a:moveTo>
                  <a:lnTo>
                    <a:pt x="1" y="10024"/>
                  </a:lnTo>
                  <a:lnTo>
                    <a:pt x="187" y="10024"/>
                  </a:lnTo>
                  <a:lnTo>
                    <a:pt x="187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2"/>
            <p:cNvSpPr/>
            <p:nvPr/>
          </p:nvSpPr>
          <p:spPr>
            <a:xfrm>
              <a:off x="503468" y="482769"/>
              <a:ext cx="10642" cy="561525"/>
            </a:xfrm>
            <a:custGeom>
              <a:avLst/>
              <a:gdLst/>
              <a:ahLst/>
              <a:cxnLst/>
              <a:rect l="l" t="t" r="r" b="b"/>
              <a:pathLst>
                <a:path w="190" h="10025" extrusionOk="0">
                  <a:moveTo>
                    <a:pt x="1" y="0"/>
                  </a:moveTo>
                  <a:lnTo>
                    <a:pt x="1" y="10024"/>
                  </a:lnTo>
                  <a:lnTo>
                    <a:pt x="190" y="10024"/>
                  </a:lnTo>
                  <a:lnTo>
                    <a:pt x="190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2"/>
            <p:cNvSpPr/>
            <p:nvPr/>
          </p:nvSpPr>
          <p:spPr>
            <a:xfrm>
              <a:off x="523072" y="482769"/>
              <a:ext cx="11146" cy="561525"/>
            </a:xfrm>
            <a:custGeom>
              <a:avLst/>
              <a:gdLst/>
              <a:ahLst/>
              <a:cxnLst/>
              <a:rect l="l" t="t" r="r" b="b"/>
              <a:pathLst>
                <a:path w="199" h="10025" extrusionOk="0">
                  <a:moveTo>
                    <a:pt x="0" y="0"/>
                  </a:moveTo>
                  <a:lnTo>
                    <a:pt x="0" y="10024"/>
                  </a:lnTo>
                  <a:lnTo>
                    <a:pt x="199" y="10024"/>
                  </a:lnTo>
                  <a:lnTo>
                    <a:pt x="199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2"/>
            <p:cNvSpPr/>
            <p:nvPr/>
          </p:nvSpPr>
          <p:spPr>
            <a:xfrm>
              <a:off x="542452" y="482769"/>
              <a:ext cx="11146" cy="561525"/>
            </a:xfrm>
            <a:custGeom>
              <a:avLst/>
              <a:gdLst/>
              <a:ahLst/>
              <a:cxnLst/>
              <a:rect l="l" t="t" r="r" b="b"/>
              <a:pathLst>
                <a:path w="199" h="10025" extrusionOk="0">
                  <a:moveTo>
                    <a:pt x="0" y="0"/>
                  </a:moveTo>
                  <a:lnTo>
                    <a:pt x="0" y="10024"/>
                  </a:lnTo>
                  <a:lnTo>
                    <a:pt x="199" y="10024"/>
                  </a:lnTo>
                  <a:lnTo>
                    <a:pt x="199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7" name="Google Shape;177;p3"/>
          <p:cNvGrpSpPr/>
          <p:nvPr/>
        </p:nvGrpSpPr>
        <p:grpSpPr>
          <a:xfrm>
            <a:off x="116653" y="185058"/>
            <a:ext cx="8910952" cy="4773370"/>
            <a:chOff x="238425" y="1163850"/>
            <a:chExt cx="2110050" cy="1130300"/>
          </a:xfrm>
        </p:grpSpPr>
        <p:sp>
          <p:nvSpPr>
            <p:cNvPr id="178" name="Google Shape;178;p3"/>
            <p:cNvSpPr/>
            <p:nvPr/>
          </p:nvSpPr>
          <p:spPr>
            <a:xfrm>
              <a:off x="238425" y="1163850"/>
              <a:ext cx="2110050" cy="1130300"/>
            </a:xfrm>
            <a:custGeom>
              <a:avLst/>
              <a:gdLst/>
              <a:ahLst/>
              <a:cxnLst/>
              <a:rect l="l" t="t" r="r" b="b"/>
              <a:pathLst>
                <a:path w="84402" h="45212" extrusionOk="0">
                  <a:moveTo>
                    <a:pt x="84174" y="228"/>
                  </a:moveTo>
                  <a:lnTo>
                    <a:pt x="84174" y="39820"/>
                  </a:lnTo>
                  <a:cubicBezTo>
                    <a:pt x="82159" y="41835"/>
                    <a:pt x="81025" y="42969"/>
                    <a:pt x="79010" y="44984"/>
                  </a:cubicBezTo>
                  <a:lnTo>
                    <a:pt x="228" y="44984"/>
                  </a:lnTo>
                  <a:lnTo>
                    <a:pt x="228" y="5408"/>
                  </a:lnTo>
                  <a:cubicBezTo>
                    <a:pt x="2256" y="3380"/>
                    <a:pt x="3393" y="2259"/>
                    <a:pt x="5408" y="228"/>
                  </a:cubicBezTo>
                  <a:close/>
                  <a:moveTo>
                    <a:pt x="5315" y="0"/>
                  </a:moveTo>
                  <a:lnTo>
                    <a:pt x="5248" y="68"/>
                  </a:lnTo>
                  <a:lnTo>
                    <a:pt x="68" y="5248"/>
                  </a:lnTo>
                  <a:lnTo>
                    <a:pt x="1" y="5315"/>
                  </a:lnTo>
                  <a:lnTo>
                    <a:pt x="1" y="5408"/>
                  </a:lnTo>
                  <a:lnTo>
                    <a:pt x="1" y="44984"/>
                  </a:lnTo>
                  <a:lnTo>
                    <a:pt x="1" y="45212"/>
                  </a:lnTo>
                  <a:lnTo>
                    <a:pt x="79103" y="45212"/>
                  </a:lnTo>
                  <a:lnTo>
                    <a:pt x="79157" y="45145"/>
                  </a:lnTo>
                  <a:lnTo>
                    <a:pt x="82652" y="41662"/>
                  </a:lnTo>
                  <a:lnTo>
                    <a:pt x="84334" y="39980"/>
                  </a:lnTo>
                  <a:lnTo>
                    <a:pt x="84401" y="39913"/>
                  </a:lnTo>
                  <a:lnTo>
                    <a:pt x="84401" y="39820"/>
                  </a:lnTo>
                  <a:lnTo>
                    <a:pt x="84401" y="228"/>
                  </a:lnTo>
                  <a:lnTo>
                    <a:pt x="8440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3"/>
            <p:cNvSpPr/>
            <p:nvPr/>
          </p:nvSpPr>
          <p:spPr>
            <a:xfrm>
              <a:off x="244125" y="1169525"/>
              <a:ext cx="2098675" cy="1118950"/>
            </a:xfrm>
            <a:custGeom>
              <a:avLst/>
              <a:gdLst/>
              <a:ahLst/>
              <a:cxnLst/>
              <a:rect l="l" t="t" r="r" b="b"/>
              <a:pathLst>
                <a:path w="83947" h="44758" extrusionOk="0">
                  <a:moveTo>
                    <a:pt x="4751" y="1"/>
                  </a:moveTo>
                  <a:cubicBezTo>
                    <a:pt x="2896" y="1856"/>
                    <a:pt x="1855" y="2897"/>
                    <a:pt x="0" y="4755"/>
                  </a:cubicBezTo>
                  <a:lnTo>
                    <a:pt x="0" y="44757"/>
                  </a:lnTo>
                  <a:lnTo>
                    <a:pt x="79208" y="44757"/>
                  </a:lnTo>
                  <a:cubicBezTo>
                    <a:pt x="81063" y="42915"/>
                    <a:pt x="82091" y="41874"/>
                    <a:pt x="83946" y="40019"/>
                  </a:cubicBezTo>
                  <a:lnTo>
                    <a:pt x="83946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3"/>
            <p:cNvSpPr/>
            <p:nvPr/>
          </p:nvSpPr>
          <p:spPr>
            <a:xfrm>
              <a:off x="244125" y="1169525"/>
              <a:ext cx="2098675" cy="1118950"/>
            </a:xfrm>
            <a:custGeom>
              <a:avLst/>
              <a:gdLst/>
              <a:ahLst/>
              <a:cxnLst/>
              <a:rect l="l" t="t" r="r" b="b"/>
              <a:pathLst>
                <a:path w="83947" h="44758" extrusionOk="0">
                  <a:moveTo>
                    <a:pt x="83866" y="81"/>
                  </a:moveTo>
                  <a:lnTo>
                    <a:pt x="83866" y="39552"/>
                  </a:lnTo>
                  <a:lnTo>
                    <a:pt x="82197" y="41221"/>
                  </a:lnTo>
                  <a:lnTo>
                    <a:pt x="78740" y="44677"/>
                  </a:lnTo>
                  <a:lnTo>
                    <a:pt x="93" y="44677"/>
                  </a:lnTo>
                  <a:lnTo>
                    <a:pt x="93" y="5206"/>
                  </a:lnTo>
                  <a:lnTo>
                    <a:pt x="5219" y="81"/>
                  </a:lnTo>
                  <a:close/>
                  <a:moveTo>
                    <a:pt x="5180" y="1"/>
                  </a:moveTo>
                  <a:cubicBezTo>
                    <a:pt x="3165" y="2032"/>
                    <a:pt x="2028" y="3153"/>
                    <a:pt x="0" y="5181"/>
                  </a:cubicBezTo>
                  <a:lnTo>
                    <a:pt x="0" y="44757"/>
                  </a:lnTo>
                  <a:lnTo>
                    <a:pt x="78782" y="44757"/>
                  </a:lnTo>
                  <a:cubicBezTo>
                    <a:pt x="80797" y="42742"/>
                    <a:pt x="81931" y="41608"/>
                    <a:pt x="83946" y="39593"/>
                  </a:cubicBezTo>
                  <a:lnTo>
                    <a:pt x="83946" y="1"/>
                  </a:ln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3"/>
            <p:cNvSpPr/>
            <p:nvPr/>
          </p:nvSpPr>
          <p:spPr>
            <a:xfrm>
              <a:off x="276475" y="1201875"/>
              <a:ext cx="2033950" cy="1054250"/>
            </a:xfrm>
            <a:custGeom>
              <a:avLst/>
              <a:gdLst/>
              <a:ahLst/>
              <a:cxnLst/>
              <a:rect l="l" t="t" r="r" b="b"/>
              <a:pathLst>
                <a:path w="81358" h="42170" extrusionOk="0">
                  <a:moveTo>
                    <a:pt x="4312" y="1"/>
                  </a:moveTo>
                  <a:cubicBezTo>
                    <a:pt x="2631" y="1683"/>
                    <a:pt x="1682" y="2631"/>
                    <a:pt x="0" y="4313"/>
                  </a:cubicBezTo>
                  <a:lnTo>
                    <a:pt x="0" y="42169"/>
                  </a:lnTo>
                  <a:lnTo>
                    <a:pt x="77046" y="42169"/>
                  </a:lnTo>
                  <a:lnTo>
                    <a:pt x="81358" y="37857"/>
                  </a:lnTo>
                  <a:lnTo>
                    <a:pt x="8135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3"/>
            <p:cNvSpPr/>
            <p:nvPr/>
          </p:nvSpPr>
          <p:spPr>
            <a:xfrm>
              <a:off x="276475" y="1595675"/>
              <a:ext cx="15725" cy="266975"/>
            </a:xfrm>
            <a:custGeom>
              <a:avLst/>
              <a:gdLst/>
              <a:ahLst/>
              <a:cxnLst/>
              <a:rect l="l" t="t" r="r" b="b"/>
              <a:pathLst>
                <a:path w="629" h="10679" extrusionOk="0">
                  <a:moveTo>
                    <a:pt x="0" y="1"/>
                  </a:moveTo>
                  <a:lnTo>
                    <a:pt x="0" y="10678"/>
                  </a:lnTo>
                  <a:cubicBezTo>
                    <a:pt x="350" y="10678"/>
                    <a:pt x="628" y="10399"/>
                    <a:pt x="628" y="10053"/>
                  </a:cubicBezTo>
                  <a:lnTo>
                    <a:pt x="628" y="629"/>
                  </a:lnTo>
                  <a:cubicBezTo>
                    <a:pt x="628" y="283"/>
                    <a:pt x="350" y="1"/>
                    <a:pt x="0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3"/>
            <p:cNvSpPr/>
            <p:nvPr/>
          </p:nvSpPr>
          <p:spPr>
            <a:xfrm>
              <a:off x="2293750" y="1595675"/>
              <a:ext cx="15725" cy="266975"/>
            </a:xfrm>
            <a:custGeom>
              <a:avLst/>
              <a:gdLst/>
              <a:ahLst/>
              <a:cxnLst/>
              <a:rect l="l" t="t" r="r" b="b"/>
              <a:pathLst>
                <a:path w="629" h="10679" extrusionOk="0">
                  <a:moveTo>
                    <a:pt x="628" y="1"/>
                  </a:moveTo>
                  <a:cubicBezTo>
                    <a:pt x="279" y="1"/>
                    <a:pt x="0" y="283"/>
                    <a:pt x="0" y="629"/>
                  </a:cubicBezTo>
                  <a:lnTo>
                    <a:pt x="0" y="10053"/>
                  </a:lnTo>
                  <a:cubicBezTo>
                    <a:pt x="0" y="10399"/>
                    <a:pt x="279" y="10678"/>
                    <a:pt x="628" y="10678"/>
                  </a:cubicBezTo>
                  <a:lnTo>
                    <a:pt x="62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3"/>
            <p:cNvSpPr/>
            <p:nvPr/>
          </p:nvSpPr>
          <p:spPr>
            <a:xfrm>
              <a:off x="275200" y="1200600"/>
              <a:ext cx="2036600" cy="1056875"/>
            </a:xfrm>
            <a:custGeom>
              <a:avLst/>
              <a:gdLst/>
              <a:ahLst/>
              <a:cxnLst/>
              <a:rect l="l" t="t" r="r" b="b"/>
              <a:pathLst>
                <a:path w="81464" h="42275" extrusionOk="0">
                  <a:moveTo>
                    <a:pt x="81354" y="106"/>
                  </a:moveTo>
                  <a:lnTo>
                    <a:pt x="81354" y="37886"/>
                  </a:lnTo>
                  <a:lnTo>
                    <a:pt x="81354" y="37886"/>
                  </a:lnTo>
                  <a:cubicBezTo>
                    <a:pt x="79692" y="39561"/>
                    <a:pt x="78758" y="40491"/>
                    <a:pt x="77087" y="42166"/>
                  </a:cubicBezTo>
                  <a:lnTo>
                    <a:pt x="106" y="42166"/>
                  </a:lnTo>
                  <a:lnTo>
                    <a:pt x="106" y="4393"/>
                  </a:lnTo>
                  <a:lnTo>
                    <a:pt x="106" y="4393"/>
                  </a:lnTo>
                  <a:cubicBezTo>
                    <a:pt x="1776" y="2723"/>
                    <a:pt x="2723" y="1776"/>
                    <a:pt x="4392" y="106"/>
                  </a:cubicBezTo>
                  <a:close/>
                  <a:moveTo>
                    <a:pt x="4351" y="1"/>
                  </a:moveTo>
                  <a:lnTo>
                    <a:pt x="4338" y="13"/>
                  </a:lnTo>
                  <a:cubicBezTo>
                    <a:pt x="2643" y="1695"/>
                    <a:pt x="1708" y="2644"/>
                    <a:pt x="13" y="4325"/>
                  </a:cubicBezTo>
                  <a:lnTo>
                    <a:pt x="0" y="4351"/>
                  </a:lnTo>
                  <a:lnTo>
                    <a:pt x="0" y="42275"/>
                  </a:lnTo>
                  <a:lnTo>
                    <a:pt x="77126" y="42275"/>
                  </a:lnTo>
                  <a:lnTo>
                    <a:pt x="77138" y="42259"/>
                  </a:lnTo>
                  <a:lnTo>
                    <a:pt x="81450" y="37950"/>
                  </a:lnTo>
                  <a:lnTo>
                    <a:pt x="81463" y="37934"/>
                  </a:lnTo>
                  <a:lnTo>
                    <a:pt x="81463" y="1"/>
                  </a:lnTo>
                  <a:close/>
                </a:path>
              </a:pathLst>
            </a:custGeom>
            <a:solidFill>
              <a:srgbClr val="FF24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5" name="Google Shape;185;p3"/>
          <p:cNvGrpSpPr/>
          <p:nvPr/>
        </p:nvGrpSpPr>
        <p:grpSpPr>
          <a:xfrm>
            <a:off x="-6449" y="-94"/>
            <a:ext cx="9150439" cy="5143478"/>
            <a:chOff x="-6449" y="-94"/>
            <a:chExt cx="9150439" cy="5143478"/>
          </a:xfrm>
        </p:grpSpPr>
        <p:grpSp>
          <p:nvGrpSpPr>
            <p:cNvPr id="186" name="Google Shape;186;p3"/>
            <p:cNvGrpSpPr/>
            <p:nvPr/>
          </p:nvGrpSpPr>
          <p:grpSpPr>
            <a:xfrm>
              <a:off x="6499576" y="-94"/>
              <a:ext cx="2644414" cy="5143478"/>
              <a:chOff x="540125" y="3028300"/>
              <a:chExt cx="364425" cy="708800"/>
            </a:xfrm>
          </p:grpSpPr>
          <p:sp>
            <p:nvSpPr>
              <p:cNvPr id="187" name="Google Shape;187;p3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Google Shape;188;p3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Google Shape;189;p3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Google Shape;190;p3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Google Shape;191;p3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Google Shape;192;p3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Google Shape;193;p3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Google Shape;194;p3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Google Shape;195;p3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196;p3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Google Shape;197;p3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Google Shape;198;p3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Google Shape;199;p3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200;p3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01;p3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202;p3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Google Shape;203;p3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Google Shape;204;p3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3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206;p3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207;p3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Google Shape;208;p3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Google Shape;209;p3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Google Shape;210;p3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211;p3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212;p3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213;p3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Google Shape;214;p3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Google Shape;215;p3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Google Shape;216;p3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217;p3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218;p3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Google Shape;219;p3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Google Shape;220;p3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Google Shape;221;p3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Google Shape;222;p3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3" name="Google Shape;223;p3"/>
            <p:cNvGrpSpPr/>
            <p:nvPr/>
          </p:nvGrpSpPr>
          <p:grpSpPr>
            <a:xfrm>
              <a:off x="-6449" y="-94"/>
              <a:ext cx="2644414" cy="5143478"/>
              <a:chOff x="540125" y="3028300"/>
              <a:chExt cx="364425" cy="708800"/>
            </a:xfrm>
          </p:grpSpPr>
          <p:sp>
            <p:nvSpPr>
              <p:cNvPr id="224" name="Google Shape;224;p3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Google Shape;225;p3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Google Shape;226;p3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227;p3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Google Shape;228;p3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Google Shape;229;p3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230;p3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231;p3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Google Shape;232;p3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233;p3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Google Shape;234;p3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Google Shape;235;p3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Google Shape;236;p3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237;p3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238;p3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Google Shape;239;p3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Google Shape;240;p3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3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3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243;p3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Google Shape;244;p3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Google Shape;245;p3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3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Google Shape;247;p3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248;p3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Google Shape;249;p3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Google Shape;250;p3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251;p3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252;p3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Google Shape;253;p3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Google Shape;254;p3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55;p3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56;p3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57;p3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58;p3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59;p3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0" name="Google Shape;260;p3"/>
            <p:cNvGrpSpPr/>
            <p:nvPr/>
          </p:nvGrpSpPr>
          <p:grpSpPr>
            <a:xfrm rot="5400000">
              <a:off x="3406651" y="-1249544"/>
              <a:ext cx="2644414" cy="5143478"/>
              <a:chOff x="540125" y="3028300"/>
              <a:chExt cx="364425" cy="708800"/>
            </a:xfrm>
          </p:grpSpPr>
          <p:sp>
            <p:nvSpPr>
              <p:cNvPr id="261" name="Google Shape;261;p3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62;p3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63;p3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64;p3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Google Shape;265;p3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66;p3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3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68;p3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69;p3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70;p3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71;p3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72;p3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73;p3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74;p3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75;p3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Google Shape;276;p3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Google Shape;277;p3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Google Shape;278;p3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3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280;p3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Google Shape;281;p3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282;p3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283;p3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284;p3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285;p3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Google Shape;286;p3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Google Shape;287;p3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Google Shape;288;p3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Google Shape;289;p3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Google Shape;290;p3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Google Shape;291;p3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Google Shape;292;p3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Google Shape;293;p3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Google Shape;294;p3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Google Shape;295;p3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Google Shape;296;p3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7" name="Google Shape;297;p3"/>
            <p:cNvGrpSpPr/>
            <p:nvPr/>
          </p:nvGrpSpPr>
          <p:grpSpPr>
            <a:xfrm rot="5400000">
              <a:off x="3406651" y="1243856"/>
              <a:ext cx="2644414" cy="5143478"/>
              <a:chOff x="540125" y="3028300"/>
              <a:chExt cx="364425" cy="708800"/>
            </a:xfrm>
          </p:grpSpPr>
          <p:sp>
            <p:nvSpPr>
              <p:cNvPr id="298" name="Google Shape;298;p3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Google Shape;299;p3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300;p3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Google Shape;301;p3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Google Shape;302;p3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Google Shape;303;p3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Google Shape;304;p3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Google Shape;305;p3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Google Shape;306;p3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Google Shape;307;p3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Google Shape;308;p3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Google Shape;309;p3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Google Shape;310;p3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Google Shape;311;p3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Google Shape;312;p3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Google Shape;313;p3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Google Shape;314;p3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Google Shape;315;p3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Google Shape;316;p3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Google Shape;317;p3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Google Shape;318;p3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Google Shape;319;p3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Google Shape;320;p3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Google Shape;321;p3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Google Shape;322;p3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Google Shape;323;p3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Google Shape;324;p3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Google Shape;325;p3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Google Shape;326;p3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Google Shape;327;p3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Google Shape;328;p3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Google Shape;329;p3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Google Shape;330;p3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Google Shape;331;p3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Google Shape;332;p3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Google Shape;333;p3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34" name="Google Shape;334;p3"/>
          <p:cNvSpPr txBox="1">
            <a:spLocks noGrp="1"/>
          </p:cNvSpPr>
          <p:nvPr>
            <p:ph type="title"/>
          </p:nvPr>
        </p:nvSpPr>
        <p:spPr>
          <a:xfrm>
            <a:off x="713225" y="2007450"/>
            <a:ext cx="4068900" cy="169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35" name="Google Shape;335;p3"/>
          <p:cNvSpPr txBox="1">
            <a:spLocks noGrp="1"/>
          </p:cNvSpPr>
          <p:nvPr>
            <p:ph type="title" idx="2" hasCustomPrompt="1"/>
          </p:nvPr>
        </p:nvSpPr>
        <p:spPr>
          <a:xfrm>
            <a:off x="815400" y="1105150"/>
            <a:ext cx="1300200" cy="841800"/>
          </a:xfrm>
          <a:prstGeom prst="rect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36" name="Google Shape;336;p3"/>
          <p:cNvSpPr txBox="1">
            <a:spLocks noGrp="1"/>
          </p:cNvSpPr>
          <p:nvPr>
            <p:ph type="subTitle" idx="1"/>
          </p:nvPr>
        </p:nvSpPr>
        <p:spPr>
          <a:xfrm>
            <a:off x="713225" y="3680475"/>
            <a:ext cx="4068900" cy="37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 b="0">
                <a:latin typeface="Lato"/>
                <a:ea typeface="Lato"/>
                <a:cs typeface="Lato"/>
                <a:sym typeface="La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0" name="Google Shape;820;p7"/>
          <p:cNvGrpSpPr/>
          <p:nvPr/>
        </p:nvGrpSpPr>
        <p:grpSpPr>
          <a:xfrm>
            <a:off x="116653" y="185058"/>
            <a:ext cx="8910952" cy="4773370"/>
            <a:chOff x="238425" y="1163850"/>
            <a:chExt cx="2110050" cy="1130300"/>
          </a:xfrm>
        </p:grpSpPr>
        <p:sp>
          <p:nvSpPr>
            <p:cNvPr id="821" name="Google Shape;821;p7"/>
            <p:cNvSpPr/>
            <p:nvPr/>
          </p:nvSpPr>
          <p:spPr>
            <a:xfrm>
              <a:off x="238425" y="1163850"/>
              <a:ext cx="2110050" cy="1130300"/>
            </a:xfrm>
            <a:custGeom>
              <a:avLst/>
              <a:gdLst/>
              <a:ahLst/>
              <a:cxnLst/>
              <a:rect l="l" t="t" r="r" b="b"/>
              <a:pathLst>
                <a:path w="84402" h="45212" extrusionOk="0">
                  <a:moveTo>
                    <a:pt x="84174" y="228"/>
                  </a:moveTo>
                  <a:lnTo>
                    <a:pt x="84174" y="39820"/>
                  </a:lnTo>
                  <a:cubicBezTo>
                    <a:pt x="82159" y="41835"/>
                    <a:pt x="81025" y="42969"/>
                    <a:pt x="79010" y="44984"/>
                  </a:cubicBezTo>
                  <a:lnTo>
                    <a:pt x="228" y="44984"/>
                  </a:lnTo>
                  <a:lnTo>
                    <a:pt x="228" y="5408"/>
                  </a:lnTo>
                  <a:cubicBezTo>
                    <a:pt x="2256" y="3380"/>
                    <a:pt x="3393" y="2259"/>
                    <a:pt x="5408" y="228"/>
                  </a:cubicBezTo>
                  <a:close/>
                  <a:moveTo>
                    <a:pt x="5315" y="0"/>
                  </a:moveTo>
                  <a:lnTo>
                    <a:pt x="5248" y="68"/>
                  </a:lnTo>
                  <a:lnTo>
                    <a:pt x="68" y="5248"/>
                  </a:lnTo>
                  <a:lnTo>
                    <a:pt x="1" y="5315"/>
                  </a:lnTo>
                  <a:lnTo>
                    <a:pt x="1" y="5408"/>
                  </a:lnTo>
                  <a:lnTo>
                    <a:pt x="1" y="44984"/>
                  </a:lnTo>
                  <a:lnTo>
                    <a:pt x="1" y="45212"/>
                  </a:lnTo>
                  <a:lnTo>
                    <a:pt x="79103" y="45212"/>
                  </a:lnTo>
                  <a:lnTo>
                    <a:pt x="79157" y="45145"/>
                  </a:lnTo>
                  <a:lnTo>
                    <a:pt x="82652" y="41662"/>
                  </a:lnTo>
                  <a:lnTo>
                    <a:pt x="84334" y="39980"/>
                  </a:lnTo>
                  <a:lnTo>
                    <a:pt x="84401" y="39913"/>
                  </a:lnTo>
                  <a:lnTo>
                    <a:pt x="84401" y="39820"/>
                  </a:lnTo>
                  <a:lnTo>
                    <a:pt x="84401" y="228"/>
                  </a:lnTo>
                  <a:lnTo>
                    <a:pt x="8440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7"/>
            <p:cNvSpPr/>
            <p:nvPr/>
          </p:nvSpPr>
          <p:spPr>
            <a:xfrm>
              <a:off x="244125" y="1169525"/>
              <a:ext cx="2098675" cy="1118950"/>
            </a:xfrm>
            <a:custGeom>
              <a:avLst/>
              <a:gdLst/>
              <a:ahLst/>
              <a:cxnLst/>
              <a:rect l="l" t="t" r="r" b="b"/>
              <a:pathLst>
                <a:path w="83947" h="44758" extrusionOk="0">
                  <a:moveTo>
                    <a:pt x="4751" y="1"/>
                  </a:moveTo>
                  <a:cubicBezTo>
                    <a:pt x="2896" y="1856"/>
                    <a:pt x="1855" y="2897"/>
                    <a:pt x="0" y="4755"/>
                  </a:cubicBezTo>
                  <a:lnTo>
                    <a:pt x="0" y="44757"/>
                  </a:lnTo>
                  <a:lnTo>
                    <a:pt x="79208" y="44757"/>
                  </a:lnTo>
                  <a:cubicBezTo>
                    <a:pt x="81063" y="42915"/>
                    <a:pt x="82091" y="41874"/>
                    <a:pt x="83946" y="40019"/>
                  </a:cubicBezTo>
                  <a:lnTo>
                    <a:pt x="83946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7"/>
            <p:cNvSpPr/>
            <p:nvPr/>
          </p:nvSpPr>
          <p:spPr>
            <a:xfrm>
              <a:off x="244125" y="1169525"/>
              <a:ext cx="2098675" cy="1118950"/>
            </a:xfrm>
            <a:custGeom>
              <a:avLst/>
              <a:gdLst/>
              <a:ahLst/>
              <a:cxnLst/>
              <a:rect l="l" t="t" r="r" b="b"/>
              <a:pathLst>
                <a:path w="83947" h="44758" extrusionOk="0">
                  <a:moveTo>
                    <a:pt x="83866" y="81"/>
                  </a:moveTo>
                  <a:lnTo>
                    <a:pt x="83866" y="39552"/>
                  </a:lnTo>
                  <a:lnTo>
                    <a:pt x="82197" y="41221"/>
                  </a:lnTo>
                  <a:lnTo>
                    <a:pt x="78740" y="44677"/>
                  </a:lnTo>
                  <a:lnTo>
                    <a:pt x="93" y="44677"/>
                  </a:lnTo>
                  <a:lnTo>
                    <a:pt x="93" y="5206"/>
                  </a:lnTo>
                  <a:lnTo>
                    <a:pt x="5219" y="81"/>
                  </a:lnTo>
                  <a:close/>
                  <a:moveTo>
                    <a:pt x="5180" y="1"/>
                  </a:moveTo>
                  <a:cubicBezTo>
                    <a:pt x="3165" y="2032"/>
                    <a:pt x="2028" y="3153"/>
                    <a:pt x="0" y="5181"/>
                  </a:cubicBezTo>
                  <a:lnTo>
                    <a:pt x="0" y="44757"/>
                  </a:lnTo>
                  <a:lnTo>
                    <a:pt x="78782" y="44757"/>
                  </a:lnTo>
                  <a:cubicBezTo>
                    <a:pt x="80797" y="42742"/>
                    <a:pt x="81931" y="41608"/>
                    <a:pt x="83946" y="39593"/>
                  </a:cubicBezTo>
                  <a:lnTo>
                    <a:pt x="83946" y="1"/>
                  </a:ln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7"/>
            <p:cNvSpPr/>
            <p:nvPr/>
          </p:nvSpPr>
          <p:spPr>
            <a:xfrm>
              <a:off x="276475" y="1201875"/>
              <a:ext cx="2033950" cy="1054250"/>
            </a:xfrm>
            <a:custGeom>
              <a:avLst/>
              <a:gdLst/>
              <a:ahLst/>
              <a:cxnLst/>
              <a:rect l="l" t="t" r="r" b="b"/>
              <a:pathLst>
                <a:path w="81358" h="42170" extrusionOk="0">
                  <a:moveTo>
                    <a:pt x="4312" y="1"/>
                  </a:moveTo>
                  <a:cubicBezTo>
                    <a:pt x="2631" y="1683"/>
                    <a:pt x="1682" y="2631"/>
                    <a:pt x="0" y="4313"/>
                  </a:cubicBezTo>
                  <a:lnTo>
                    <a:pt x="0" y="42169"/>
                  </a:lnTo>
                  <a:lnTo>
                    <a:pt x="77046" y="42169"/>
                  </a:lnTo>
                  <a:lnTo>
                    <a:pt x="81358" y="37857"/>
                  </a:lnTo>
                  <a:lnTo>
                    <a:pt x="8135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7"/>
            <p:cNvSpPr/>
            <p:nvPr/>
          </p:nvSpPr>
          <p:spPr>
            <a:xfrm>
              <a:off x="276475" y="1595675"/>
              <a:ext cx="15725" cy="266975"/>
            </a:xfrm>
            <a:custGeom>
              <a:avLst/>
              <a:gdLst/>
              <a:ahLst/>
              <a:cxnLst/>
              <a:rect l="l" t="t" r="r" b="b"/>
              <a:pathLst>
                <a:path w="629" h="10679" extrusionOk="0">
                  <a:moveTo>
                    <a:pt x="0" y="1"/>
                  </a:moveTo>
                  <a:lnTo>
                    <a:pt x="0" y="10678"/>
                  </a:lnTo>
                  <a:cubicBezTo>
                    <a:pt x="350" y="10678"/>
                    <a:pt x="628" y="10399"/>
                    <a:pt x="628" y="10053"/>
                  </a:cubicBezTo>
                  <a:lnTo>
                    <a:pt x="628" y="629"/>
                  </a:lnTo>
                  <a:cubicBezTo>
                    <a:pt x="628" y="283"/>
                    <a:pt x="350" y="1"/>
                    <a:pt x="0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7"/>
            <p:cNvSpPr/>
            <p:nvPr/>
          </p:nvSpPr>
          <p:spPr>
            <a:xfrm>
              <a:off x="2293750" y="1595675"/>
              <a:ext cx="15725" cy="266975"/>
            </a:xfrm>
            <a:custGeom>
              <a:avLst/>
              <a:gdLst/>
              <a:ahLst/>
              <a:cxnLst/>
              <a:rect l="l" t="t" r="r" b="b"/>
              <a:pathLst>
                <a:path w="629" h="10679" extrusionOk="0">
                  <a:moveTo>
                    <a:pt x="628" y="1"/>
                  </a:moveTo>
                  <a:cubicBezTo>
                    <a:pt x="279" y="1"/>
                    <a:pt x="0" y="283"/>
                    <a:pt x="0" y="629"/>
                  </a:cubicBezTo>
                  <a:lnTo>
                    <a:pt x="0" y="10053"/>
                  </a:lnTo>
                  <a:cubicBezTo>
                    <a:pt x="0" y="10399"/>
                    <a:pt x="279" y="10678"/>
                    <a:pt x="628" y="10678"/>
                  </a:cubicBezTo>
                  <a:lnTo>
                    <a:pt x="62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7"/>
            <p:cNvSpPr/>
            <p:nvPr/>
          </p:nvSpPr>
          <p:spPr>
            <a:xfrm>
              <a:off x="275200" y="1200600"/>
              <a:ext cx="2036600" cy="1056875"/>
            </a:xfrm>
            <a:custGeom>
              <a:avLst/>
              <a:gdLst/>
              <a:ahLst/>
              <a:cxnLst/>
              <a:rect l="l" t="t" r="r" b="b"/>
              <a:pathLst>
                <a:path w="81464" h="42275" extrusionOk="0">
                  <a:moveTo>
                    <a:pt x="81354" y="106"/>
                  </a:moveTo>
                  <a:lnTo>
                    <a:pt x="81354" y="37886"/>
                  </a:lnTo>
                  <a:lnTo>
                    <a:pt x="81354" y="37886"/>
                  </a:lnTo>
                  <a:cubicBezTo>
                    <a:pt x="79692" y="39561"/>
                    <a:pt x="78758" y="40491"/>
                    <a:pt x="77087" y="42166"/>
                  </a:cubicBezTo>
                  <a:lnTo>
                    <a:pt x="106" y="42166"/>
                  </a:lnTo>
                  <a:lnTo>
                    <a:pt x="106" y="4393"/>
                  </a:lnTo>
                  <a:lnTo>
                    <a:pt x="106" y="4393"/>
                  </a:lnTo>
                  <a:cubicBezTo>
                    <a:pt x="1776" y="2723"/>
                    <a:pt x="2723" y="1776"/>
                    <a:pt x="4392" y="106"/>
                  </a:cubicBezTo>
                  <a:close/>
                  <a:moveTo>
                    <a:pt x="4351" y="1"/>
                  </a:moveTo>
                  <a:lnTo>
                    <a:pt x="4338" y="13"/>
                  </a:lnTo>
                  <a:cubicBezTo>
                    <a:pt x="2643" y="1695"/>
                    <a:pt x="1708" y="2644"/>
                    <a:pt x="13" y="4325"/>
                  </a:cubicBezTo>
                  <a:lnTo>
                    <a:pt x="0" y="4351"/>
                  </a:lnTo>
                  <a:lnTo>
                    <a:pt x="0" y="42275"/>
                  </a:lnTo>
                  <a:lnTo>
                    <a:pt x="77126" y="42275"/>
                  </a:lnTo>
                  <a:lnTo>
                    <a:pt x="77138" y="42259"/>
                  </a:lnTo>
                  <a:lnTo>
                    <a:pt x="81450" y="37950"/>
                  </a:lnTo>
                  <a:lnTo>
                    <a:pt x="81463" y="37934"/>
                  </a:lnTo>
                  <a:lnTo>
                    <a:pt x="81463" y="1"/>
                  </a:lnTo>
                  <a:close/>
                </a:path>
              </a:pathLst>
            </a:custGeom>
            <a:solidFill>
              <a:srgbClr val="FF24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8" name="Google Shape;828;p7"/>
          <p:cNvGrpSpPr/>
          <p:nvPr/>
        </p:nvGrpSpPr>
        <p:grpSpPr>
          <a:xfrm>
            <a:off x="-6449" y="-94"/>
            <a:ext cx="9150439" cy="5143478"/>
            <a:chOff x="-6449" y="-94"/>
            <a:chExt cx="9150439" cy="5143478"/>
          </a:xfrm>
        </p:grpSpPr>
        <p:grpSp>
          <p:nvGrpSpPr>
            <p:cNvPr id="829" name="Google Shape;829;p7"/>
            <p:cNvGrpSpPr/>
            <p:nvPr/>
          </p:nvGrpSpPr>
          <p:grpSpPr>
            <a:xfrm>
              <a:off x="6499576" y="-94"/>
              <a:ext cx="2644414" cy="5143478"/>
              <a:chOff x="540125" y="3028300"/>
              <a:chExt cx="364425" cy="708800"/>
            </a:xfrm>
          </p:grpSpPr>
          <p:sp>
            <p:nvSpPr>
              <p:cNvPr id="830" name="Google Shape;830;p7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Google Shape;831;p7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Google Shape;832;p7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Google Shape;833;p7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Google Shape;834;p7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Google Shape;835;p7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Google Shape;836;p7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Google Shape;837;p7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" name="Google Shape;838;p7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Google Shape;839;p7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Google Shape;840;p7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Google Shape;841;p7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Google Shape;842;p7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Google Shape;843;p7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Google Shape;844;p7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Google Shape;845;p7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" name="Google Shape;846;p7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Google Shape;847;p7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" name="Google Shape;848;p7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" name="Google Shape;849;p7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" name="Google Shape;850;p7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" name="Google Shape;851;p7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" name="Google Shape;852;p7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" name="Google Shape;853;p7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" name="Google Shape;854;p7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" name="Google Shape;855;p7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" name="Google Shape;856;p7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" name="Google Shape;857;p7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" name="Google Shape;858;p7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" name="Google Shape;859;p7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" name="Google Shape;860;p7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" name="Google Shape;861;p7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" name="Google Shape;862;p7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" name="Google Shape;863;p7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" name="Google Shape;864;p7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" name="Google Shape;865;p7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66" name="Google Shape;866;p7"/>
            <p:cNvGrpSpPr/>
            <p:nvPr/>
          </p:nvGrpSpPr>
          <p:grpSpPr>
            <a:xfrm>
              <a:off x="-6449" y="-94"/>
              <a:ext cx="2644414" cy="5143478"/>
              <a:chOff x="540125" y="3028300"/>
              <a:chExt cx="364425" cy="708800"/>
            </a:xfrm>
          </p:grpSpPr>
          <p:sp>
            <p:nvSpPr>
              <p:cNvPr id="867" name="Google Shape;867;p7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" name="Google Shape;868;p7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" name="Google Shape;869;p7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" name="Google Shape;870;p7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Google Shape;871;p7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Google Shape;872;p7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Google Shape;873;p7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Google Shape;874;p7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Google Shape;875;p7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Google Shape;876;p7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Google Shape;877;p7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Google Shape;878;p7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Google Shape;879;p7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" name="Google Shape;880;p7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" name="Google Shape;881;p7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Google Shape;882;p7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Google Shape;883;p7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Google Shape;884;p7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" name="Google Shape;885;p7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" name="Google Shape;886;p7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Google Shape;887;p7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" name="Google Shape;888;p7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" name="Google Shape;889;p7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Google Shape;890;p7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" name="Google Shape;891;p7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2" name="Google Shape;892;p7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3" name="Google Shape;893;p7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" name="Google Shape;894;p7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" name="Google Shape;895;p7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" name="Google Shape;896;p7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" name="Google Shape;897;p7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" name="Google Shape;898;p7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Google Shape;899;p7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Google Shape;900;p7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Google Shape;901;p7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Google Shape;902;p7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03" name="Google Shape;903;p7"/>
            <p:cNvGrpSpPr/>
            <p:nvPr/>
          </p:nvGrpSpPr>
          <p:grpSpPr>
            <a:xfrm rot="5400000">
              <a:off x="3406651" y="-1249544"/>
              <a:ext cx="2644414" cy="5143478"/>
              <a:chOff x="540125" y="3028300"/>
              <a:chExt cx="364425" cy="708800"/>
            </a:xfrm>
          </p:grpSpPr>
          <p:sp>
            <p:nvSpPr>
              <p:cNvPr id="904" name="Google Shape;904;p7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" name="Google Shape;905;p7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Google Shape;906;p7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" name="Google Shape;907;p7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" name="Google Shape;908;p7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Google Shape;909;p7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Google Shape;910;p7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Google Shape;911;p7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Google Shape;912;p7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Google Shape;913;p7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Google Shape;914;p7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Google Shape;915;p7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Google Shape;916;p7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Google Shape;917;p7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" name="Google Shape;918;p7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Google Shape;919;p7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Google Shape;920;p7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Google Shape;921;p7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Google Shape;922;p7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Google Shape;923;p7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Google Shape;924;p7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Google Shape;925;p7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Google Shape;926;p7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Google Shape;927;p7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Google Shape;928;p7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Google Shape;929;p7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Google Shape;930;p7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Google Shape;931;p7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Google Shape;932;p7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Google Shape;933;p7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Google Shape;934;p7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Google Shape;935;p7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Google Shape;936;p7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Google Shape;937;p7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Google Shape;938;p7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Google Shape;939;p7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40" name="Google Shape;940;p7"/>
            <p:cNvGrpSpPr/>
            <p:nvPr/>
          </p:nvGrpSpPr>
          <p:grpSpPr>
            <a:xfrm rot="5400000">
              <a:off x="3406651" y="1243856"/>
              <a:ext cx="2644414" cy="5143478"/>
              <a:chOff x="540125" y="3028300"/>
              <a:chExt cx="364425" cy="708800"/>
            </a:xfrm>
          </p:grpSpPr>
          <p:sp>
            <p:nvSpPr>
              <p:cNvPr id="941" name="Google Shape;941;p7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Google Shape;942;p7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Google Shape;943;p7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Google Shape;944;p7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Google Shape;945;p7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Google Shape;946;p7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Google Shape;947;p7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Google Shape;948;p7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Google Shape;949;p7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Google Shape;950;p7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Google Shape;951;p7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" name="Google Shape;952;p7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" name="Google Shape;953;p7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Google Shape;954;p7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Google Shape;955;p7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" name="Google Shape;956;p7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" name="Google Shape;957;p7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Google Shape;958;p7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Google Shape;959;p7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" name="Google Shape;960;p7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Google Shape;961;p7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Google Shape;962;p7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Google Shape;963;p7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Google Shape;964;p7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Google Shape;965;p7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Google Shape;966;p7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Google Shape;967;p7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Google Shape;968;p7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Google Shape;969;p7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Google Shape;970;p7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Google Shape;971;p7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Google Shape;972;p7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Google Shape;973;p7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Google Shape;974;p7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Google Shape;975;p7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Google Shape;976;p7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977" name="Google Shape;977;p7"/>
          <p:cNvSpPr txBox="1">
            <a:spLocks noGrp="1"/>
          </p:cNvSpPr>
          <p:nvPr>
            <p:ph type="title"/>
          </p:nvPr>
        </p:nvSpPr>
        <p:spPr>
          <a:xfrm>
            <a:off x="811975" y="1061100"/>
            <a:ext cx="4294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978" name="Google Shape;978;p7"/>
          <p:cNvSpPr txBox="1">
            <a:spLocks noGrp="1"/>
          </p:cNvSpPr>
          <p:nvPr>
            <p:ph type="subTitle" idx="1"/>
          </p:nvPr>
        </p:nvSpPr>
        <p:spPr>
          <a:xfrm>
            <a:off x="811975" y="1762887"/>
            <a:ext cx="3759900" cy="170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979" name="Google Shape;979;p7"/>
          <p:cNvSpPr>
            <a:spLocks noGrp="1"/>
          </p:cNvSpPr>
          <p:nvPr>
            <p:ph type="pic" idx="2"/>
          </p:nvPr>
        </p:nvSpPr>
        <p:spPr>
          <a:xfrm>
            <a:off x="4873575" y="539550"/>
            <a:ext cx="3485100" cy="4064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1" name="Google Shape;981;p8"/>
          <p:cNvGrpSpPr/>
          <p:nvPr/>
        </p:nvGrpSpPr>
        <p:grpSpPr>
          <a:xfrm>
            <a:off x="116653" y="185058"/>
            <a:ext cx="8910952" cy="4773370"/>
            <a:chOff x="238425" y="1163850"/>
            <a:chExt cx="2110050" cy="1130300"/>
          </a:xfrm>
        </p:grpSpPr>
        <p:sp>
          <p:nvSpPr>
            <p:cNvPr id="982" name="Google Shape;982;p8"/>
            <p:cNvSpPr/>
            <p:nvPr/>
          </p:nvSpPr>
          <p:spPr>
            <a:xfrm>
              <a:off x="238425" y="1163850"/>
              <a:ext cx="2110050" cy="1130300"/>
            </a:xfrm>
            <a:custGeom>
              <a:avLst/>
              <a:gdLst/>
              <a:ahLst/>
              <a:cxnLst/>
              <a:rect l="l" t="t" r="r" b="b"/>
              <a:pathLst>
                <a:path w="84402" h="45212" extrusionOk="0">
                  <a:moveTo>
                    <a:pt x="84174" y="228"/>
                  </a:moveTo>
                  <a:lnTo>
                    <a:pt x="84174" y="39820"/>
                  </a:lnTo>
                  <a:cubicBezTo>
                    <a:pt x="82159" y="41835"/>
                    <a:pt x="81025" y="42969"/>
                    <a:pt x="79010" y="44984"/>
                  </a:cubicBezTo>
                  <a:lnTo>
                    <a:pt x="228" y="44984"/>
                  </a:lnTo>
                  <a:lnTo>
                    <a:pt x="228" y="5408"/>
                  </a:lnTo>
                  <a:cubicBezTo>
                    <a:pt x="2256" y="3380"/>
                    <a:pt x="3393" y="2259"/>
                    <a:pt x="5408" y="228"/>
                  </a:cubicBezTo>
                  <a:close/>
                  <a:moveTo>
                    <a:pt x="5315" y="0"/>
                  </a:moveTo>
                  <a:lnTo>
                    <a:pt x="5248" y="68"/>
                  </a:lnTo>
                  <a:lnTo>
                    <a:pt x="68" y="5248"/>
                  </a:lnTo>
                  <a:lnTo>
                    <a:pt x="1" y="5315"/>
                  </a:lnTo>
                  <a:lnTo>
                    <a:pt x="1" y="5408"/>
                  </a:lnTo>
                  <a:lnTo>
                    <a:pt x="1" y="44984"/>
                  </a:lnTo>
                  <a:lnTo>
                    <a:pt x="1" y="45212"/>
                  </a:lnTo>
                  <a:lnTo>
                    <a:pt x="79103" y="45212"/>
                  </a:lnTo>
                  <a:lnTo>
                    <a:pt x="79157" y="45145"/>
                  </a:lnTo>
                  <a:lnTo>
                    <a:pt x="82652" y="41662"/>
                  </a:lnTo>
                  <a:lnTo>
                    <a:pt x="84334" y="39980"/>
                  </a:lnTo>
                  <a:lnTo>
                    <a:pt x="84401" y="39913"/>
                  </a:lnTo>
                  <a:lnTo>
                    <a:pt x="84401" y="39820"/>
                  </a:lnTo>
                  <a:lnTo>
                    <a:pt x="84401" y="228"/>
                  </a:lnTo>
                  <a:lnTo>
                    <a:pt x="8440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8"/>
            <p:cNvSpPr/>
            <p:nvPr/>
          </p:nvSpPr>
          <p:spPr>
            <a:xfrm>
              <a:off x="244125" y="1169525"/>
              <a:ext cx="2098675" cy="1118950"/>
            </a:xfrm>
            <a:custGeom>
              <a:avLst/>
              <a:gdLst/>
              <a:ahLst/>
              <a:cxnLst/>
              <a:rect l="l" t="t" r="r" b="b"/>
              <a:pathLst>
                <a:path w="83947" h="44758" extrusionOk="0">
                  <a:moveTo>
                    <a:pt x="4751" y="1"/>
                  </a:moveTo>
                  <a:cubicBezTo>
                    <a:pt x="2896" y="1856"/>
                    <a:pt x="1855" y="2897"/>
                    <a:pt x="0" y="4755"/>
                  </a:cubicBezTo>
                  <a:lnTo>
                    <a:pt x="0" y="44757"/>
                  </a:lnTo>
                  <a:lnTo>
                    <a:pt x="79208" y="44757"/>
                  </a:lnTo>
                  <a:cubicBezTo>
                    <a:pt x="81063" y="42915"/>
                    <a:pt x="82091" y="41874"/>
                    <a:pt x="83946" y="40019"/>
                  </a:cubicBezTo>
                  <a:lnTo>
                    <a:pt x="83946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8"/>
            <p:cNvSpPr/>
            <p:nvPr/>
          </p:nvSpPr>
          <p:spPr>
            <a:xfrm>
              <a:off x="244125" y="1169525"/>
              <a:ext cx="2098675" cy="1118950"/>
            </a:xfrm>
            <a:custGeom>
              <a:avLst/>
              <a:gdLst/>
              <a:ahLst/>
              <a:cxnLst/>
              <a:rect l="l" t="t" r="r" b="b"/>
              <a:pathLst>
                <a:path w="83947" h="44758" extrusionOk="0">
                  <a:moveTo>
                    <a:pt x="83866" y="81"/>
                  </a:moveTo>
                  <a:lnTo>
                    <a:pt x="83866" y="39552"/>
                  </a:lnTo>
                  <a:lnTo>
                    <a:pt x="82197" y="41221"/>
                  </a:lnTo>
                  <a:lnTo>
                    <a:pt x="78740" y="44677"/>
                  </a:lnTo>
                  <a:lnTo>
                    <a:pt x="93" y="44677"/>
                  </a:lnTo>
                  <a:lnTo>
                    <a:pt x="93" y="5206"/>
                  </a:lnTo>
                  <a:lnTo>
                    <a:pt x="5219" y="81"/>
                  </a:lnTo>
                  <a:close/>
                  <a:moveTo>
                    <a:pt x="5180" y="1"/>
                  </a:moveTo>
                  <a:cubicBezTo>
                    <a:pt x="3165" y="2032"/>
                    <a:pt x="2028" y="3153"/>
                    <a:pt x="0" y="5181"/>
                  </a:cubicBezTo>
                  <a:lnTo>
                    <a:pt x="0" y="44757"/>
                  </a:lnTo>
                  <a:lnTo>
                    <a:pt x="78782" y="44757"/>
                  </a:lnTo>
                  <a:cubicBezTo>
                    <a:pt x="80797" y="42742"/>
                    <a:pt x="81931" y="41608"/>
                    <a:pt x="83946" y="39593"/>
                  </a:cubicBezTo>
                  <a:lnTo>
                    <a:pt x="83946" y="1"/>
                  </a:ln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8"/>
            <p:cNvSpPr/>
            <p:nvPr/>
          </p:nvSpPr>
          <p:spPr>
            <a:xfrm>
              <a:off x="276475" y="1201875"/>
              <a:ext cx="2033950" cy="1054250"/>
            </a:xfrm>
            <a:custGeom>
              <a:avLst/>
              <a:gdLst/>
              <a:ahLst/>
              <a:cxnLst/>
              <a:rect l="l" t="t" r="r" b="b"/>
              <a:pathLst>
                <a:path w="81358" h="42170" extrusionOk="0">
                  <a:moveTo>
                    <a:pt x="4312" y="1"/>
                  </a:moveTo>
                  <a:cubicBezTo>
                    <a:pt x="2631" y="1683"/>
                    <a:pt x="1682" y="2631"/>
                    <a:pt x="0" y="4313"/>
                  </a:cubicBezTo>
                  <a:lnTo>
                    <a:pt x="0" y="42169"/>
                  </a:lnTo>
                  <a:lnTo>
                    <a:pt x="77046" y="42169"/>
                  </a:lnTo>
                  <a:lnTo>
                    <a:pt x="81358" y="37857"/>
                  </a:lnTo>
                  <a:lnTo>
                    <a:pt x="8135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8"/>
            <p:cNvSpPr/>
            <p:nvPr/>
          </p:nvSpPr>
          <p:spPr>
            <a:xfrm>
              <a:off x="276475" y="1595675"/>
              <a:ext cx="15725" cy="266975"/>
            </a:xfrm>
            <a:custGeom>
              <a:avLst/>
              <a:gdLst/>
              <a:ahLst/>
              <a:cxnLst/>
              <a:rect l="l" t="t" r="r" b="b"/>
              <a:pathLst>
                <a:path w="629" h="10679" extrusionOk="0">
                  <a:moveTo>
                    <a:pt x="0" y="1"/>
                  </a:moveTo>
                  <a:lnTo>
                    <a:pt x="0" y="10678"/>
                  </a:lnTo>
                  <a:cubicBezTo>
                    <a:pt x="350" y="10678"/>
                    <a:pt x="628" y="10399"/>
                    <a:pt x="628" y="10053"/>
                  </a:cubicBezTo>
                  <a:lnTo>
                    <a:pt x="628" y="629"/>
                  </a:lnTo>
                  <a:cubicBezTo>
                    <a:pt x="628" y="283"/>
                    <a:pt x="350" y="1"/>
                    <a:pt x="0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8"/>
            <p:cNvSpPr/>
            <p:nvPr/>
          </p:nvSpPr>
          <p:spPr>
            <a:xfrm>
              <a:off x="2293750" y="1595675"/>
              <a:ext cx="15725" cy="266975"/>
            </a:xfrm>
            <a:custGeom>
              <a:avLst/>
              <a:gdLst/>
              <a:ahLst/>
              <a:cxnLst/>
              <a:rect l="l" t="t" r="r" b="b"/>
              <a:pathLst>
                <a:path w="629" h="10679" extrusionOk="0">
                  <a:moveTo>
                    <a:pt x="628" y="1"/>
                  </a:moveTo>
                  <a:cubicBezTo>
                    <a:pt x="279" y="1"/>
                    <a:pt x="0" y="283"/>
                    <a:pt x="0" y="629"/>
                  </a:cubicBezTo>
                  <a:lnTo>
                    <a:pt x="0" y="10053"/>
                  </a:lnTo>
                  <a:cubicBezTo>
                    <a:pt x="0" y="10399"/>
                    <a:pt x="279" y="10678"/>
                    <a:pt x="628" y="10678"/>
                  </a:cubicBezTo>
                  <a:lnTo>
                    <a:pt x="62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8"/>
            <p:cNvSpPr/>
            <p:nvPr/>
          </p:nvSpPr>
          <p:spPr>
            <a:xfrm>
              <a:off x="275200" y="1200600"/>
              <a:ext cx="2036600" cy="1056875"/>
            </a:xfrm>
            <a:custGeom>
              <a:avLst/>
              <a:gdLst/>
              <a:ahLst/>
              <a:cxnLst/>
              <a:rect l="l" t="t" r="r" b="b"/>
              <a:pathLst>
                <a:path w="81464" h="42275" extrusionOk="0">
                  <a:moveTo>
                    <a:pt x="81354" y="106"/>
                  </a:moveTo>
                  <a:lnTo>
                    <a:pt x="81354" y="37886"/>
                  </a:lnTo>
                  <a:lnTo>
                    <a:pt x="81354" y="37886"/>
                  </a:lnTo>
                  <a:cubicBezTo>
                    <a:pt x="79692" y="39561"/>
                    <a:pt x="78758" y="40491"/>
                    <a:pt x="77087" y="42166"/>
                  </a:cubicBezTo>
                  <a:lnTo>
                    <a:pt x="106" y="42166"/>
                  </a:lnTo>
                  <a:lnTo>
                    <a:pt x="106" y="4393"/>
                  </a:lnTo>
                  <a:lnTo>
                    <a:pt x="106" y="4393"/>
                  </a:lnTo>
                  <a:cubicBezTo>
                    <a:pt x="1776" y="2723"/>
                    <a:pt x="2723" y="1776"/>
                    <a:pt x="4392" y="106"/>
                  </a:cubicBezTo>
                  <a:close/>
                  <a:moveTo>
                    <a:pt x="4351" y="1"/>
                  </a:moveTo>
                  <a:lnTo>
                    <a:pt x="4338" y="13"/>
                  </a:lnTo>
                  <a:cubicBezTo>
                    <a:pt x="2643" y="1695"/>
                    <a:pt x="1708" y="2644"/>
                    <a:pt x="13" y="4325"/>
                  </a:cubicBezTo>
                  <a:lnTo>
                    <a:pt x="0" y="4351"/>
                  </a:lnTo>
                  <a:lnTo>
                    <a:pt x="0" y="42275"/>
                  </a:lnTo>
                  <a:lnTo>
                    <a:pt x="77126" y="42275"/>
                  </a:lnTo>
                  <a:lnTo>
                    <a:pt x="77138" y="42259"/>
                  </a:lnTo>
                  <a:lnTo>
                    <a:pt x="81450" y="37950"/>
                  </a:lnTo>
                  <a:lnTo>
                    <a:pt x="81463" y="37934"/>
                  </a:lnTo>
                  <a:lnTo>
                    <a:pt x="81463" y="1"/>
                  </a:lnTo>
                  <a:close/>
                </a:path>
              </a:pathLst>
            </a:custGeom>
            <a:solidFill>
              <a:srgbClr val="FF24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89" name="Google Shape;989;p8"/>
          <p:cNvGrpSpPr/>
          <p:nvPr/>
        </p:nvGrpSpPr>
        <p:grpSpPr>
          <a:xfrm>
            <a:off x="-6449" y="-94"/>
            <a:ext cx="9150439" cy="5143478"/>
            <a:chOff x="-6449" y="-94"/>
            <a:chExt cx="9150439" cy="5143478"/>
          </a:xfrm>
        </p:grpSpPr>
        <p:grpSp>
          <p:nvGrpSpPr>
            <p:cNvPr id="990" name="Google Shape;990;p8"/>
            <p:cNvGrpSpPr/>
            <p:nvPr/>
          </p:nvGrpSpPr>
          <p:grpSpPr>
            <a:xfrm>
              <a:off x="6499576" y="-94"/>
              <a:ext cx="2644414" cy="5143478"/>
              <a:chOff x="540125" y="3028300"/>
              <a:chExt cx="364425" cy="708800"/>
            </a:xfrm>
          </p:grpSpPr>
          <p:sp>
            <p:nvSpPr>
              <p:cNvPr id="991" name="Google Shape;991;p8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" name="Google Shape;992;p8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Google Shape;993;p8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Google Shape;994;p8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Google Shape;995;p8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Google Shape;996;p8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" name="Google Shape;997;p8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Google Shape;998;p8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Google Shape;999;p8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" name="Google Shape;1000;p8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Google Shape;1001;p8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Google Shape;1002;p8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Google Shape;1003;p8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Google Shape;1004;p8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Google Shape;1005;p8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Google Shape;1006;p8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Google Shape;1007;p8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Google Shape;1008;p8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Google Shape;1009;p8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Google Shape;1010;p8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Google Shape;1011;p8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Google Shape;1012;p8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Google Shape;1013;p8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Google Shape;1014;p8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Google Shape;1015;p8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Google Shape;1016;p8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Google Shape;1017;p8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Google Shape;1018;p8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Google Shape;1019;p8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Google Shape;1020;p8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Google Shape;1021;p8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Google Shape;1022;p8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Google Shape;1023;p8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Google Shape;1024;p8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Google Shape;1025;p8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Google Shape;1026;p8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27" name="Google Shape;1027;p8"/>
            <p:cNvGrpSpPr/>
            <p:nvPr/>
          </p:nvGrpSpPr>
          <p:grpSpPr>
            <a:xfrm>
              <a:off x="-6449" y="-94"/>
              <a:ext cx="2644414" cy="5143478"/>
              <a:chOff x="540125" y="3028300"/>
              <a:chExt cx="364425" cy="708800"/>
            </a:xfrm>
          </p:grpSpPr>
          <p:sp>
            <p:nvSpPr>
              <p:cNvPr id="1028" name="Google Shape;1028;p8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Google Shape;1029;p8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Google Shape;1030;p8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Google Shape;1031;p8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Google Shape;1032;p8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Google Shape;1033;p8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Google Shape;1034;p8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Google Shape;1035;p8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Google Shape;1036;p8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Google Shape;1037;p8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Google Shape;1038;p8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Google Shape;1039;p8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Google Shape;1040;p8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Google Shape;1041;p8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Google Shape;1042;p8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Google Shape;1043;p8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Google Shape;1044;p8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Google Shape;1045;p8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Google Shape;1046;p8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Google Shape;1047;p8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Google Shape;1048;p8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Google Shape;1049;p8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Google Shape;1050;p8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Google Shape;1051;p8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Google Shape;1052;p8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Google Shape;1053;p8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Google Shape;1054;p8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Google Shape;1055;p8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Google Shape;1056;p8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Google Shape;1057;p8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Google Shape;1058;p8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Google Shape;1059;p8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Google Shape;1060;p8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Google Shape;1061;p8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Google Shape;1062;p8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Google Shape;1063;p8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64" name="Google Shape;1064;p8"/>
            <p:cNvGrpSpPr/>
            <p:nvPr/>
          </p:nvGrpSpPr>
          <p:grpSpPr>
            <a:xfrm rot="5400000">
              <a:off x="3406651" y="-1249544"/>
              <a:ext cx="2644414" cy="5143478"/>
              <a:chOff x="540125" y="3028300"/>
              <a:chExt cx="364425" cy="708800"/>
            </a:xfrm>
          </p:grpSpPr>
          <p:sp>
            <p:nvSpPr>
              <p:cNvPr id="1065" name="Google Shape;1065;p8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Google Shape;1066;p8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Google Shape;1067;p8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Google Shape;1068;p8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Google Shape;1069;p8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Google Shape;1070;p8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Google Shape;1071;p8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Google Shape;1072;p8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Google Shape;1073;p8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Google Shape;1074;p8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Google Shape;1075;p8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Google Shape;1076;p8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Google Shape;1077;p8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Google Shape;1078;p8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Google Shape;1079;p8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Google Shape;1080;p8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Google Shape;1081;p8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Google Shape;1082;p8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Google Shape;1083;p8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Google Shape;1084;p8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Google Shape;1085;p8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Google Shape;1086;p8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Google Shape;1087;p8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Google Shape;1088;p8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Google Shape;1089;p8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Google Shape;1090;p8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Google Shape;1091;p8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Google Shape;1092;p8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Google Shape;1093;p8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Google Shape;1094;p8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Google Shape;1095;p8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Google Shape;1096;p8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Google Shape;1097;p8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Google Shape;1098;p8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Google Shape;1099;p8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Google Shape;1100;p8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01" name="Google Shape;1101;p8"/>
            <p:cNvGrpSpPr/>
            <p:nvPr/>
          </p:nvGrpSpPr>
          <p:grpSpPr>
            <a:xfrm rot="5400000">
              <a:off x="3406651" y="1243856"/>
              <a:ext cx="2644414" cy="5143478"/>
              <a:chOff x="540125" y="3028300"/>
              <a:chExt cx="364425" cy="708800"/>
            </a:xfrm>
          </p:grpSpPr>
          <p:sp>
            <p:nvSpPr>
              <p:cNvPr id="1102" name="Google Shape;1102;p8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Google Shape;1103;p8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Google Shape;1104;p8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Google Shape;1105;p8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Google Shape;1106;p8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Google Shape;1107;p8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Google Shape;1108;p8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Google Shape;1109;p8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Google Shape;1110;p8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1" name="Google Shape;1111;p8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2" name="Google Shape;1112;p8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3" name="Google Shape;1113;p8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4" name="Google Shape;1114;p8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5" name="Google Shape;1115;p8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" name="Google Shape;1116;p8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7" name="Google Shape;1117;p8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8" name="Google Shape;1118;p8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9" name="Google Shape;1119;p8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0" name="Google Shape;1120;p8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1" name="Google Shape;1121;p8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Google Shape;1122;p8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3" name="Google Shape;1123;p8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4" name="Google Shape;1124;p8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Google Shape;1125;p8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Google Shape;1126;p8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Google Shape;1127;p8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Google Shape;1128;p8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9" name="Google Shape;1129;p8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0" name="Google Shape;1130;p8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1" name="Google Shape;1131;p8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2" name="Google Shape;1132;p8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3" name="Google Shape;1133;p8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" name="Google Shape;1134;p8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" name="Google Shape;1135;p8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8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8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138" name="Google Shape;1138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0" name="Google Shape;1140;p9"/>
          <p:cNvGrpSpPr/>
          <p:nvPr/>
        </p:nvGrpSpPr>
        <p:grpSpPr>
          <a:xfrm>
            <a:off x="116653" y="185058"/>
            <a:ext cx="8910952" cy="4773370"/>
            <a:chOff x="238425" y="1163850"/>
            <a:chExt cx="2110050" cy="1130300"/>
          </a:xfrm>
        </p:grpSpPr>
        <p:sp>
          <p:nvSpPr>
            <p:cNvPr id="1141" name="Google Shape;1141;p9"/>
            <p:cNvSpPr/>
            <p:nvPr/>
          </p:nvSpPr>
          <p:spPr>
            <a:xfrm>
              <a:off x="238425" y="1163850"/>
              <a:ext cx="2110050" cy="1130300"/>
            </a:xfrm>
            <a:custGeom>
              <a:avLst/>
              <a:gdLst/>
              <a:ahLst/>
              <a:cxnLst/>
              <a:rect l="l" t="t" r="r" b="b"/>
              <a:pathLst>
                <a:path w="84402" h="45212" extrusionOk="0">
                  <a:moveTo>
                    <a:pt x="84174" y="228"/>
                  </a:moveTo>
                  <a:lnTo>
                    <a:pt x="84174" y="39820"/>
                  </a:lnTo>
                  <a:cubicBezTo>
                    <a:pt x="82159" y="41835"/>
                    <a:pt x="81025" y="42969"/>
                    <a:pt x="79010" y="44984"/>
                  </a:cubicBezTo>
                  <a:lnTo>
                    <a:pt x="228" y="44984"/>
                  </a:lnTo>
                  <a:lnTo>
                    <a:pt x="228" y="5408"/>
                  </a:lnTo>
                  <a:cubicBezTo>
                    <a:pt x="2256" y="3380"/>
                    <a:pt x="3393" y="2259"/>
                    <a:pt x="5408" y="228"/>
                  </a:cubicBezTo>
                  <a:close/>
                  <a:moveTo>
                    <a:pt x="5315" y="0"/>
                  </a:moveTo>
                  <a:lnTo>
                    <a:pt x="5248" y="68"/>
                  </a:lnTo>
                  <a:lnTo>
                    <a:pt x="68" y="5248"/>
                  </a:lnTo>
                  <a:lnTo>
                    <a:pt x="1" y="5315"/>
                  </a:lnTo>
                  <a:lnTo>
                    <a:pt x="1" y="5408"/>
                  </a:lnTo>
                  <a:lnTo>
                    <a:pt x="1" y="44984"/>
                  </a:lnTo>
                  <a:lnTo>
                    <a:pt x="1" y="45212"/>
                  </a:lnTo>
                  <a:lnTo>
                    <a:pt x="79103" y="45212"/>
                  </a:lnTo>
                  <a:lnTo>
                    <a:pt x="79157" y="45145"/>
                  </a:lnTo>
                  <a:lnTo>
                    <a:pt x="82652" y="41662"/>
                  </a:lnTo>
                  <a:lnTo>
                    <a:pt x="84334" y="39980"/>
                  </a:lnTo>
                  <a:lnTo>
                    <a:pt x="84401" y="39913"/>
                  </a:lnTo>
                  <a:lnTo>
                    <a:pt x="84401" y="39820"/>
                  </a:lnTo>
                  <a:lnTo>
                    <a:pt x="84401" y="228"/>
                  </a:lnTo>
                  <a:lnTo>
                    <a:pt x="8440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9"/>
            <p:cNvSpPr/>
            <p:nvPr/>
          </p:nvSpPr>
          <p:spPr>
            <a:xfrm>
              <a:off x="244125" y="1169525"/>
              <a:ext cx="2098675" cy="1118950"/>
            </a:xfrm>
            <a:custGeom>
              <a:avLst/>
              <a:gdLst/>
              <a:ahLst/>
              <a:cxnLst/>
              <a:rect l="l" t="t" r="r" b="b"/>
              <a:pathLst>
                <a:path w="83947" h="44758" extrusionOk="0">
                  <a:moveTo>
                    <a:pt x="4751" y="1"/>
                  </a:moveTo>
                  <a:cubicBezTo>
                    <a:pt x="2896" y="1856"/>
                    <a:pt x="1855" y="2897"/>
                    <a:pt x="0" y="4755"/>
                  </a:cubicBezTo>
                  <a:lnTo>
                    <a:pt x="0" y="44757"/>
                  </a:lnTo>
                  <a:lnTo>
                    <a:pt x="79208" y="44757"/>
                  </a:lnTo>
                  <a:cubicBezTo>
                    <a:pt x="81063" y="42915"/>
                    <a:pt x="82091" y="41874"/>
                    <a:pt x="83946" y="40019"/>
                  </a:cubicBezTo>
                  <a:lnTo>
                    <a:pt x="83946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9"/>
            <p:cNvSpPr/>
            <p:nvPr/>
          </p:nvSpPr>
          <p:spPr>
            <a:xfrm>
              <a:off x="244125" y="1169525"/>
              <a:ext cx="2098675" cy="1118950"/>
            </a:xfrm>
            <a:custGeom>
              <a:avLst/>
              <a:gdLst/>
              <a:ahLst/>
              <a:cxnLst/>
              <a:rect l="l" t="t" r="r" b="b"/>
              <a:pathLst>
                <a:path w="83947" h="44758" extrusionOk="0">
                  <a:moveTo>
                    <a:pt x="83866" y="81"/>
                  </a:moveTo>
                  <a:lnTo>
                    <a:pt x="83866" y="39552"/>
                  </a:lnTo>
                  <a:lnTo>
                    <a:pt x="82197" y="41221"/>
                  </a:lnTo>
                  <a:lnTo>
                    <a:pt x="78740" y="44677"/>
                  </a:lnTo>
                  <a:lnTo>
                    <a:pt x="93" y="44677"/>
                  </a:lnTo>
                  <a:lnTo>
                    <a:pt x="93" y="5206"/>
                  </a:lnTo>
                  <a:lnTo>
                    <a:pt x="5219" y="81"/>
                  </a:lnTo>
                  <a:close/>
                  <a:moveTo>
                    <a:pt x="5180" y="1"/>
                  </a:moveTo>
                  <a:cubicBezTo>
                    <a:pt x="3165" y="2032"/>
                    <a:pt x="2028" y="3153"/>
                    <a:pt x="0" y="5181"/>
                  </a:cubicBezTo>
                  <a:lnTo>
                    <a:pt x="0" y="44757"/>
                  </a:lnTo>
                  <a:lnTo>
                    <a:pt x="78782" y="44757"/>
                  </a:lnTo>
                  <a:cubicBezTo>
                    <a:pt x="80797" y="42742"/>
                    <a:pt x="81931" y="41608"/>
                    <a:pt x="83946" y="39593"/>
                  </a:cubicBezTo>
                  <a:lnTo>
                    <a:pt x="83946" y="1"/>
                  </a:ln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9"/>
            <p:cNvSpPr/>
            <p:nvPr/>
          </p:nvSpPr>
          <p:spPr>
            <a:xfrm>
              <a:off x="276475" y="1201875"/>
              <a:ext cx="2033950" cy="1054250"/>
            </a:xfrm>
            <a:custGeom>
              <a:avLst/>
              <a:gdLst/>
              <a:ahLst/>
              <a:cxnLst/>
              <a:rect l="l" t="t" r="r" b="b"/>
              <a:pathLst>
                <a:path w="81358" h="42170" extrusionOk="0">
                  <a:moveTo>
                    <a:pt x="4312" y="1"/>
                  </a:moveTo>
                  <a:cubicBezTo>
                    <a:pt x="2631" y="1683"/>
                    <a:pt x="1682" y="2631"/>
                    <a:pt x="0" y="4313"/>
                  </a:cubicBezTo>
                  <a:lnTo>
                    <a:pt x="0" y="42169"/>
                  </a:lnTo>
                  <a:lnTo>
                    <a:pt x="77046" y="42169"/>
                  </a:lnTo>
                  <a:lnTo>
                    <a:pt x="81358" y="37857"/>
                  </a:lnTo>
                  <a:lnTo>
                    <a:pt x="8135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9"/>
            <p:cNvSpPr/>
            <p:nvPr/>
          </p:nvSpPr>
          <p:spPr>
            <a:xfrm>
              <a:off x="276475" y="1595675"/>
              <a:ext cx="15725" cy="266975"/>
            </a:xfrm>
            <a:custGeom>
              <a:avLst/>
              <a:gdLst/>
              <a:ahLst/>
              <a:cxnLst/>
              <a:rect l="l" t="t" r="r" b="b"/>
              <a:pathLst>
                <a:path w="629" h="10679" extrusionOk="0">
                  <a:moveTo>
                    <a:pt x="0" y="1"/>
                  </a:moveTo>
                  <a:lnTo>
                    <a:pt x="0" y="10678"/>
                  </a:lnTo>
                  <a:cubicBezTo>
                    <a:pt x="350" y="10678"/>
                    <a:pt x="628" y="10399"/>
                    <a:pt x="628" y="10053"/>
                  </a:cubicBezTo>
                  <a:lnTo>
                    <a:pt x="628" y="629"/>
                  </a:lnTo>
                  <a:cubicBezTo>
                    <a:pt x="628" y="283"/>
                    <a:pt x="350" y="1"/>
                    <a:pt x="0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9"/>
            <p:cNvSpPr/>
            <p:nvPr/>
          </p:nvSpPr>
          <p:spPr>
            <a:xfrm>
              <a:off x="2293750" y="1595675"/>
              <a:ext cx="15725" cy="266975"/>
            </a:xfrm>
            <a:custGeom>
              <a:avLst/>
              <a:gdLst/>
              <a:ahLst/>
              <a:cxnLst/>
              <a:rect l="l" t="t" r="r" b="b"/>
              <a:pathLst>
                <a:path w="629" h="10679" extrusionOk="0">
                  <a:moveTo>
                    <a:pt x="628" y="1"/>
                  </a:moveTo>
                  <a:cubicBezTo>
                    <a:pt x="279" y="1"/>
                    <a:pt x="0" y="283"/>
                    <a:pt x="0" y="629"/>
                  </a:cubicBezTo>
                  <a:lnTo>
                    <a:pt x="0" y="10053"/>
                  </a:lnTo>
                  <a:cubicBezTo>
                    <a:pt x="0" y="10399"/>
                    <a:pt x="279" y="10678"/>
                    <a:pt x="628" y="10678"/>
                  </a:cubicBezTo>
                  <a:lnTo>
                    <a:pt x="62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9"/>
            <p:cNvSpPr/>
            <p:nvPr/>
          </p:nvSpPr>
          <p:spPr>
            <a:xfrm>
              <a:off x="275200" y="1200600"/>
              <a:ext cx="2036600" cy="1056875"/>
            </a:xfrm>
            <a:custGeom>
              <a:avLst/>
              <a:gdLst/>
              <a:ahLst/>
              <a:cxnLst/>
              <a:rect l="l" t="t" r="r" b="b"/>
              <a:pathLst>
                <a:path w="81464" h="42275" extrusionOk="0">
                  <a:moveTo>
                    <a:pt x="81354" y="106"/>
                  </a:moveTo>
                  <a:lnTo>
                    <a:pt x="81354" y="37886"/>
                  </a:lnTo>
                  <a:lnTo>
                    <a:pt x="81354" y="37886"/>
                  </a:lnTo>
                  <a:cubicBezTo>
                    <a:pt x="79692" y="39561"/>
                    <a:pt x="78758" y="40491"/>
                    <a:pt x="77087" y="42166"/>
                  </a:cubicBezTo>
                  <a:lnTo>
                    <a:pt x="106" y="42166"/>
                  </a:lnTo>
                  <a:lnTo>
                    <a:pt x="106" y="4393"/>
                  </a:lnTo>
                  <a:lnTo>
                    <a:pt x="106" y="4393"/>
                  </a:lnTo>
                  <a:cubicBezTo>
                    <a:pt x="1776" y="2723"/>
                    <a:pt x="2723" y="1776"/>
                    <a:pt x="4392" y="106"/>
                  </a:cubicBezTo>
                  <a:close/>
                  <a:moveTo>
                    <a:pt x="4351" y="1"/>
                  </a:moveTo>
                  <a:lnTo>
                    <a:pt x="4338" y="13"/>
                  </a:lnTo>
                  <a:cubicBezTo>
                    <a:pt x="2643" y="1695"/>
                    <a:pt x="1708" y="2644"/>
                    <a:pt x="13" y="4325"/>
                  </a:cubicBezTo>
                  <a:lnTo>
                    <a:pt x="0" y="4351"/>
                  </a:lnTo>
                  <a:lnTo>
                    <a:pt x="0" y="42275"/>
                  </a:lnTo>
                  <a:lnTo>
                    <a:pt x="77126" y="42275"/>
                  </a:lnTo>
                  <a:lnTo>
                    <a:pt x="77138" y="42259"/>
                  </a:lnTo>
                  <a:lnTo>
                    <a:pt x="81450" y="37950"/>
                  </a:lnTo>
                  <a:lnTo>
                    <a:pt x="81463" y="37934"/>
                  </a:lnTo>
                  <a:lnTo>
                    <a:pt x="81463" y="1"/>
                  </a:lnTo>
                  <a:close/>
                </a:path>
              </a:pathLst>
            </a:custGeom>
            <a:solidFill>
              <a:srgbClr val="FF24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48" name="Google Shape;1148;p9"/>
          <p:cNvGrpSpPr/>
          <p:nvPr/>
        </p:nvGrpSpPr>
        <p:grpSpPr>
          <a:xfrm>
            <a:off x="-6449" y="-94"/>
            <a:ext cx="9150439" cy="5143478"/>
            <a:chOff x="-6449" y="-94"/>
            <a:chExt cx="9150439" cy="5143478"/>
          </a:xfrm>
        </p:grpSpPr>
        <p:grpSp>
          <p:nvGrpSpPr>
            <p:cNvPr id="1149" name="Google Shape;1149;p9"/>
            <p:cNvGrpSpPr/>
            <p:nvPr/>
          </p:nvGrpSpPr>
          <p:grpSpPr>
            <a:xfrm>
              <a:off x="6499576" y="-94"/>
              <a:ext cx="2644414" cy="5143478"/>
              <a:chOff x="540125" y="3028300"/>
              <a:chExt cx="364425" cy="708800"/>
            </a:xfrm>
          </p:grpSpPr>
          <p:sp>
            <p:nvSpPr>
              <p:cNvPr id="1150" name="Google Shape;1150;p9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9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9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9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9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9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9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9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9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9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9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9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" name="Google Shape;1162;p9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" name="Google Shape;1163;p9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Google Shape;1164;p9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9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9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9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9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" name="Google Shape;1169;p9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" name="Google Shape;1170;p9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9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9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9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9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" name="Google Shape;1175;p9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" name="Google Shape;1176;p9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Google Shape;1177;p9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Google Shape;1178;p9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" name="Google Shape;1179;p9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" name="Google Shape;1180;p9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" name="Google Shape;1181;p9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" name="Google Shape;1182;p9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" name="Google Shape;1183;p9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" name="Google Shape;1184;p9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" name="Google Shape;1185;p9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86" name="Google Shape;1186;p9"/>
            <p:cNvGrpSpPr/>
            <p:nvPr/>
          </p:nvGrpSpPr>
          <p:grpSpPr>
            <a:xfrm>
              <a:off x="-6449" y="-94"/>
              <a:ext cx="2644414" cy="5143478"/>
              <a:chOff x="540125" y="3028300"/>
              <a:chExt cx="364425" cy="708800"/>
            </a:xfrm>
          </p:grpSpPr>
          <p:sp>
            <p:nvSpPr>
              <p:cNvPr id="1187" name="Google Shape;1187;p9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" name="Google Shape;1188;p9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" name="Google Shape;1189;p9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" name="Google Shape;1190;p9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" name="Google Shape;1191;p9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Google Shape;1192;p9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" name="Google Shape;1193;p9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" name="Google Shape;1194;p9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" name="Google Shape;1195;p9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" name="Google Shape;1196;p9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" name="Google Shape;1197;p9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" name="Google Shape;1198;p9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" name="Google Shape;1199;p9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" name="Google Shape;1200;p9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Google Shape;1201;p9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" name="Google Shape;1202;p9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" name="Google Shape;1203;p9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Google Shape;1204;p9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Google Shape;1205;p9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Google Shape;1206;p9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7" name="Google Shape;1207;p9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8" name="Google Shape;1208;p9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9" name="Google Shape;1209;p9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" name="Google Shape;1210;p9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Google Shape;1211;p9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" name="Google Shape;1212;p9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" name="Google Shape;1213;p9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" name="Google Shape;1214;p9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" name="Google Shape;1215;p9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" name="Google Shape;1216;p9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" name="Google Shape;1217;p9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" name="Google Shape;1218;p9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9" name="Google Shape;1219;p9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0" name="Google Shape;1220;p9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" name="Google Shape;1221;p9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" name="Google Shape;1222;p9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23" name="Google Shape;1223;p9"/>
            <p:cNvGrpSpPr/>
            <p:nvPr/>
          </p:nvGrpSpPr>
          <p:grpSpPr>
            <a:xfrm rot="5400000">
              <a:off x="3406651" y="-1249544"/>
              <a:ext cx="2644414" cy="5143478"/>
              <a:chOff x="540125" y="3028300"/>
              <a:chExt cx="364425" cy="708800"/>
            </a:xfrm>
          </p:grpSpPr>
          <p:sp>
            <p:nvSpPr>
              <p:cNvPr id="1224" name="Google Shape;1224;p9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" name="Google Shape;1225;p9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" name="Google Shape;1226;p9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" name="Google Shape;1227;p9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" name="Google Shape;1228;p9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" name="Google Shape;1229;p9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" name="Google Shape;1230;p9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" name="Google Shape;1231;p9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2" name="Google Shape;1232;p9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" name="Google Shape;1233;p9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" name="Google Shape;1234;p9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" name="Google Shape;1235;p9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6" name="Google Shape;1236;p9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" name="Google Shape;1237;p9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" name="Google Shape;1238;p9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" name="Google Shape;1239;p9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" name="Google Shape;1240;p9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" name="Google Shape;1241;p9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" name="Google Shape;1242;p9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" name="Google Shape;1243;p9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4" name="Google Shape;1244;p9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" name="Google Shape;1245;p9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" name="Google Shape;1246;p9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" name="Google Shape;1247;p9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" name="Google Shape;1248;p9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" name="Google Shape;1249;p9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" name="Google Shape;1250;p9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" name="Google Shape;1251;p9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" name="Google Shape;1252;p9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3" name="Google Shape;1253;p9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4" name="Google Shape;1254;p9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5" name="Google Shape;1255;p9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6" name="Google Shape;1256;p9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7" name="Google Shape;1257;p9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8" name="Google Shape;1258;p9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" name="Google Shape;1259;p9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60" name="Google Shape;1260;p9"/>
            <p:cNvGrpSpPr/>
            <p:nvPr/>
          </p:nvGrpSpPr>
          <p:grpSpPr>
            <a:xfrm rot="5400000">
              <a:off x="3406651" y="1243856"/>
              <a:ext cx="2644414" cy="5143478"/>
              <a:chOff x="540125" y="3028300"/>
              <a:chExt cx="364425" cy="708800"/>
            </a:xfrm>
          </p:grpSpPr>
          <p:sp>
            <p:nvSpPr>
              <p:cNvPr id="1261" name="Google Shape;1261;p9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" name="Google Shape;1262;p9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3" name="Google Shape;1263;p9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" name="Google Shape;1264;p9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" name="Google Shape;1265;p9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" name="Google Shape;1266;p9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" name="Google Shape;1267;p9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" name="Google Shape;1268;p9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9" name="Google Shape;1269;p9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0" name="Google Shape;1270;p9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1" name="Google Shape;1271;p9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2" name="Google Shape;1272;p9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3" name="Google Shape;1273;p9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4" name="Google Shape;1274;p9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5" name="Google Shape;1275;p9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6" name="Google Shape;1276;p9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7" name="Google Shape;1277;p9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" name="Google Shape;1278;p9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" name="Google Shape;1279;p9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" name="Google Shape;1280;p9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" name="Google Shape;1281;p9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" name="Google Shape;1282;p9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" name="Google Shape;1283;p9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" name="Google Shape;1284;p9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" name="Google Shape;1285;p9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" name="Google Shape;1286;p9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" name="Google Shape;1287;p9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" name="Google Shape;1288;p9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" name="Google Shape;1289;p9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" name="Google Shape;1290;p9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" name="Google Shape;1291;p9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" name="Google Shape;1292;p9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" name="Google Shape;1293;p9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" name="Google Shape;1294;p9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" name="Google Shape;1295;p9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" name="Google Shape;1296;p9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297" name="Google Shape;1297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298" name="Google Shape;1298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" name="Google Shape;1300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1301" name="Google Shape;1301;p10"/>
          <p:cNvGrpSpPr/>
          <p:nvPr/>
        </p:nvGrpSpPr>
        <p:grpSpPr>
          <a:xfrm>
            <a:off x="116653" y="185058"/>
            <a:ext cx="8910952" cy="4773370"/>
            <a:chOff x="238425" y="1163850"/>
            <a:chExt cx="2110050" cy="1130300"/>
          </a:xfrm>
        </p:grpSpPr>
        <p:sp>
          <p:nvSpPr>
            <p:cNvPr id="1302" name="Google Shape;1302;p10"/>
            <p:cNvSpPr/>
            <p:nvPr/>
          </p:nvSpPr>
          <p:spPr>
            <a:xfrm>
              <a:off x="238425" y="1163850"/>
              <a:ext cx="2110050" cy="1130300"/>
            </a:xfrm>
            <a:custGeom>
              <a:avLst/>
              <a:gdLst/>
              <a:ahLst/>
              <a:cxnLst/>
              <a:rect l="l" t="t" r="r" b="b"/>
              <a:pathLst>
                <a:path w="84402" h="45212" extrusionOk="0">
                  <a:moveTo>
                    <a:pt x="84174" y="228"/>
                  </a:moveTo>
                  <a:lnTo>
                    <a:pt x="84174" y="39820"/>
                  </a:lnTo>
                  <a:cubicBezTo>
                    <a:pt x="82159" y="41835"/>
                    <a:pt x="81025" y="42969"/>
                    <a:pt x="79010" y="44984"/>
                  </a:cubicBezTo>
                  <a:lnTo>
                    <a:pt x="228" y="44984"/>
                  </a:lnTo>
                  <a:lnTo>
                    <a:pt x="228" y="5408"/>
                  </a:lnTo>
                  <a:cubicBezTo>
                    <a:pt x="2256" y="3380"/>
                    <a:pt x="3393" y="2259"/>
                    <a:pt x="5408" y="228"/>
                  </a:cubicBezTo>
                  <a:close/>
                  <a:moveTo>
                    <a:pt x="5315" y="0"/>
                  </a:moveTo>
                  <a:lnTo>
                    <a:pt x="5248" y="68"/>
                  </a:lnTo>
                  <a:lnTo>
                    <a:pt x="68" y="5248"/>
                  </a:lnTo>
                  <a:lnTo>
                    <a:pt x="1" y="5315"/>
                  </a:lnTo>
                  <a:lnTo>
                    <a:pt x="1" y="5408"/>
                  </a:lnTo>
                  <a:lnTo>
                    <a:pt x="1" y="44984"/>
                  </a:lnTo>
                  <a:lnTo>
                    <a:pt x="1" y="45212"/>
                  </a:lnTo>
                  <a:lnTo>
                    <a:pt x="79103" y="45212"/>
                  </a:lnTo>
                  <a:lnTo>
                    <a:pt x="79157" y="45145"/>
                  </a:lnTo>
                  <a:lnTo>
                    <a:pt x="82652" y="41662"/>
                  </a:lnTo>
                  <a:lnTo>
                    <a:pt x="84334" y="39980"/>
                  </a:lnTo>
                  <a:lnTo>
                    <a:pt x="84401" y="39913"/>
                  </a:lnTo>
                  <a:lnTo>
                    <a:pt x="84401" y="39820"/>
                  </a:lnTo>
                  <a:lnTo>
                    <a:pt x="84401" y="228"/>
                  </a:lnTo>
                  <a:lnTo>
                    <a:pt x="8440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10"/>
            <p:cNvSpPr/>
            <p:nvPr/>
          </p:nvSpPr>
          <p:spPr>
            <a:xfrm>
              <a:off x="244125" y="1169525"/>
              <a:ext cx="2098675" cy="1118950"/>
            </a:xfrm>
            <a:custGeom>
              <a:avLst/>
              <a:gdLst/>
              <a:ahLst/>
              <a:cxnLst/>
              <a:rect l="l" t="t" r="r" b="b"/>
              <a:pathLst>
                <a:path w="83947" h="44758" extrusionOk="0">
                  <a:moveTo>
                    <a:pt x="83866" y="81"/>
                  </a:moveTo>
                  <a:lnTo>
                    <a:pt x="83866" y="39552"/>
                  </a:lnTo>
                  <a:lnTo>
                    <a:pt x="82197" y="41221"/>
                  </a:lnTo>
                  <a:lnTo>
                    <a:pt x="78740" y="44677"/>
                  </a:lnTo>
                  <a:lnTo>
                    <a:pt x="93" y="44677"/>
                  </a:lnTo>
                  <a:lnTo>
                    <a:pt x="93" y="5206"/>
                  </a:lnTo>
                  <a:lnTo>
                    <a:pt x="5219" y="81"/>
                  </a:lnTo>
                  <a:close/>
                  <a:moveTo>
                    <a:pt x="5180" y="1"/>
                  </a:moveTo>
                  <a:cubicBezTo>
                    <a:pt x="3165" y="2032"/>
                    <a:pt x="2028" y="3153"/>
                    <a:pt x="0" y="5181"/>
                  </a:cubicBezTo>
                  <a:lnTo>
                    <a:pt x="0" y="44757"/>
                  </a:lnTo>
                  <a:lnTo>
                    <a:pt x="78782" y="44757"/>
                  </a:lnTo>
                  <a:cubicBezTo>
                    <a:pt x="80797" y="42742"/>
                    <a:pt x="81931" y="41608"/>
                    <a:pt x="83946" y="39593"/>
                  </a:cubicBezTo>
                  <a:lnTo>
                    <a:pt x="83946" y="1"/>
                  </a:ln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10"/>
            <p:cNvSpPr/>
            <p:nvPr/>
          </p:nvSpPr>
          <p:spPr>
            <a:xfrm>
              <a:off x="276475" y="1595675"/>
              <a:ext cx="15725" cy="266975"/>
            </a:xfrm>
            <a:custGeom>
              <a:avLst/>
              <a:gdLst/>
              <a:ahLst/>
              <a:cxnLst/>
              <a:rect l="l" t="t" r="r" b="b"/>
              <a:pathLst>
                <a:path w="629" h="10679" extrusionOk="0">
                  <a:moveTo>
                    <a:pt x="0" y="1"/>
                  </a:moveTo>
                  <a:lnTo>
                    <a:pt x="0" y="10678"/>
                  </a:lnTo>
                  <a:cubicBezTo>
                    <a:pt x="350" y="10678"/>
                    <a:pt x="628" y="10399"/>
                    <a:pt x="628" y="10053"/>
                  </a:cubicBezTo>
                  <a:lnTo>
                    <a:pt x="628" y="629"/>
                  </a:lnTo>
                  <a:cubicBezTo>
                    <a:pt x="628" y="283"/>
                    <a:pt x="350" y="1"/>
                    <a:pt x="0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10"/>
            <p:cNvSpPr/>
            <p:nvPr/>
          </p:nvSpPr>
          <p:spPr>
            <a:xfrm>
              <a:off x="2293750" y="1595675"/>
              <a:ext cx="15725" cy="266975"/>
            </a:xfrm>
            <a:custGeom>
              <a:avLst/>
              <a:gdLst/>
              <a:ahLst/>
              <a:cxnLst/>
              <a:rect l="l" t="t" r="r" b="b"/>
              <a:pathLst>
                <a:path w="629" h="10679" extrusionOk="0">
                  <a:moveTo>
                    <a:pt x="628" y="1"/>
                  </a:moveTo>
                  <a:cubicBezTo>
                    <a:pt x="279" y="1"/>
                    <a:pt x="0" y="283"/>
                    <a:pt x="0" y="629"/>
                  </a:cubicBezTo>
                  <a:lnTo>
                    <a:pt x="0" y="10053"/>
                  </a:lnTo>
                  <a:cubicBezTo>
                    <a:pt x="0" y="10399"/>
                    <a:pt x="279" y="10678"/>
                    <a:pt x="628" y="10678"/>
                  </a:cubicBezTo>
                  <a:lnTo>
                    <a:pt x="62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10"/>
            <p:cNvSpPr/>
            <p:nvPr/>
          </p:nvSpPr>
          <p:spPr>
            <a:xfrm>
              <a:off x="275200" y="1200600"/>
              <a:ext cx="2036600" cy="1056875"/>
            </a:xfrm>
            <a:custGeom>
              <a:avLst/>
              <a:gdLst/>
              <a:ahLst/>
              <a:cxnLst/>
              <a:rect l="l" t="t" r="r" b="b"/>
              <a:pathLst>
                <a:path w="81464" h="42275" extrusionOk="0">
                  <a:moveTo>
                    <a:pt x="81354" y="106"/>
                  </a:moveTo>
                  <a:lnTo>
                    <a:pt x="81354" y="37886"/>
                  </a:lnTo>
                  <a:lnTo>
                    <a:pt x="81354" y="37886"/>
                  </a:lnTo>
                  <a:cubicBezTo>
                    <a:pt x="79692" y="39561"/>
                    <a:pt x="78758" y="40491"/>
                    <a:pt x="77087" y="42166"/>
                  </a:cubicBezTo>
                  <a:lnTo>
                    <a:pt x="106" y="42166"/>
                  </a:lnTo>
                  <a:lnTo>
                    <a:pt x="106" y="4393"/>
                  </a:lnTo>
                  <a:lnTo>
                    <a:pt x="106" y="4393"/>
                  </a:lnTo>
                  <a:cubicBezTo>
                    <a:pt x="1776" y="2723"/>
                    <a:pt x="2723" y="1776"/>
                    <a:pt x="4392" y="106"/>
                  </a:cubicBezTo>
                  <a:close/>
                  <a:moveTo>
                    <a:pt x="4351" y="1"/>
                  </a:moveTo>
                  <a:lnTo>
                    <a:pt x="4338" y="13"/>
                  </a:lnTo>
                  <a:cubicBezTo>
                    <a:pt x="2643" y="1695"/>
                    <a:pt x="1708" y="2644"/>
                    <a:pt x="13" y="4325"/>
                  </a:cubicBezTo>
                  <a:lnTo>
                    <a:pt x="0" y="4351"/>
                  </a:lnTo>
                  <a:lnTo>
                    <a:pt x="0" y="42275"/>
                  </a:lnTo>
                  <a:lnTo>
                    <a:pt x="77126" y="42275"/>
                  </a:lnTo>
                  <a:lnTo>
                    <a:pt x="77138" y="42259"/>
                  </a:lnTo>
                  <a:lnTo>
                    <a:pt x="81450" y="37950"/>
                  </a:lnTo>
                  <a:lnTo>
                    <a:pt x="81463" y="37934"/>
                  </a:lnTo>
                  <a:lnTo>
                    <a:pt x="81463" y="1"/>
                  </a:lnTo>
                  <a:close/>
                </a:path>
              </a:pathLst>
            </a:custGeom>
            <a:solidFill>
              <a:srgbClr val="FF24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07" name="Google Shape;1307;p10"/>
          <p:cNvGrpSpPr/>
          <p:nvPr/>
        </p:nvGrpSpPr>
        <p:grpSpPr>
          <a:xfrm>
            <a:off x="-6449" y="-94"/>
            <a:ext cx="9150439" cy="5143478"/>
            <a:chOff x="-6449" y="-94"/>
            <a:chExt cx="9150439" cy="5143478"/>
          </a:xfrm>
        </p:grpSpPr>
        <p:grpSp>
          <p:nvGrpSpPr>
            <p:cNvPr id="1308" name="Google Shape;1308;p10"/>
            <p:cNvGrpSpPr/>
            <p:nvPr/>
          </p:nvGrpSpPr>
          <p:grpSpPr>
            <a:xfrm>
              <a:off x="6499576" y="-94"/>
              <a:ext cx="2644414" cy="5143478"/>
              <a:chOff x="540125" y="3028300"/>
              <a:chExt cx="364425" cy="708800"/>
            </a:xfrm>
          </p:grpSpPr>
          <p:sp>
            <p:nvSpPr>
              <p:cNvPr id="1309" name="Google Shape;1309;p10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" name="Google Shape;1310;p10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" name="Google Shape;1311;p10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" name="Google Shape;1312;p10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" name="Google Shape;1313;p10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" name="Google Shape;1314;p10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" name="Google Shape;1315;p10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Google Shape;1316;p10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" name="Google Shape;1317;p10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" name="Google Shape;1318;p10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" name="Google Shape;1319;p10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" name="Google Shape;1320;p10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" name="Google Shape;1321;p10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" name="Google Shape;1322;p10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" name="Google Shape;1323;p10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" name="Google Shape;1324;p10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" name="Google Shape;1325;p10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6" name="Google Shape;1326;p10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7" name="Google Shape;1327;p10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8" name="Google Shape;1328;p10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9" name="Google Shape;1329;p10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" name="Google Shape;1330;p10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" name="Google Shape;1331;p10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" name="Google Shape;1332;p10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" name="Google Shape;1333;p10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" name="Google Shape;1334;p10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" name="Google Shape;1335;p10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" name="Google Shape;1336;p10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" name="Google Shape;1337;p10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" name="Google Shape;1338;p10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" name="Google Shape;1339;p10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" name="Google Shape;1340;p10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" name="Google Shape;1341;p10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" name="Google Shape;1342;p10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Google Shape;1343;p10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Google Shape;1344;p10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45" name="Google Shape;1345;p10"/>
            <p:cNvGrpSpPr/>
            <p:nvPr/>
          </p:nvGrpSpPr>
          <p:grpSpPr>
            <a:xfrm>
              <a:off x="-6449" y="-94"/>
              <a:ext cx="2644414" cy="5143478"/>
              <a:chOff x="540125" y="3028300"/>
              <a:chExt cx="364425" cy="708800"/>
            </a:xfrm>
          </p:grpSpPr>
          <p:sp>
            <p:nvSpPr>
              <p:cNvPr id="1346" name="Google Shape;1346;p10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" name="Google Shape;1347;p10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" name="Google Shape;1348;p10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Google Shape;1349;p10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Google Shape;1350;p10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Google Shape;1351;p10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Google Shape;1352;p10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Google Shape;1353;p10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" name="Google Shape;1354;p10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" name="Google Shape;1355;p10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" name="Google Shape;1356;p10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" name="Google Shape;1357;p10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" name="Google Shape;1358;p10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Google Shape;1359;p10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Google Shape;1360;p10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Google Shape;1361;p10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Google Shape;1362;p10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Google Shape;1363;p10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Google Shape;1364;p10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Google Shape;1365;p10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" name="Google Shape;1366;p10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7" name="Google Shape;1367;p10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" name="Google Shape;1368;p10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Google Shape;1369;p10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Google Shape;1370;p10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Google Shape;1371;p10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Google Shape;1372;p10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Google Shape;1373;p10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" name="Google Shape;1374;p10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" name="Google Shape;1375;p10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" name="Google Shape;1376;p10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" name="Google Shape;1377;p10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8" name="Google Shape;1378;p10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" name="Google Shape;1379;p10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" name="Google Shape;1380;p10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1" name="Google Shape;1381;p10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82" name="Google Shape;1382;p10"/>
            <p:cNvGrpSpPr/>
            <p:nvPr/>
          </p:nvGrpSpPr>
          <p:grpSpPr>
            <a:xfrm rot="5400000">
              <a:off x="3406651" y="-1249544"/>
              <a:ext cx="2644414" cy="5143478"/>
              <a:chOff x="540125" y="3028300"/>
              <a:chExt cx="364425" cy="708800"/>
            </a:xfrm>
          </p:grpSpPr>
          <p:sp>
            <p:nvSpPr>
              <p:cNvPr id="1383" name="Google Shape;1383;p10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" name="Google Shape;1384;p10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" name="Google Shape;1385;p10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6" name="Google Shape;1386;p10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" name="Google Shape;1387;p10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" name="Google Shape;1388;p10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" name="Google Shape;1389;p10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" name="Google Shape;1390;p10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" name="Google Shape;1391;p10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" name="Google Shape;1392;p10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3" name="Google Shape;1393;p10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" name="Google Shape;1394;p10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" name="Google Shape;1395;p10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" name="Google Shape;1396;p10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" name="Google Shape;1397;p10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" name="Google Shape;1398;p10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" name="Google Shape;1399;p10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" name="Google Shape;1400;p10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" name="Google Shape;1401;p10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" name="Google Shape;1402;p10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Google Shape;1403;p10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Google Shape;1404;p10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Google Shape;1405;p10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" name="Google Shape;1406;p10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" name="Google Shape;1407;p10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Google Shape;1408;p10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Google Shape;1409;p10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Google Shape;1410;p10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" name="Google Shape;1411;p10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" name="Google Shape;1412;p10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Google Shape;1413;p10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Google Shape;1414;p10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Google Shape;1415;p10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Google Shape;1416;p10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Google Shape;1417;p10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" name="Google Shape;1418;p10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19" name="Google Shape;1419;p10"/>
            <p:cNvGrpSpPr/>
            <p:nvPr/>
          </p:nvGrpSpPr>
          <p:grpSpPr>
            <a:xfrm rot="5400000">
              <a:off x="3406651" y="1243856"/>
              <a:ext cx="2644414" cy="5143478"/>
              <a:chOff x="540125" y="3028300"/>
              <a:chExt cx="364425" cy="708800"/>
            </a:xfrm>
          </p:grpSpPr>
          <p:sp>
            <p:nvSpPr>
              <p:cNvPr id="1420" name="Google Shape;1420;p10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" name="Google Shape;1421;p10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Google Shape;1422;p10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Google Shape;1423;p10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Google Shape;1424;p10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Google Shape;1425;p10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Google Shape;1426;p10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Google Shape;1427;p10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Google Shape;1428;p10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Google Shape;1429;p10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Google Shape;1430;p10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Google Shape;1431;p10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Google Shape;1432;p10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" name="Google Shape;1433;p10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Google Shape;1434;p10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Google Shape;1435;p10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Google Shape;1436;p10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Google Shape;1437;p10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8" name="Google Shape;1438;p10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9" name="Google Shape;1439;p10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0" name="Google Shape;1440;p10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Google Shape;1441;p10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Google Shape;1442;p10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Google Shape;1443;p10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Google Shape;1444;p10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Google Shape;1445;p10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Google Shape;1446;p10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7" name="Google Shape;1447;p10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Google Shape;1448;p10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Google Shape;1449;p10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Google Shape;1450;p10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Google Shape;1451;p10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Google Shape;1452;p10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Google Shape;1453;p10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Google Shape;1454;p10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Google Shape;1455;p10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6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1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8" name="Google Shape;1618;p13"/>
          <p:cNvGrpSpPr/>
          <p:nvPr/>
        </p:nvGrpSpPr>
        <p:grpSpPr>
          <a:xfrm>
            <a:off x="116653" y="185058"/>
            <a:ext cx="8910952" cy="4773370"/>
            <a:chOff x="238425" y="1163850"/>
            <a:chExt cx="2110050" cy="1130300"/>
          </a:xfrm>
        </p:grpSpPr>
        <p:sp>
          <p:nvSpPr>
            <p:cNvPr id="1619" name="Google Shape;1619;p13"/>
            <p:cNvSpPr/>
            <p:nvPr/>
          </p:nvSpPr>
          <p:spPr>
            <a:xfrm>
              <a:off x="238425" y="1163850"/>
              <a:ext cx="2110050" cy="1130300"/>
            </a:xfrm>
            <a:custGeom>
              <a:avLst/>
              <a:gdLst/>
              <a:ahLst/>
              <a:cxnLst/>
              <a:rect l="l" t="t" r="r" b="b"/>
              <a:pathLst>
                <a:path w="84402" h="45212" extrusionOk="0">
                  <a:moveTo>
                    <a:pt x="84174" y="228"/>
                  </a:moveTo>
                  <a:lnTo>
                    <a:pt x="84174" y="39820"/>
                  </a:lnTo>
                  <a:cubicBezTo>
                    <a:pt x="82159" y="41835"/>
                    <a:pt x="81025" y="42969"/>
                    <a:pt x="79010" y="44984"/>
                  </a:cubicBezTo>
                  <a:lnTo>
                    <a:pt x="228" y="44984"/>
                  </a:lnTo>
                  <a:lnTo>
                    <a:pt x="228" y="5408"/>
                  </a:lnTo>
                  <a:cubicBezTo>
                    <a:pt x="2256" y="3380"/>
                    <a:pt x="3393" y="2259"/>
                    <a:pt x="5408" y="228"/>
                  </a:cubicBezTo>
                  <a:close/>
                  <a:moveTo>
                    <a:pt x="5315" y="0"/>
                  </a:moveTo>
                  <a:lnTo>
                    <a:pt x="5248" y="68"/>
                  </a:lnTo>
                  <a:lnTo>
                    <a:pt x="68" y="5248"/>
                  </a:lnTo>
                  <a:lnTo>
                    <a:pt x="1" y="5315"/>
                  </a:lnTo>
                  <a:lnTo>
                    <a:pt x="1" y="5408"/>
                  </a:lnTo>
                  <a:lnTo>
                    <a:pt x="1" y="44984"/>
                  </a:lnTo>
                  <a:lnTo>
                    <a:pt x="1" y="45212"/>
                  </a:lnTo>
                  <a:lnTo>
                    <a:pt x="79103" y="45212"/>
                  </a:lnTo>
                  <a:lnTo>
                    <a:pt x="79157" y="45145"/>
                  </a:lnTo>
                  <a:lnTo>
                    <a:pt x="82652" y="41662"/>
                  </a:lnTo>
                  <a:lnTo>
                    <a:pt x="84334" y="39980"/>
                  </a:lnTo>
                  <a:lnTo>
                    <a:pt x="84401" y="39913"/>
                  </a:lnTo>
                  <a:lnTo>
                    <a:pt x="84401" y="39820"/>
                  </a:lnTo>
                  <a:lnTo>
                    <a:pt x="84401" y="228"/>
                  </a:lnTo>
                  <a:lnTo>
                    <a:pt x="8440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1620;p13"/>
            <p:cNvSpPr/>
            <p:nvPr/>
          </p:nvSpPr>
          <p:spPr>
            <a:xfrm>
              <a:off x="244125" y="1169525"/>
              <a:ext cx="2098675" cy="1118950"/>
            </a:xfrm>
            <a:custGeom>
              <a:avLst/>
              <a:gdLst/>
              <a:ahLst/>
              <a:cxnLst/>
              <a:rect l="l" t="t" r="r" b="b"/>
              <a:pathLst>
                <a:path w="83947" h="44758" extrusionOk="0">
                  <a:moveTo>
                    <a:pt x="4751" y="1"/>
                  </a:moveTo>
                  <a:cubicBezTo>
                    <a:pt x="2896" y="1856"/>
                    <a:pt x="1855" y="2897"/>
                    <a:pt x="0" y="4755"/>
                  </a:cubicBezTo>
                  <a:lnTo>
                    <a:pt x="0" y="44757"/>
                  </a:lnTo>
                  <a:lnTo>
                    <a:pt x="79208" y="44757"/>
                  </a:lnTo>
                  <a:cubicBezTo>
                    <a:pt x="81063" y="42915"/>
                    <a:pt x="82091" y="41874"/>
                    <a:pt x="83946" y="40019"/>
                  </a:cubicBezTo>
                  <a:lnTo>
                    <a:pt x="83946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1621;p13"/>
            <p:cNvSpPr/>
            <p:nvPr/>
          </p:nvSpPr>
          <p:spPr>
            <a:xfrm>
              <a:off x="244125" y="1169525"/>
              <a:ext cx="2098675" cy="1118950"/>
            </a:xfrm>
            <a:custGeom>
              <a:avLst/>
              <a:gdLst/>
              <a:ahLst/>
              <a:cxnLst/>
              <a:rect l="l" t="t" r="r" b="b"/>
              <a:pathLst>
                <a:path w="83947" h="44758" extrusionOk="0">
                  <a:moveTo>
                    <a:pt x="83866" y="81"/>
                  </a:moveTo>
                  <a:lnTo>
                    <a:pt x="83866" y="39552"/>
                  </a:lnTo>
                  <a:lnTo>
                    <a:pt x="82197" y="41221"/>
                  </a:lnTo>
                  <a:lnTo>
                    <a:pt x="78740" y="44677"/>
                  </a:lnTo>
                  <a:lnTo>
                    <a:pt x="93" y="44677"/>
                  </a:lnTo>
                  <a:lnTo>
                    <a:pt x="93" y="5206"/>
                  </a:lnTo>
                  <a:lnTo>
                    <a:pt x="5219" y="81"/>
                  </a:lnTo>
                  <a:close/>
                  <a:moveTo>
                    <a:pt x="5180" y="1"/>
                  </a:moveTo>
                  <a:cubicBezTo>
                    <a:pt x="3165" y="2032"/>
                    <a:pt x="2028" y="3153"/>
                    <a:pt x="0" y="5181"/>
                  </a:cubicBezTo>
                  <a:lnTo>
                    <a:pt x="0" y="44757"/>
                  </a:lnTo>
                  <a:lnTo>
                    <a:pt x="78782" y="44757"/>
                  </a:lnTo>
                  <a:cubicBezTo>
                    <a:pt x="80797" y="42742"/>
                    <a:pt x="81931" y="41608"/>
                    <a:pt x="83946" y="39593"/>
                  </a:cubicBezTo>
                  <a:lnTo>
                    <a:pt x="83946" y="1"/>
                  </a:ln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1622;p13"/>
            <p:cNvSpPr/>
            <p:nvPr/>
          </p:nvSpPr>
          <p:spPr>
            <a:xfrm>
              <a:off x="276475" y="1201875"/>
              <a:ext cx="2033950" cy="1054250"/>
            </a:xfrm>
            <a:custGeom>
              <a:avLst/>
              <a:gdLst/>
              <a:ahLst/>
              <a:cxnLst/>
              <a:rect l="l" t="t" r="r" b="b"/>
              <a:pathLst>
                <a:path w="81358" h="42170" extrusionOk="0">
                  <a:moveTo>
                    <a:pt x="4312" y="1"/>
                  </a:moveTo>
                  <a:cubicBezTo>
                    <a:pt x="2631" y="1683"/>
                    <a:pt x="1682" y="2631"/>
                    <a:pt x="0" y="4313"/>
                  </a:cubicBezTo>
                  <a:lnTo>
                    <a:pt x="0" y="42169"/>
                  </a:lnTo>
                  <a:lnTo>
                    <a:pt x="77046" y="42169"/>
                  </a:lnTo>
                  <a:lnTo>
                    <a:pt x="81358" y="37857"/>
                  </a:lnTo>
                  <a:lnTo>
                    <a:pt x="8135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623;p13"/>
            <p:cNvSpPr/>
            <p:nvPr/>
          </p:nvSpPr>
          <p:spPr>
            <a:xfrm>
              <a:off x="276475" y="1595675"/>
              <a:ext cx="15725" cy="266975"/>
            </a:xfrm>
            <a:custGeom>
              <a:avLst/>
              <a:gdLst/>
              <a:ahLst/>
              <a:cxnLst/>
              <a:rect l="l" t="t" r="r" b="b"/>
              <a:pathLst>
                <a:path w="629" h="10679" extrusionOk="0">
                  <a:moveTo>
                    <a:pt x="0" y="1"/>
                  </a:moveTo>
                  <a:lnTo>
                    <a:pt x="0" y="10678"/>
                  </a:lnTo>
                  <a:cubicBezTo>
                    <a:pt x="350" y="10678"/>
                    <a:pt x="628" y="10399"/>
                    <a:pt x="628" y="10053"/>
                  </a:cubicBezTo>
                  <a:lnTo>
                    <a:pt x="628" y="629"/>
                  </a:lnTo>
                  <a:cubicBezTo>
                    <a:pt x="628" y="283"/>
                    <a:pt x="350" y="1"/>
                    <a:pt x="0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" name="Google Shape;1624;p13"/>
            <p:cNvSpPr/>
            <p:nvPr/>
          </p:nvSpPr>
          <p:spPr>
            <a:xfrm>
              <a:off x="2293750" y="1595675"/>
              <a:ext cx="15725" cy="266975"/>
            </a:xfrm>
            <a:custGeom>
              <a:avLst/>
              <a:gdLst/>
              <a:ahLst/>
              <a:cxnLst/>
              <a:rect l="l" t="t" r="r" b="b"/>
              <a:pathLst>
                <a:path w="629" h="10679" extrusionOk="0">
                  <a:moveTo>
                    <a:pt x="628" y="1"/>
                  </a:moveTo>
                  <a:cubicBezTo>
                    <a:pt x="279" y="1"/>
                    <a:pt x="0" y="283"/>
                    <a:pt x="0" y="629"/>
                  </a:cubicBezTo>
                  <a:lnTo>
                    <a:pt x="0" y="10053"/>
                  </a:lnTo>
                  <a:cubicBezTo>
                    <a:pt x="0" y="10399"/>
                    <a:pt x="279" y="10678"/>
                    <a:pt x="628" y="10678"/>
                  </a:cubicBezTo>
                  <a:lnTo>
                    <a:pt x="62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5" name="Google Shape;1625;p13"/>
            <p:cNvSpPr/>
            <p:nvPr/>
          </p:nvSpPr>
          <p:spPr>
            <a:xfrm>
              <a:off x="275200" y="1200600"/>
              <a:ext cx="2036600" cy="1056875"/>
            </a:xfrm>
            <a:custGeom>
              <a:avLst/>
              <a:gdLst/>
              <a:ahLst/>
              <a:cxnLst/>
              <a:rect l="l" t="t" r="r" b="b"/>
              <a:pathLst>
                <a:path w="81464" h="42275" extrusionOk="0">
                  <a:moveTo>
                    <a:pt x="81354" y="106"/>
                  </a:moveTo>
                  <a:lnTo>
                    <a:pt x="81354" y="37886"/>
                  </a:lnTo>
                  <a:lnTo>
                    <a:pt x="81354" y="37886"/>
                  </a:lnTo>
                  <a:cubicBezTo>
                    <a:pt x="79692" y="39561"/>
                    <a:pt x="78758" y="40491"/>
                    <a:pt x="77087" y="42166"/>
                  </a:cubicBezTo>
                  <a:lnTo>
                    <a:pt x="106" y="42166"/>
                  </a:lnTo>
                  <a:lnTo>
                    <a:pt x="106" y="4393"/>
                  </a:lnTo>
                  <a:lnTo>
                    <a:pt x="106" y="4393"/>
                  </a:lnTo>
                  <a:cubicBezTo>
                    <a:pt x="1776" y="2723"/>
                    <a:pt x="2723" y="1776"/>
                    <a:pt x="4392" y="106"/>
                  </a:cubicBezTo>
                  <a:close/>
                  <a:moveTo>
                    <a:pt x="4351" y="1"/>
                  </a:moveTo>
                  <a:lnTo>
                    <a:pt x="4338" y="13"/>
                  </a:lnTo>
                  <a:cubicBezTo>
                    <a:pt x="2643" y="1695"/>
                    <a:pt x="1708" y="2644"/>
                    <a:pt x="13" y="4325"/>
                  </a:cubicBezTo>
                  <a:lnTo>
                    <a:pt x="0" y="4351"/>
                  </a:lnTo>
                  <a:lnTo>
                    <a:pt x="0" y="42275"/>
                  </a:lnTo>
                  <a:lnTo>
                    <a:pt x="77126" y="42275"/>
                  </a:lnTo>
                  <a:lnTo>
                    <a:pt x="77138" y="42259"/>
                  </a:lnTo>
                  <a:lnTo>
                    <a:pt x="81450" y="37950"/>
                  </a:lnTo>
                  <a:lnTo>
                    <a:pt x="81463" y="37934"/>
                  </a:lnTo>
                  <a:lnTo>
                    <a:pt x="81463" y="1"/>
                  </a:lnTo>
                  <a:close/>
                </a:path>
              </a:pathLst>
            </a:custGeom>
            <a:solidFill>
              <a:srgbClr val="FF24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26" name="Google Shape;1626;p13"/>
          <p:cNvGrpSpPr/>
          <p:nvPr/>
        </p:nvGrpSpPr>
        <p:grpSpPr>
          <a:xfrm>
            <a:off x="-6449" y="-94"/>
            <a:ext cx="9150439" cy="5143478"/>
            <a:chOff x="-6449" y="-94"/>
            <a:chExt cx="9150439" cy="5143478"/>
          </a:xfrm>
        </p:grpSpPr>
        <p:grpSp>
          <p:nvGrpSpPr>
            <p:cNvPr id="1627" name="Google Shape;1627;p13"/>
            <p:cNvGrpSpPr/>
            <p:nvPr/>
          </p:nvGrpSpPr>
          <p:grpSpPr>
            <a:xfrm>
              <a:off x="6499576" y="-94"/>
              <a:ext cx="2644414" cy="5143478"/>
              <a:chOff x="540125" y="3028300"/>
              <a:chExt cx="364425" cy="708800"/>
            </a:xfrm>
          </p:grpSpPr>
          <p:sp>
            <p:nvSpPr>
              <p:cNvPr id="1628" name="Google Shape;1628;p13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9" name="Google Shape;1629;p13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0" name="Google Shape;1630;p13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1" name="Google Shape;1631;p13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2" name="Google Shape;1632;p13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3" name="Google Shape;1633;p13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4" name="Google Shape;1634;p13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5" name="Google Shape;1635;p13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6" name="Google Shape;1636;p13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7" name="Google Shape;1637;p13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8" name="Google Shape;1638;p13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9" name="Google Shape;1639;p13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0" name="Google Shape;1640;p13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1" name="Google Shape;1641;p13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2" name="Google Shape;1642;p13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3" name="Google Shape;1643;p13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4" name="Google Shape;1644;p13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5" name="Google Shape;1645;p13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6" name="Google Shape;1646;p13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7" name="Google Shape;1647;p13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8" name="Google Shape;1648;p13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9" name="Google Shape;1649;p13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0" name="Google Shape;1650;p13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1" name="Google Shape;1651;p13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2" name="Google Shape;1652;p13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3" name="Google Shape;1653;p13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4" name="Google Shape;1654;p13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5" name="Google Shape;1655;p13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6" name="Google Shape;1656;p13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7" name="Google Shape;1657;p13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8" name="Google Shape;1658;p13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9" name="Google Shape;1659;p13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0" name="Google Shape;1660;p13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1" name="Google Shape;1661;p13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2" name="Google Shape;1662;p13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3" name="Google Shape;1663;p13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64" name="Google Shape;1664;p13"/>
            <p:cNvGrpSpPr/>
            <p:nvPr/>
          </p:nvGrpSpPr>
          <p:grpSpPr>
            <a:xfrm>
              <a:off x="-6449" y="-94"/>
              <a:ext cx="2644414" cy="5143478"/>
              <a:chOff x="540125" y="3028300"/>
              <a:chExt cx="364425" cy="708800"/>
            </a:xfrm>
          </p:grpSpPr>
          <p:sp>
            <p:nvSpPr>
              <p:cNvPr id="1665" name="Google Shape;1665;p13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6" name="Google Shape;1666;p13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7" name="Google Shape;1667;p13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8" name="Google Shape;1668;p13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9" name="Google Shape;1669;p13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0" name="Google Shape;1670;p13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1" name="Google Shape;1671;p13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2" name="Google Shape;1672;p13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3" name="Google Shape;1673;p13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4" name="Google Shape;1674;p13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5" name="Google Shape;1675;p13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6" name="Google Shape;1676;p13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7" name="Google Shape;1677;p13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8" name="Google Shape;1678;p13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9" name="Google Shape;1679;p13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0" name="Google Shape;1680;p13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1" name="Google Shape;1681;p13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2" name="Google Shape;1682;p13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3" name="Google Shape;1683;p13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4" name="Google Shape;1684;p13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5" name="Google Shape;1685;p13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6" name="Google Shape;1686;p13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7" name="Google Shape;1687;p13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8" name="Google Shape;1688;p13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9" name="Google Shape;1689;p13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0" name="Google Shape;1690;p13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1" name="Google Shape;1691;p13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2" name="Google Shape;1692;p13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3" name="Google Shape;1693;p13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4" name="Google Shape;1694;p13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5" name="Google Shape;1695;p13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6" name="Google Shape;1696;p13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7" name="Google Shape;1697;p13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8" name="Google Shape;1698;p13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9" name="Google Shape;1699;p13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0" name="Google Shape;1700;p13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01" name="Google Shape;1701;p13"/>
            <p:cNvGrpSpPr/>
            <p:nvPr/>
          </p:nvGrpSpPr>
          <p:grpSpPr>
            <a:xfrm rot="5400000">
              <a:off x="3406651" y="-1249544"/>
              <a:ext cx="2644414" cy="5143478"/>
              <a:chOff x="540125" y="3028300"/>
              <a:chExt cx="364425" cy="708800"/>
            </a:xfrm>
          </p:grpSpPr>
          <p:sp>
            <p:nvSpPr>
              <p:cNvPr id="1702" name="Google Shape;1702;p13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3" name="Google Shape;1703;p13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4" name="Google Shape;1704;p13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5" name="Google Shape;1705;p13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6" name="Google Shape;1706;p13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7" name="Google Shape;1707;p13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Google Shape;1708;p13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9" name="Google Shape;1709;p13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0" name="Google Shape;1710;p13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Google Shape;1711;p13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2" name="Google Shape;1712;p13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3" name="Google Shape;1713;p13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4" name="Google Shape;1714;p13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5" name="Google Shape;1715;p13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6" name="Google Shape;1716;p13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7" name="Google Shape;1717;p13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8" name="Google Shape;1718;p13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9" name="Google Shape;1719;p13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0" name="Google Shape;1720;p13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1" name="Google Shape;1721;p13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2" name="Google Shape;1722;p13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3" name="Google Shape;1723;p13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4" name="Google Shape;1724;p13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5" name="Google Shape;1725;p13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6" name="Google Shape;1726;p13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7" name="Google Shape;1727;p13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8" name="Google Shape;1728;p13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9" name="Google Shape;1729;p13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0" name="Google Shape;1730;p13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1" name="Google Shape;1731;p13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2" name="Google Shape;1732;p13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3" name="Google Shape;1733;p13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4" name="Google Shape;1734;p13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5" name="Google Shape;1735;p13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6" name="Google Shape;1736;p13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7" name="Google Shape;1737;p13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38" name="Google Shape;1738;p13"/>
            <p:cNvGrpSpPr/>
            <p:nvPr/>
          </p:nvGrpSpPr>
          <p:grpSpPr>
            <a:xfrm rot="5400000">
              <a:off x="3406651" y="1243856"/>
              <a:ext cx="2644414" cy="5143478"/>
              <a:chOff x="540125" y="3028300"/>
              <a:chExt cx="364425" cy="708800"/>
            </a:xfrm>
          </p:grpSpPr>
          <p:sp>
            <p:nvSpPr>
              <p:cNvPr id="1739" name="Google Shape;1739;p13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0" name="Google Shape;1740;p13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1" name="Google Shape;1741;p13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2" name="Google Shape;1742;p13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3" name="Google Shape;1743;p13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4" name="Google Shape;1744;p13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5" name="Google Shape;1745;p13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6" name="Google Shape;1746;p13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7" name="Google Shape;1747;p13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8" name="Google Shape;1748;p13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9" name="Google Shape;1749;p13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0" name="Google Shape;1750;p13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1" name="Google Shape;1751;p13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2" name="Google Shape;1752;p13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3" name="Google Shape;1753;p13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4" name="Google Shape;1754;p13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5" name="Google Shape;1755;p13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6" name="Google Shape;1756;p13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7" name="Google Shape;1757;p13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8" name="Google Shape;1758;p13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9" name="Google Shape;1759;p13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0" name="Google Shape;1760;p13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1" name="Google Shape;1761;p13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2" name="Google Shape;1762;p13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3" name="Google Shape;1763;p13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4" name="Google Shape;1764;p13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5" name="Google Shape;1765;p13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6" name="Google Shape;1766;p13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7" name="Google Shape;1767;p13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8" name="Google Shape;1768;p13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9" name="Google Shape;1769;p13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0" name="Google Shape;1770;p13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1" name="Google Shape;1771;p13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2" name="Google Shape;1772;p13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3" name="Google Shape;1773;p13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4" name="Google Shape;1774;p13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775" name="Google Shape;1775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776" name="Google Shape;1776;p13"/>
          <p:cNvSpPr txBox="1">
            <a:spLocks noGrp="1"/>
          </p:cNvSpPr>
          <p:nvPr>
            <p:ph type="title" idx="2" hasCustomPrompt="1"/>
          </p:nvPr>
        </p:nvSpPr>
        <p:spPr>
          <a:xfrm>
            <a:off x="835825" y="1212500"/>
            <a:ext cx="860100" cy="447600"/>
          </a:xfrm>
          <a:prstGeom prst="rect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77" name="Google Shape;1777;p13"/>
          <p:cNvSpPr txBox="1">
            <a:spLocks noGrp="1"/>
          </p:cNvSpPr>
          <p:nvPr>
            <p:ph type="title" idx="3" hasCustomPrompt="1"/>
          </p:nvPr>
        </p:nvSpPr>
        <p:spPr>
          <a:xfrm>
            <a:off x="835825" y="2983397"/>
            <a:ext cx="860100" cy="447600"/>
          </a:xfrm>
          <a:prstGeom prst="rect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78" name="Google Shape;1778;p13"/>
          <p:cNvSpPr txBox="1">
            <a:spLocks noGrp="1"/>
          </p:cNvSpPr>
          <p:nvPr>
            <p:ph type="title" idx="4" hasCustomPrompt="1"/>
          </p:nvPr>
        </p:nvSpPr>
        <p:spPr>
          <a:xfrm>
            <a:off x="3773075" y="1212500"/>
            <a:ext cx="860100" cy="447600"/>
          </a:xfrm>
          <a:prstGeom prst="rect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79" name="Google Shape;1779;p13"/>
          <p:cNvSpPr txBox="1">
            <a:spLocks noGrp="1"/>
          </p:cNvSpPr>
          <p:nvPr>
            <p:ph type="title" idx="5" hasCustomPrompt="1"/>
          </p:nvPr>
        </p:nvSpPr>
        <p:spPr>
          <a:xfrm>
            <a:off x="3773075" y="2983397"/>
            <a:ext cx="860100" cy="447600"/>
          </a:xfrm>
          <a:prstGeom prst="rect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80" name="Google Shape;1780;p13"/>
          <p:cNvSpPr txBox="1">
            <a:spLocks noGrp="1"/>
          </p:cNvSpPr>
          <p:nvPr>
            <p:ph type="subTitle" idx="1"/>
          </p:nvPr>
        </p:nvSpPr>
        <p:spPr>
          <a:xfrm>
            <a:off x="713225" y="1854825"/>
            <a:ext cx="21204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781" name="Google Shape;1781;p13"/>
          <p:cNvSpPr txBox="1">
            <a:spLocks noGrp="1"/>
          </p:cNvSpPr>
          <p:nvPr>
            <p:ph type="subTitle" idx="6"/>
          </p:nvPr>
        </p:nvSpPr>
        <p:spPr>
          <a:xfrm>
            <a:off x="3650475" y="1854825"/>
            <a:ext cx="21204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782" name="Google Shape;1782;p13"/>
          <p:cNvSpPr txBox="1">
            <a:spLocks noGrp="1"/>
          </p:cNvSpPr>
          <p:nvPr>
            <p:ph type="subTitle" idx="7"/>
          </p:nvPr>
        </p:nvSpPr>
        <p:spPr>
          <a:xfrm>
            <a:off x="713225" y="3625775"/>
            <a:ext cx="21204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783" name="Google Shape;1783;p13"/>
          <p:cNvSpPr txBox="1">
            <a:spLocks noGrp="1"/>
          </p:cNvSpPr>
          <p:nvPr>
            <p:ph type="subTitle" idx="8"/>
          </p:nvPr>
        </p:nvSpPr>
        <p:spPr>
          <a:xfrm>
            <a:off x="3650475" y="3625775"/>
            <a:ext cx="21204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784" name="Google Shape;1784;p13"/>
          <p:cNvSpPr txBox="1">
            <a:spLocks noGrp="1"/>
          </p:cNvSpPr>
          <p:nvPr>
            <p:ph type="subTitle" idx="9"/>
          </p:nvPr>
        </p:nvSpPr>
        <p:spPr>
          <a:xfrm>
            <a:off x="713225" y="2183400"/>
            <a:ext cx="2120400" cy="49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785" name="Google Shape;1785;p13"/>
          <p:cNvSpPr txBox="1">
            <a:spLocks noGrp="1"/>
          </p:cNvSpPr>
          <p:nvPr>
            <p:ph type="subTitle" idx="13"/>
          </p:nvPr>
        </p:nvSpPr>
        <p:spPr>
          <a:xfrm>
            <a:off x="3650475" y="2183400"/>
            <a:ext cx="2120400" cy="49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786" name="Google Shape;1786;p13"/>
          <p:cNvSpPr txBox="1">
            <a:spLocks noGrp="1"/>
          </p:cNvSpPr>
          <p:nvPr>
            <p:ph type="subTitle" idx="14"/>
          </p:nvPr>
        </p:nvSpPr>
        <p:spPr>
          <a:xfrm>
            <a:off x="713225" y="3944075"/>
            <a:ext cx="2120400" cy="49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787" name="Google Shape;1787;p13"/>
          <p:cNvSpPr txBox="1">
            <a:spLocks noGrp="1"/>
          </p:cNvSpPr>
          <p:nvPr>
            <p:ph type="subTitle" idx="15"/>
          </p:nvPr>
        </p:nvSpPr>
        <p:spPr>
          <a:xfrm>
            <a:off x="3650475" y="3944075"/>
            <a:ext cx="2120400" cy="49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1788" name="Google Shape;1788;p13"/>
          <p:cNvGrpSpPr/>
          <p:nvPr/>
        </p:nvGrpSpPr>
        <p:grpSpPr>
          <a:xfrm rot="5400000" flipH="1">
            <a:off x="7238168" y="-256884"/>
            <a:ext cx="214799" cy="2156875"/>
            <a:chOff x="425780" y="482769"/>
            <a:chExt cx="127819" cy="561525"/>
          </a:xfrm>
        </p:grpSpPr>
        <p:sp>
          <p:nvSpPr>
            <p:cNvPr id="1789" name="Google Shape;1789;p13"/>
            <p:cNvSpPr/>
            <p:nvPr/>
          </p:nvSpPr>
          <p:spPr>
            <a:xfrm>
              <a:off x="425780" y="482769"/>
              <a:ext cx="10474" cy="561525"/>
            </a:xfrm>
            <a:custGeom>
              <a:avLst/>
              <a:gdLst/>
              <a:ahLst/>
              <a:cxnLst/>
              <a:rect l="l" t="t" r="r" b="b"/>
              <a:pathLst>
                <a:path w="187" h="10025" extrusionOk="0">
                  <a:moveTo>
                    <a:pt x="1" y="0"/>
                  </a:moveTo>
                  <a:lnTo>
                    <a:pt x="1" y="10024"/>
                  </a:lnTo>
                  <a:lnTo>
                    <a:pt x="187" y="10024"/>
                  </a:lnTo>
                  <a:lnTo>
                    <a:pt x="187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13"/>
            <p:cNvSpPr/>
            <p:nvPr/>
          </p:nvSpPr>
          <p:spPr>
            <a:xfrm>
              <a:off x="445160" y="482769"/>
              <a:ext cx="10642" cy="561525"/>
            </a:xfrm>
            <a:custGeom>
              <a:avLst/>
              <a:gdLst/>
              <a:ahLst/>
              <a:cxnLst/>
              <a:rect l="l" t="t" r="r" b="b"/>
              <a:pathLst>
                <a:path w="190" h="10025" extrusionOk="0">
                  <a:moveTo>
                    <a:pt x="1" y="0"/>
                  </a:moveTo>
                  <a:lnTo>
                    <a:pt x="1" y="10024"/>
                  </a:lnTo>
                  <a:lnTo>
                    <a:pt x="190" y="10024"/>
                  </a:lnTo>
                  <a:lnTo>
                    <a:pt x="190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13"/>
            <p:cNvSpPr/>
            <p:nvPr/>
          </p:nvSpPr>
          <p:spPr>
            <a:xfrm>
              <a:off x="464708" y="482769"/>
              <a:ext cx="10474" cy="561525"/>
            </a:xfrm>
            <a:custGeom>
              <a:avLst/>
              <a:gdLst/>
              <a:ahLst/>
              <a:cxnLst/>
              <a:rect l="l" t="t" r="r" b="b"/>
              <a:pathLst>
                <a:path w="187" h="10025" extrusionOk="0">
                  <a:moveTo>
                    <a:pt x="1" y="0"/>
                  </a:moveTo>
                  <a:lnTo>
                    <a:pt x="1" y="10024"/>
                  </a:lnTo>
                  <a:lnTo>
                    <a:pt x="187" y="10024"/>
                  </a:lnTo>
                  <a:lnTo>
                    <a:pt x="187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13"/>
            <p:cNvSpPr/>
            <p:nvPr/>
          </p:nvSpPr>
          <p:spPr>
            <a:xfrm>
              <a:off x="484088" y="482769"/>
              <a:ext cx="10474" cy="561525"/>
            </a:xfrm>
            <a:custGeom>
              <a:avLst/>
              <a:gdLst/>
              <a:ahLst/>
              <a:cxnLst/>
              <a:rect l="l" t="t" r="r" b="b"/>
              <a:pathLst>
                <a:path w="187" h="10025" extrusionOk="0">
                  <a:moveTo>
                    <a:pt x="1" y="0"/>
                  </a:moveTo>
                  <a:lnTo>
                    <a:pt x="1" y="10024"/>
                  </a:lnTo>
                  <a:lnTo>
                    <a:pt x="187" y="10024"/>
                  </a:lnTo>
                  <a:lnTo>
                    <a:pt x="187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13"/>
            <p:cNvSpPr/>
            <p:nvPr/>
          </p:nvSpPr>
          <p:spPr>
            <a:xfrm>
              <a:off x="503468" y="482769"/>
              <a:ext cx="10642" cy="561525"/>
            </a:xfrm>
            <a:custGeom>
              <a:avLst/>
              <a:gdLst/>
              <a:ahLst/>
              <a:cxnLst/>
              <a:rect l="l" t="t" r="r" b="b"/>
              <a:pathLst>
                <a:path w="190" h="10025" extrusionOk="0">
                  <a:moveTo>
                    <a:pt x="1" y="0"/>
                  </a:moveTo>
                  <a:lnTo>
                    <a:pt x="1" y="10024"/>
                  </a:lnTo>
                  <a:lnTo>
                    <a:pt x="190" y="10024"/>
                  </a:lnTo>
                  <a:lnTo>
                    <a:pt x="190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13"/>
            <p:cNvSpPr/>
            <p:nvPr/>
          </p:nvSpPr>
          <p:spPr>
            <a:xfrm>
              <a:off x="523072" y="482769"/>
              <a:ext cx="11146" cy="561525"/>
            </a:xfrm>
            <a:custGeom>
              <a:avLst/>
              <a:gdLst/>
              <a:ahLst/>
              <a:cxnLst/>
              <a:rect l="l" t="t" r="r" b="b"/>
              <a:pathLst>
                <a:path w="199" h="10025" extrusionOk="0">
                  <a:moveTo>
                    <a:pt x="0" y="0"/>
                  </a:moveTo>
                  <a:lnTo>
                    <a:pt x="0" y="10024"/>
                  </a:lnTo>
                  <a:lnTo>
                    <a:pt x="199" y="10024"/>
                  </a:lnTo>
                  <a:lnTo>
                    <a:pt x="199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13"/>
            <p:cNvSpPr/>
            <p:nvPr/>
          </p:nvSpPr>
          <p:spPr>
            <a:xfrm>
              <a:off x="542452" y="482769"/>
              <a:ext cx="11146" cy="561525"/>
            </a:xfrm>
            <a:custGeom>
              <a:avLst/>
              <a:gdLst/>
              <a:ahLst/>
              <a:cxnLst/>
              <a:rect l="l" t="t" r="r" b="b"/>
              <a:pathLst>
                <a:path w="199" h="10025" extrusionOk="0">
                  <a:moveTo>
                    <a:pt x="0" y="0"/>
                  </a:moveTo>
                  <a:lnTo>
                    <a:pt x="0" y="10024"/>
                  </a:lnTo>
                  <a:lnTo>
                    <a:pt x="199" y="10024"/>
                  </a:lnTo>
                  <a:lnTo>
                    <a:pt x="199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2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80" name="Google Shape;2480;p18"/>
          <p:cNvGrpSpPr/>
          <p:nvPr userDrawn="1"/>
        </p:nvGrpSpPr>
        <p:grpSpPr>
          <a:xfrm>
            <a:off x="116653" y="191703"/>
            <a:ext cx="8910952" cy="4773370"/>
            <a:chOff x="238425" y="1163850"/>
            <a:chExt cx="2110050" cy="1130300"/>
          </a:xfrm>
        </p:grpSpPr>
        <p:sp>
          <p:nvSpPr>
            <p:cNvPr id="2481" name="Google Shape;2481;p18"/>
            <p:cNvSpPr/>
            <p:nvPr/>
          </p:nvSpPr>
          <p:spPr>
            <a:xfrm>
              <a:off x="238425" y="1163850"/>
              <a:ext cx="2110050" cy="1130300"/>
            </a:xfrm>
            <a:custGeom>
              <a:avLst/>
              <a:gdLst/>
              <a:ahLst/>
              <a:cxnLst/>
              <a:rect l="l" t="t" r="r" b="b"/>
              <a:pathLst>
                <a:path w="84402" h="45212" extrusionOk="0">
                  <a:moveTo>
                    <a:pt x="84174" y="228"/>
                  </a:moveTo>
                  <a:lnTo>
                    <a:pt x="84174" y="39820"/>
                  </a:lnTo>
                  <a:cubicBezTo>
                    <a:pt x="82159" y="41835"/>
                    <a:pt x="81025" y="42969"/>
                    <a:pt x="79010" y="44984"/>
                  </a:cubicBezTo>
                  <a:lnTo>
                    <a:pt x="228" y="44984"/>
                  </a:lnTo>
                  <a:lnTo>
                    <a:pt x="228" y="5408"/>
                  </a:lnTo>
                  <a:cubicBezTo>
                    <a:pt x="2256" y="3380"/>
                    <a:pt x="3393" y="2259"/>
                    <a:pt x="5408" y="228"/>
                  </a:cubicBezTo>
                  <a:close/>
                  <a:moveTo>
                    <a:pt x="5315" y="0"/>
                  </a:moveTo>
                  <a:lnTo>
                    <a:pt x="5248" y="68"/>
                  </a:lnTo>
                  <a:lnTo>
                    <a:pt x="68" y="5248"/>
                  </a:lnTo>
                  <a:lnTo>
                    <a:pt x="1" y="5315"/>
                  </a:lnTo>
                  <a:lnTo>
                    <a:pt x="1" y="5408"/>
                  </a:lnTo>
                  <a:lnTo>
                    <a:pt x="1" y="44984"/>
                  </a:lnTo>
                  <a:lnTo>
                    <a:pt x="1" y="45212"/>
                  </a:lnTo>
                  <a:lnTo>
                    <a:pt x="79103" y="45212"/>
                  </a:lnTo>
                  <a:lnTo>
                    <a:pt x="79157" y="45145"/>
                  </a:lnTo>
                  <a:lnTo>
                    <a:pt x="82652" y="41662"/>
                  </a:lnTo>
                  <a:lnTo>
                    <a:pt x="84334" y="39980"/>
                  </a:lnTo>
                  <a:lnTo>
                    <a:pt x="84401" y="39913"/>
                  </a:lnTo>
                  <a:lnTo>
                    <a:pt x="84401" y="39820"/>
                  </a:lnTo>
                  <a:lnTo>
                    <a:pt x="84401" y="228"/>
                  </a:lnTo>
                  <a:lnTo>
                    <a:pt x="8440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2" name="Google Shape;2482;p18"/>
            <p:cNvSpPr/>
            <p:nvPr/>
          </p:nvSpPr>
          <p:spPr>
            <a:xfrm>
              <a:off x="244125" y="1169525"/>
              <a:ext cx="2098675" cy="1118950"/>
            </a:xfrm>
            <a:custGeom>
              <a:avLst/>
              <a:gdLst/>
              <a:ahLst/>
              <a:cxnLst/>
              <a:rect l="l" t="t" r="r" b="b"/>
              <a:pathLst>
                <a:path w="83947" h="44758" extrusionOk="0">
                  <a:moveTo>
                    <a:pt x="4751" y="1"/>
                  </a:moveTo>
                  <a:cubicBezTo>
                    <a:pt x="2896" y="1856"/>
                    <a:pt x="1855" y="2897"/>
                    <a:pt x="0" y="4755"/>
                  </a:cubicBezTo>
                  <a:lnTo>
                    <a:pt x="0" y="44757"/>
                  </a:lnTo>
                  <a:lnTo>
                    <a:pt x="79208" y="44757"/>
                  </a:lnTo>
                  <a:cubicBezTo>
                    <a:pt x="81063" y="42915"/>
                    <a:pt x="82091" y="41874"/>
                    <a:pt x="83946" y="40019"/>
                  </a:cubicBezTo>
                  <a:lnTo>
                    <a:pt x="83946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3" name="Google Shape;2483;p18"/>
            <p:cNvSpPr/>
            <p:nvPr/>
          </p:nvSpPr>
          <p:spPr>
            <a:xfrm>
              <a:off x="244125" y="1169525"/>
              <a:ext cx="2098675" cy="1118950"/>
            </a:xfrm>
            <a:custGeom>
              <a:avLst/>
              <a:gdLst/>
              <a:ahLst/>
              <a:cxnLst/>
              <a:rect l="l" t="t" r="r" b="b"/>
              <a:pathLst>
                <a:path w="83947" h="44758" extrusionOk="0">
                  <a:moveTo>
                    <a:pt x="83866" y="81"/>
                  </a:moveTo>
                  <a:lnTo>
                    <a:pt x="83866" y="39552"/>
                  </a:lnTo>
                  <a:lnTo>
                    <a:pt x="82197" y="41221"/>
                  </a:lnTo>
                  <a:lnTo>
                    <a:pt x="78740" y="44677"/>
                  </a:lnTo>
                  <a:lnTo>
                    <a:pt x="93" y="44677"/>
                  </a:lnTo>
                  <a:lnTo>
                    <a:pt x="93" y="5206"/>
                  </a:lnTo>
                  <a:lnTo>
                    <a:pt x="5219" y="81"/>
                  </a:lnTo>
                  <a:close/>
                  <a:moveTo>
                    <a:pt x="5180" y="1"/>
                  </a:moveTo>
                  <a:cubicBezTo>
                    <a:pt x="3165" y="2032"/>
                    <a:pt x="2028" y="3153"/>
                    <a:pt x="0" y="5181"/>
                  </a:cubicBezTo>
                  <a:lnTo>
                    <a:pt x="0" y="44757"/>
                  </a:lnTo>
                  <a:lnTo>
                    <a:pt x="78782" y="44757"/>
                  </a:lnTo>
                  <a:cubicBezTo>
                    <a:pt x="80797" y="42742"/>
                    <a:pt x="81931" y="41608"/>
                    <a:pt x="83946" y="39593"/>
                  </a:cubicBezTo>
                  <a:lnTo>
                    <a:pt x="83946" y="1"/>
                  </a:ln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4" name="Google Shape;2484;p18"/>
            <p:cNvSpPr/>
            <p:nvPr/>
          </p:nvSpPr>
          <p:spPr>
            <a:xfrm>
              <a:off x="276475" y="1201875"/>
              <a:ext cx="2033950" cy="1054250"/>
            </a:xfrm>
            <a:custGeom>
              <a:avLst/>
              <a:gdLst/>
              <a:ahLst/>
              <a:cxnLst/>
              <a:rect l="l" t="t" r="r" b="b"/>
              <a:pathLst>
                <a:path w="81358" h="42170" extrusionOk="0">
                  <a:moveTo>
                    <a:pt x="4312" y="1"/>
                  </a:moveTo>
                  <a:cubicBezTo>
                    <a:pt x="2631" y="1683"/>
                    <a:pt x="1682" y="2631"/>
                    <a:pt x="0" y="4313"/>
                  </a:cubicBezTo>
                  <a:lnTo>
                    <a:pt x="0" y="42169"/>
                  </a:lnTo>
                  <a:lnTo>
                    <a:pt x="77046" y="42169"/>
                  </a:lnTo>
                  <a:lnTo>
                    <a:pt x="81358" y="37857"/>
                  </a:lnTo>
                  <a:lnTo>
                    <a:pt x="8135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5" name="Google Shape;2485;p18"/>
            <p:cNvSpPr/>
            <p:nvPr/>
          </p:nvSpPr>
          <p:spPr>
            <a:xfrm>
              <a:off x="276475" y="1595675"/>
              <a:ext cx="15725" cy="266975"/>
            </a:xfrm>
            <a:custGeom>
              <a:avLst/>
              <a:gdLst/>
              <a:ahLst/>
              <a:cxnLst/>
              <a:rect l="l" t="t" r="r" b="b"/>
              <a:pathLst>
                <a:path w="629" h="10679" extrusionOk="0">
                  <a:moveTo>
                    <a:pt x="0" y="1"/>
                  </a:moveTo>
                  <a:lnTo>
                    <a:pt x="0" y="10678"/>
                  </a:lnTo>
                  <a:cubicBezTo>
                    <a:pt x="350" y="10678"/>
                    <a:pt x="628" y="10399"/>
                    <a:pt x="628" y="10053"/>
                  </a:cubicBezTo>
                  <a:lnTo>
                    <a:pt x="628" y="629"/>
                  </a:lnTo>
                  <a:cubicBezTo>
                    <a:pt x="628" y="283"/>
                    <a:pt x="350" y="1"/>
                    <a:pt x="0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6" name="Google Shape;2486;p18"/>
            <p:cNvSpPr/>
            <p:nvPr/>
          </p:nvSpPr>
          <p:spPr>
            <a:xfrm>
              <a:off x="2293750" y="1595675"/>
              <a:ext cx="15725" cy="266975"/>
            </a:xfrm>
            <a:custGeom>
              <a:avLst/>
              <a:gdLst/>
              <a:ahLst/>
              <a:cxnLst/>
              <a:rect l="l" t="t" r="r" b="b"/>
              <a:pathLst>
                <a:path w="629" h="10679" extrusionOk="0">
                  <a:moveTo>
                    <a:pt x="628" y="1"/>
                  </a:moveTo>
                  <a:cubicBezTo>
                    <a:pt x="279" y="1"/>
                    <a:pt x="0" y="283"/>
                    <a:pt x="0" y="629"/>
                  </a:cubicBezTo>
                  <a:lnTo>
                    <a:pt x="0" y="10053"/>
                  </a:lnTo>
                  <a:cubicBezTo>
                    <a:pt x="0" y="10399"/>
                    <a:pt x="279" y="10678"/>
                    <a:pt x="628" y="10678"/>
                  </a:cubicBezTo>
                  <a:lnTo>
                    <a:pt x="62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7" name="Google Shape;2487;p18"/>
            <p:cNvSpPr/>
            <p:nvPr/>
          </p:nvSpPr>
          <p:spPr>
            <a:xfrm>
              <a:off x="275200" y="1200600"/>
              <a:ext cx="2036600" cy="1056875"/>
            </a:xfrm>
            <a:custGeom>
              <a:avLst/>
              <a:gdLst/>
              <a:ahLst/>
              <a:cxnLst/>
              <a:rect l="l" t="t" r="r" b="b"/>
              <a:pathLst>
                <a:path w="81464" h="42275" extrusionOk="0">
                  <a:moveTo>
                    <a:pt x="81354" y="106"/>
                  </a:moveTo>
                  <a:lnTo>
                    <a:pt x="81354" y="37886"/>
                  </a:lnTo>
                  <a:lnTo>
                    <a:pt x="81354" y="37886"/>
                  </a:lnTo>
                  <a:cubicBezTo>
                    <a:pt x="79692" y="39561"/>
                    <a:pt x="78758" y="40491"/>
                    <a:pt x="77087" y="42166"/>
                  </a:cubicBezTo>
                  <a:lnTo>
                    <a:pt x="106" y="42166"/>
                  </a:lnTo>
                  <a:lnTo>
                    <a:pt x="106" y="4393"/>
                  </a:lnTo>
                  <a:lnTo>
                    <a:pt x="106" y="4393"/>
                  </a:lnTo>
                  <a:cubicBezTo>
                    <a:pt x="1776" y="2723"/>
                    <a:pt x="2723" y="1776"/>
                    <a:pt x="4392" y="106"/>
                  </a:cubicBezTo>
                  <a:close/>
                  <a:moveTo>
                    <a:pt x="4351" y="1"/>
                  </a:moveTo>
                  <a:lnTo>
                    <a:pt x="4338" y="13"/>
                  </a:lnTo>
                  <a:cubicBezTo>
                    <a:pt x="2643" y="1695"/>
                    <a:pt x="1708" y="2644"/>
                    <a:pt x="13" y="4325"/>
                  </a:cubicBezTo>
                  <a:lnTo>
                    <a:pt x="0" y="4351"/>
                  </a:lnTo>
                  <a:lnTo>
                    <a:pt x="0" y="42275"/>
                  </a:lnTo>
                  <a:lnTo>
                    <a:pt x="77126" y="42275"/>
                  </a:lnTo>
                  <a:lnTo>
                    <a:pt x="77138" y="42259"/>
                  </a:lnTo>
                  <a:lnTo>
                    <a:pt x="81450" y="37950"/>
                  </a:lnTo>
                  <a:lnTo>
                    <a:pt x="81463" y="37934"/>
                  </a:lnTo>
                  <a:lnTo>
                    <a:pt x="81463" y="1"/>
                  </a:lnTo>
                  <a:close/>
                </a:path>
              </a:pathLst>
            </a:custGeom>
            <a:solidFill>
              <a:srgbClr val="FF24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88" name="Google Shape;2488;p18"/>
          <p:cNvGrpSpPr/>
          <p:nvPr/>
        </p:nvGrpSpPr>
        <p:grpSpPr>
          <a:xfrm>
            <a:off x="-6449" y="6551"/>
            <a:ext cx="9150439" cy="5143478"/>
            <a:chOff x="-6449" y="-94"/>
            <a:chExt cx="9150439" cy="5143478"/>
          </a:xfrm>
        </p:grpSpPr>
        <p:grpSp>
          <p:nvGrpSpPr>
            <p:cNvPr id="2489" name="Google Shape;2489;p18"/>
            <p:cNvGrpSpPr/>
            <p:nvPr/>
          </p:nvGrpSpPr>
          <p:grpSpPr>
            <a:xfrm>
              <a:off x="6499576" y="-94"/>
              <a:ext cx="2644414" cy="5143478"/>
              <a:chOff x="540125" y="3028300"/>
              <a:chExt cx="364425" cy="708800"/>
            </a:xfrm>
          </p:grpSpPr>
          <p:sp>
            <p:nvSpPr>
              <p:cNvPr id="2490" name="Google Shape;2490;p18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1" name="Google Shape;2491;p18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2" name="Google Shape;2492;p18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3" name="Google Shape;2493;p18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4" name="Google Shape;2494;p18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5" name="Google Shape;2495;p18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6" name="Google Shape;2496;p18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7" name="Google Shape;2497;p18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8" name="Google Shape;2498;p18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9" name="Google Shape;2499;p18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0" name="Google Shape;2500;p18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1" name="Google Shape;2501;p18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2" name="Google Shape;2502;p18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3" name="Google Shape;2503;p18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4" name="Google Shape;2504;p18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5" name="Google Shape;2505;p18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6" name="Google Shape;2506;p18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7" name="Google Shape;2507;p18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8" name="Google Shape;2508;p18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9" name="Google Shape;2509;p18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0" name="Google Shape;2510;p18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1" name="Google Shape;2511;p18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2" name="Google Shape;2512;p18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3" name="Google Shape;2513;p18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4" name="Google Shape;2514;p18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5" name="Google Shape;2515;p18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6" name="Google Shape;2516;p18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7" name="Google Shape;2517;p18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8" name="Google Shape;2518;p18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9" name="Google Shape;2519;p18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0" name="Google Shape;2520;p18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1" name="Google Shape;2521;p18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2" name="Google Shape;2522;p18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3" name="Google Shape;2523;p18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4" name="Google Shape;2524;p18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5" name="Google Shape;2525;p18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26" name="Google Shape;2526;p18"/>
            <p:cNvGrpSpPr/>
            <p:nvPr/>
          </p:nvGrpSpPr>
          <p:grpSpPr>
            <a:xfrm>
              <a:off x="-6449" y="-94"/>
              <a:ext cx="2644414" cy="5143478"/>
              <a:chOff x="540125" y="3028300"/>
              <a:chExt cx="364425" cy="708800"/>
            </a:xfrm>
          </p:grpSpPr>
          <p:sp>
            <p:nvSpPr>
              <p:cNvPr id="2527" name="Google Shape;2527;p18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8" name="Google Shape;2528;p18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9" name="Google Shape;2529;p18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0" name="Google Shape;2530;p18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1" name="Google Shape;2531;p18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2" name="Google Shape;2532;p18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3" name="Google Shape;2533;p18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4" name="Google Shape;2534;p18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5" name="Google Shape;2535;p18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6" name="Google Shape;2536;p18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7" name="Google Shape;2537;p18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8" name="Google Shape;2538;p18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9" name="Google Shape;2539;p18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0" name="Google Shape;2540;p18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1" name="Google Shape;2541;p18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2" name="Google Shape;2542;p18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3" name="Google Shape;2543;p18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4" name="Google Shape;2544;p18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5" name="Google Shape;2545;p18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6" name="Google Shape;2546;p18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7" name="Google Shape;2547;p18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8" name="Google Shape;2548;p18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9" name="Google Shape;2549;p18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0" name="Google Shape;2550;p18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1" name="Google Shape;2551;p18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2" name="Google Shape;2552;p18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3" name="Google Shape;2553;p18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4" name="Google Shape;2554;p18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5" name="Google Shape;2555;p18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6" name="Google Shape;2556;p18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7" name="Google Shape;2557;p18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8" name="Google Shape;2558;p18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9" name="Google Shape;2559;p18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0" name="Google Shape;2560;p18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1" name="Google Shape;2561;p18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2" name="Google Shape;2562;p18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63" name="Google Shape;2563;p18"/>
            <p:cNvGrpSpPr/>
            <p:nvPr/>
          </p:nvGrpSpPr>
          <p:grpSpPr>
            <a:xfrm rot="5400000">
              <a:off x="3406651" y="-1249544"/>
              <a:ext cx="2644414" cy="5143478"/>
              <a:chOff x="540125" y="3028300"/>
              <a:chExt cx="364425" cy="708800"/>
            </a:xfrm>
          </p:grpSpPr>
          <p:sp>
            <p:nvSpPr>
              <p:cNvPr id="2564" name="Google Shape;2564;p18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5" name="Google Shape;2565;p18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6" name="Google Shape;2566;p18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7" name="Google Shape;2567;p18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8" name="Google Shape;2568;p18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9" name="Google Shape;2569;p18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0" name="Google Shape;2570;p18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1" name="Google Shape;2571;p18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2" name="Google Shape;2572;p18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3" name="Google Shape;2573;p18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4" name="Google Shape;2574;p18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5" name="Google Shape;2575;p18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6" name="Google Shape;2576;p18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7" name="Google Shape;2577;p18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8" name="Google Shape;2578;p18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9" name="Google Shape;2579;p18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0" name="Google Shape;2580;p18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1" name="Google Shape;2581;p18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2" name="Google Shape;2582;p18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3" name="Google Shape;2583;p18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4" name="Google Shape;2584;p18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5" name="Google Shape;2585;p18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6" name="Google Shape;2586;p18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7" name="Google Shape;2587;p18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8" name="Google Shape;2588;p18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9" name="Google Shape;2589;p18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0" name="Google Shape;2590;p18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1" name="Google Shape;2591;p18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2" name="Google Shape;2592;p18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3" name="Google Shape;2593;p18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4" name="Google Shape;2594;p18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5" name="Google Shape;2595;p18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6" name="Google Shape;2596;p18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7" name="Google Shape;2597;p18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8" name="Google Shape;2598;p18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9" name="Google Shape;2599;p18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00" name="Google Shape;2600;p18"/>
            <p:cNvGrpSpPr/>
            <p:nvPr/>
          </p:nvGrpSpPr>
          <p:grpSpPr>
            <a:xfrm rot="5400000">
              <a:off x="3406651" y="1243856"/>
              <a:ext cx="2644414" cy="5143478"/>
              <a:chOff x="540125" y="3028300"/>
              <a:chExt cx="364425" cy="708800"/>
            </a:xfrm>
          </p:grpSpPr>
          <p:sp>
            <p:nvSpPr>
              <p:cNvPr id="2601" name="Google Shape;2601;p18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2" name="Google Shape;2602;p18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3" name="Google Shape;2603;p18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4" name="Google Shape;2604;p18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5" name="Google Shape;2605;p18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6" name="Google Shape;2606;p18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7" name="Google Shape;2607;p18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8" name="Google Shape;2608;p18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9" name="Google Shape;2609;p18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0" name="Google Shape;2610;p18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1" name="Google Shape;2611;p18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2" name="Google Shape;2612;p18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3" name="Google Shape;2613;p18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4" name="Google Shape;2614;p18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5" name="Google Shape;2615;p18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6" name="Google Shape;2616;p18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7" name="Google Shape;2617;p18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8" name="Google Shape;2618;p18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9" name="Google Shape;2619;p18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0" name="Google Shape;2620;p18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1" name="Google Shape;2621;p18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2" name="Google Shape;2622;p18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3" name="Google Shape;2623;p18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4" name="Google Shape;2624;p18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5" name="Google Shape;2625;p18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6" name="Google Shape;2626;p18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7" name="Google Shape;2627;p18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8" name="Google Shape;2628;p18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9" name="Google Shape;2629;p18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0" name="Google Shape;2630;p18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1" name="Google Shape;2631;p18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2" name="Google Shape;2632;p18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3" name="Google Shape;2633;p18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4" name="Google Shape;2634;p18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5" name="Google Shape;2635;p18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6" name="Google Shape;2636;p18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637" name="Google Shape;2637;p18"/>
          <p:cNvSpPr txBox="1">
            <a:spLocks noGrp="1"/>
          </p:cNvSpPr>
          <p:nvPr>
            <p:ph type="title"/>
          </p:nvPr>
        </p:nvSpPr>
        <p:spPr>
          <a:xfrm>
            <a:off x="2347938" y="655812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72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638" name="Google Shape;2638;p18"/>
          <p:cNvSpPr txBox="1">
            <a:spLocks noGrp="1"/>
          </p:cNvSpPr>
          <p:nvPr>
            <p:ph type="subTitle" idx="1"/>
          </p:nvPr>
        </p:nvSpPr>
        <p:spPr>
          <a:xfrm>
            <a:off x="2347900" y="1780137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41" name="Google Shape;2641;p19"/>
          <p:cNvGrpSpPr/>
          <p:nvPr/>
        </p:nvGrpSpPr>
        <p:grpSpPr>
          <a:xfrm>
            <a:off x="116653" y="185058"/>
            <a:ext cx="8910952" cy="4773370"/>
            <a:chOff x="238425" y="1163850"/>
            <a:chExt cx="2110050" cy="1130300"/>
          </a:xfrm>
        </p:grpSpPr>
        <p:sp>
          <p:nvSpPr>
            <p:cNvPr id="2642" name="Google Shape;2642;p19"/>
            <p:cNvSpPr/>
            <p:nvPr/>
          </p:nvSpPr>
          <p:spPr>
            <a:xfrm>
              <a:off x="238425" y="1163850"/>
              <a:ext cx="2110050" cy="1130300"/>
            </a:xfrm>
            <a:custGeom>
              <a:avLst/>
              <a:gdLst/>
              <a:ahLst/>
              <a:cxnLst/>
              <a:rect l="l" t="t" r="r" b="b"/>
              <a:pathLst>
                <a:path w="84402" h="45212" extrusionOk="0">
                  <a:moveTo>
                    <a:pt x="84174" y="228"/>
                  </a:moveTo>
                  <a:lnTo>
                    <a:pt x="84174" y="39820"/>
                  </a:lnTo>
                  <a:cubicBezTo>
                    <a:pt x="82159" y="41835"/>
                    <a:pt x="81025" y="42969"/>
                    <a:pt x="79010" y="44984"/>
                  </a:cubicBezTo>
                  <a:lnTo>
                    <a:pt x="228" y="44984"/>
                  </a:lnTo>
                  <a:lnTo>
                    <a:pt x="228" y="5408"/>
                  </a:lnTo>
                  <a:cubicBezTo>
                    <a:pt x="2256" y="3380"/>
                    <a:pt x="3393" y="2259"/>
                    <a:pt x="5408" y="228"/>
                  </a:cubicBezTo>
                  <a:close/>
                  <a:moveTo>
                    <a:pt x="5315" y="0"/>
                  </a:moveTo>
                  <a:lnTo>
                    <a:pt x="5248" y="68"/>
                  </a:lnTo>
                  <a:lnTo>
                    <a:pt x="68" y="5248"/>
                  </a:lnTo>
                  <a:lnTo>
                    <a:pt x="1" y="5315"/>
                  </a:lnTo>
                  <a:lnTo>
                    <a:pt x="1" y="5408"/>
                  </a:lnTo>
                  <a:lnTo>
                    <a:pt x="1" y="44984"/>
                  </a:lnTo>
                  <a:lnTo>
                    <a:pt x="1" y="45212"/>
                  </a:lnTo>
                  <a:lnTo>
                    <a:pt x="79103" y="45212"/>
                  </a:lnTo>
                  <a:lnTo>
                    <a:pt x="79157" y="45145"/>
                  </a:lnTo>
                  <a:lnTo>
                    <a:pt x="82652" y="41662"/>
                  </a:lnTo>
                  <a:lnTo>
                    <a:pt x="84334" y="39980"/>
                  </a:lnTo>
                  <a:lnTo>
                    <a:pt x="84401" y="39913"/>
                  </a:lnTo>
                  <a:lnTo>
                    <a:pt x="84401" y="39820"/>
                  </a:lnTo>
                  <a:lnTo>
                    <a:pt x="84401" y="228"/>
                  </a:lnTo>
                  <a:lnTo>
                    <a:pt x="8440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3" name="Google Shape;2643;p19"/>
            <p:cNvSpPr/>
            <p:nvPr/>
          </p:nvSpPr>
          <p:spPr>
            <a:xfrm>
              <a:off x="244125" y="1169525"/>
              <a:ext cx="2098675" cy="1118950"/>
            </a:xfrm>
            <a:custGeom>
              <a:avLst/>
              <a:gdLst/>
              <a:ahLst/>
              <a:cxnLst/>
              <a:rect l="l" t="t" r="r" b="b"/>
              <a:pathLst>
                <a:path w="83947" h="44758" extrusionOk="0">
                  <a:moveTo>
                    <a:pt x="4751" y="1"/>
                  </a:moveTo>
                  <a:cubicBezTo>
                    <a:pt x="2896" y="1856"/>
                    <a:pt x="1855" y="2897"/>
                    <a:pt x="0" y="4755"/>
                  </a:cubicBezTo>
                  <a:lnTo>
                    <a:pt x="0" y="44757"/>
                  </a:lnTo>
                  <a:lnTo>
                    <a:pt x="79208" y="44757"/>
                  </a:lnTo>
                  <a:cubicBezTo>
                    <a:pt x="81063" y="42915"/>
                    <a:pt x="82091" y="41874"/>
                    <a:pt x="83946" y="40019"/>
                  </a:cubicBezTo>
                  <a:lnTo>
                    <a:pt x="83946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4" name="Google Shape;2644;p19"/>
            <p:cNvSpPr/>
            <p:nvPr/>
          </p:nvSpPr>
          <p:spPr>
            <a:xfrm>
              <a:off x="244125" y="1169525"/>
              <a:ext cx="2098675" cy="1118950"/>
            </a:xfrm>
            <a:custGeom>
              <a:avLst/>
              <a:gdLst/>
              <a:ahLst/>
              <a:cxnLst/>
              <a:rect l="l" t="t" r="r" b="b"/>
              <a:pathLst>
                <a:path w="83947" h="44758" extrusionOk="0">
                  <a:moveTo>
                    <a:pt x="83866" y="81"/>
                  </a:moveTo>
                  <a:lnTo>
                    <a:pt x="83866" y="39552"/>
                  </a:lnTo>
                  <a:lnTo>
                    <a:pt x="82197" y="41221"/>
                  </a:lnTo>
                  <a:lnTo>
                    <a:pt x="78740" y="44677"/>
                  </a:lnTo>
                  <a:lnTo>
                    <a:pt x="93" y="44677"/>
                  </a:lnTo>
                  <a:lnTo>
                    <a:pt x="93" y="5206"/>
                  </a:lnTo>
                  <a:lnTo>
                    <a:pt x="5219" y="81"/>
                  </a:lnTo>
                  <a:close/>
                  <a:moveTo>
                    <a:pt x="5180" y="1"/>
                  </a:moveTo>
                  <a:cubicBezTo>
                    <a:pt x="3165" y="2032"/>
                    <a:pt x="2028" y="3153"/>
                    <a:pt x="0" y="5181"/>
                  </a:cubicBezTo>
                  <a:lnTo>
                    <a:pt x="0" y="44757"/>
                  </a:lnTo>
                  <a:lnTo>
                    <a:pt x="78782" y="44757"/>
                  </a:lnTo>
                  <a:cubicBezTo>
                    <a:pt x="80797" y="42742"/>
                    <a:pt x="81931" y="41608"/>
                    <a:pt x="83946" y="39593"/>
                  </a:cubicBezTo>
                  <a:lnTo>
                    <a:pt x="83946" y="1"/>
                  </a:ln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5" name="Google Shape;2645;p19"/>
            <p:cNvSpPr/>
            <p:nvPr/>
          </p:nvSpPr>
          <p:spPr>
            <a:xfrm>
              <a:off x="276475" y="1201875"/>
              <a:ext cx="2033950" cy="1054250"/>
            </a:xfrm>
            <a:custGeom>
              <a:avLst/>
              <a:gdLst/>
              <a:ahLst/>
              <a:cxnLst/>
              <a:rect l="l" t="t" r="r" b="b"/>
              <a:pathLst>
                <a:path w="81358" h="42170" extrusionOk="0">
                  <a:moveTo>
                    <a:pt x="4312" y="1"/>
                  </a:moveTo>
                  <a:cubicBezTo>
                    <a:pt x="2631" y="1683"/>
                    <a:pt x="1682" y="2631"/>
                    <a:pt x="0" y="4313"/>
                  </a:cubicBezTo>
                  <a:lnTo>
                    <a:pt x="0" y="42169"/>
                  </a:lnTo>
                  <a:lnTo>
                    <a:pt x="77046" y="42169"/>
                  </a:lnTo>
                  <a:lnTo>
                    <a:pt x="81358" y="37857"/>
                  </a:lnTo>
                  <a:lnTo>
                    <a:pt x="8135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6" name="Google Shape;2646;p19"/>
            <p:cNvSpPr/>
            <p:nvPr/>
          </p:nvSpPr>
          <p:spPr>
            <a:xfrm>
              <a:off x="276475" y="1595675"/>
              <a:ext cx="15725" cy="266975"/>
            </a:xfrm>
            <a:custGeom>
              <a:avLst/>
              <a:gdLst/>
              <a:ahLst/>
              <a:cxnLst/>
              <a:rect l="l" t="t" r="r" b="b"/>
              <a:pathLst>
                <a:path w="629" h="10679" extrusionOk="0">
                  <a:moveTo>
                    <a:pt x="0" y="1"/>
                  </a:moveTo>
                  <a:lnTo>
                    <a:pt x="0" y="10678"/>
                  </a:lnTo>
                  <a:cubicBezTo>
                    <a:pt x="350" y="10678"/>
                    <a:pt x="628" y="10399"/>
                    <a:pt x="628" y="10053"/>
                  </a:cubicBezTo>
                  <a:lnTo>
                    <a:pt x="628" y="629"/>
                  </a:lnTo>
                  <a:cubicBezTo>
                    <a:pt x="628" y="283"/>
                    <a:pt x="350" y="1"/>
                    <a:pt x="0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7" name="Google Shape;2647;p19"/>
            <p:cNvSpPr/>
            <p:nvPr/>
          </p:nvSpPr>
          <p:spPr>
            <a:xfrm>
              <a:off x="2293750" y="1595675"/>
              <a:ext cx="15725" cy="266975"/>
            </a:xfrm>
            <a:custGeom>
              <a:avLst/>
              <a:gdLst/>
              <a:ahLst/>
              <a:cxnLst/>
              <a:rect l="l" t="t" r="r" b="b"/>
              <a:pathLst>
                <a:path w="629" h="10679" extrusionOk="0">
                  <a:moveTo>
                    <a:pt x="628" y="1"/>
                  </a:moveTo>
                  <a:cubicBezTo>
                    <a:pt x="279" y="1"/>
                    <a:pt x="0" y="283"/>
                    <a:pt x="0" y="629"/>
                  </a:cubicBezTo>
                  <a:lnTo>
                    <a:pt x="0" y="10053"/>
                  </a:lnTo>
                  <a:cubicBezTo>
                    <a:pt x="0" y="10399"/>
                    <a:pt x="279" y="10678"/>
                    <a:pt x="628" y="10678"/>
                  </a:cubicBezTo>
                  <a:lnTo>
                    <a:pt x="62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8" name="Google Shape;2648;p19"/>
            <p:cNvSpPr/>
            <p:nvPr/>
          </p:nvSpPr>
          <p:spPr>
            <a:xfrm>
              <a:off x="275200" y="1200600"/>
              <a:ext cx="2036600" cy="1056875"/>
            </a:xfrm>
            <a:custGeom>
              <a:avLst/>
              <a:gdLst/>
              <a:ahLst/>
              <a:cxnLst/>
              <a:rect l="l" t="t" r="r" b="b"/>
              <a:pathLst>
                <a:path w="81464" h="42275" extrusionOk="0">
                  <a:moveTo>
                    <a:pt x="81354" y="106"/>
                  </a:moveTo>
                  <a:lnTo>
                    <a:pt x="81354" y="37886"/>
                  </a:lnTo>
                  <a:lnTo>
                    <a:pt x="81354" y="37886"/>
                  </a:lnTo>
                  <a:cubicBezTo>
                    <a:pt x="79692" y="39561"/>
                    <a:pt x="78758" y="40491"/>
                    <a:pt x="77087" y="42166"/>
                  </a:cubicBezTo>
                  <a:lnTo>
                    <a:pt x="106" y="42166"/>
                  </a:lnTo>
                  <a:lnTo>
                    <a:pt x="106" y="4393"/>
                  </a:lnTo>
                  <a:lnTo>
                    <a:pt x="106" y="4393"/>
                  </a:lnTo>
                  <a:cubicBezTo>
                    <a:pt x="1776" y="2723"/>
                    <a:pt x="2723" y="1776"/>
                    <a:pt x="4392" y="106"/>
                  </a:cubicBezTo>
                  <a:close/>
                  <a:moveTo>
                    <a:pt x="4351" y="1"/>
                  </a:moveTo>
                  <a:lnTo>
                    <a:pt x="4338" y="13"/>
                  </a:lnTo>
                  <a:cubicBezTo>
                    <a:pt x="2643" y="1695"/>
                    <a:pt x="1708" y="2644"/>
                    <a:pt x="13" y="4325"/>
                  </a:cubicBezTo>
                  <a:lnTo>
                    <a:pt x="0" y="4351"/>
                  </a:lnTo>
                  <a:lnTo>
                    <a:pt x="0" y="42275"/>
                  </a:lnTo>
                  <a:lnTo>
                    <a:pt x="77126" y="42275"/>
                  </a:lnTo>
                  <a:lnTo>
                    <a:pt x="77138" y="42259"/>
                  </a:lnTo>
                  <a:lnTo>
                    <a:pt x="81450" y="37950"/>
                  </a:lnTo>
                  <a:lnTo>
                    <a:pt x="81463" y="37934"/>
                  </a:lnTo>
                  <a:lnTo>
                    <a:pt x="81463" y="1"/>
                  </a:lnTo>
                  <a:close/>
                </a:path>
              </a:pathLst>
            </a:custGeom>
            <a:solidFill>
              <a:srgbClr val="FF24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49" name="Google Shape;2649;p19"/>
          <p:cNvGrpSpPr/>
          <p:nvPr/>
        </p:nvGrpSpPr>
        <p:grpSpPr>
          <a:xfrm>
            <a:off x="-6449" y="-94"/>
            <a:ext cx="9150439" cy="5143478"/>
            <a:chOff x="-6449" y="-94"/>
            <a:chExt cx="9150439" cy="5143478"/>
          </a:xfrm>
        </p:grpSpPr>
        <p:grpSp>
          <p:nvGrpSpPr>
            <p:cNvPr id="2650" name="Google Shape;2650;p19"/>
            <p:cNvGrpSpPr/>
            <p:nvPr/>
          </p:nvGrpSpPr>
          <p:grpSpPr>
            <a:xfrm>
              <a:off x="6499576" y="-94"/>
              <a:ext cx="2644414" cy="5143478"/>
              <a:chOff x="540125" y="3028300"/>
              <a:chExt cx="364425" cy="708800"/>
            </a:xfrm>
          </p:grpSpPr>
          <p:sp>
            <p:nvSpPr>
              <p:cNvPr id="2651" name="Google Shape;2651;p19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2" name="Google Shape;2652;p19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3" name="Google Shape;2653;p19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4" name="Google Shape;2654;p19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5" name="Google Shape;2655;p19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6" name="Google Shape;2656;p19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7" name="Google Shape;2657;p19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8" name="Google Shape;2658;p19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9" name="Google Shape;2659;p19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0" name="Google Shape;2660;p19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1" name="Google Shape;2661;p19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2" name="Google Shape;2662;p19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3" name="Google Shape;2663;p19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4" name="Google Shape;2664;p19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5" name="Google Shape;2665;p19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6" name="Google Shape;2666;p19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7" name="Google Shape;2667;p19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8" name="Google Shape;2668;p19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9" name="Google Shape;2669;p19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0" name="Google Shape;2670;p19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1" name="Google Shape;2671;p19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2" name="Google Shape;2672;p19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3" name="Google Shape;2673;p19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4" name="Google Shape;2674;p19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5" name="Google Shape;2675;p19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6" name="Google Shape;2676;p19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7" name="Google Shape;2677;p19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8" name="Google Shape;2678;p19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9" name="Google Shape;2679;p19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0" name="Google Shape;2680;p19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1" name="Google Shape;2681;p19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2" name="Google Shape;2682;p19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3" name="Google Shape;2683;p19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4" name="Google Shape;2684;p19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5" name="Google Shape;2685;p19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6" name="Google Shape;2686;p19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87" name="Google Shape;2687;p19"/>
            <p:cNvGrpSpPr/>
            <p:nvPr/>
          </p:nvGrpSpPr>
          <p:grpSpPr>
            <a:xfrm>
              <a:off x="-6449" y="-94"/>
              <a:ext cx="2644414" cy="5143478"/>
              <a:chOff x="540125" y="3028300"/>
              <a:chExt cx="364425" cy="708800"/>
            </a:xfrm>
          </p:grpSpPr>
          <p:sp>
            <p:nvSpPr>
              <p:cNvPr id="2688" name="Google Shape;2688;p19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9" name="Google Shape;2689;p19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0" name="Google Shape;2690;p19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1" name="Google Shape;2691;p19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2" name="Google Shape;2692;p19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3" name="Google Shape;2693;p19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4" name="Google Shape;2694;p19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5" name="Google Shape;2695;p19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6" name="Google Shape;2696;p19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7" name="Google Shape;2697;p19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8" name="Google Shape;2698;p19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9" name="Google Shape;2699;p19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0" name="Google Shape;2700;p19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1" name="Google Shape;2701;p19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2" name="Google Shape;2702;p19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3" name="Google Shape;2703;p19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4" name="Google Shape;2704;p19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5" name="Google Shape;2705;p19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6" name="Google Shape;2706;p19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7" name="Google Shape;2707;p19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8" name="Google Shape;2708;p19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9" name="Google Shape;2709;p19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0" name="Google Shape;2710;p19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1" name="Google Shape;2711;p19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2" name="Google Shape;2712;p19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3" name="Google Shape;2713;p19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4" name="Google Shape;2714;p19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5" name="Google Shape;2715;p19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6" name="Google Shape;2716;p19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7" name="Google Shape;2717;p19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8" name="Google Shape;2718;p19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9" name="Google Shape;2719;p19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0" name="Google Shape;2720;p19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1" name="Google Shape;2721;p19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2" name="Google Shape;2722;p19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3" name="Google Shape;2723;p19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24" name="Google Shape;2724;p19"/>
            <p:cNvGrpSpPr/>
            <p:nvPr/>
          </p:nvGrpSpPr>
          <p:grpSpPr>
            <a:xfrm rot="5400000">
              <a:off x="3406651" y="-1249544"/>
              <a:ext cx="2644414" cy="5143478"/>
              <a:chOff x="540125" y="3028300"/>
              <a:chExt cx="364425" cy="708800"/>
            </a:xfrm>
          </p:grpSpPr>
          <p:sp>
            <p:nvSpPr>
              <p:cNvPr id="2725" name="Google Shape;2725;p19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6" name="Google Shape;2726;p19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7" name="Google Shape;2727;p19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8" name="Google Shape;2728;p19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9" name="Google Shape;2729;p19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0" name="Google Shape;2730;p19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1" name="Google Shape;2731;p19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2" name="Google Shape;2732;p19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3" name="Google Shape;2733;p19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4" name="Google Shape;2734;p19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5" name="Google Shape;2735;p19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6" name="Google Shape;2736;p19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7" name="Google Shape;2737;p19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8" name="Google Shape;2738;p19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9" name="Google Shape;2739;p19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0" name="Google Shape;2740;p19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1" name="Google Shape;2741;p19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2" name="Google Shape;2742;p19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3" name="Google Shape;2743;p19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4" name="Google Shape;2744;p19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5" name="Google Shape;2745;p19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6" name="Google Shape;2746;p19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7" name="Google Shape;2747;p19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8" name="Google Shape;2748;p19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9" name="Google Shape;2749;p19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0" name="Google Shape;2750;p19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1" name="Google Shape;2751;p19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2" name="Google Shape;2752;p19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3" name="Google Shape;2753;p19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4" name="Google Shape;2754;p19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5" name="Google Shape;2755;p19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6" name="Google Shape;2756;p19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7" name="Google Shape;2757;p19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8" name="Google Shape;2758;p19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9" name="Google Shape;2759;p19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0" name="Google Shape;2760;p19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61" name="Google Shape;2761;p19"/>
            <p:cNvGrpSpPr/>
            <p:nvPr/>
          </p:nvGrpSpPr>
          <p:grpSpPr>
            <a:xfrm rot="5400000">
              <a:off x="3406651" y="1243856"/>
              <a:ext cx="2644414" cy="5143478"/>
              <a:chOff x="540125" y="3028300"/>
              <a:chExt cx="364425" cy="708800"/>
            </a:xfrm>
          </p:grpSpPr>
          <p:sp>
            <p:nvSpPr>
              <p:cNvPr id="2762" name="Google Shape;2762;p19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3" name="Google Shape;2763;p19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4" name="Google Shape;2764;p19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5" name="Google Shape;2765;p19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6" name="Google Shape;2766;p19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7" name="Google Shape;2767;p19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8" name="Google Shape;2768;p19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9" name="Google Shape;2769;p19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0" name="Google Shape;2770;p19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1" name="Google Shape;2771;p19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2" name="Google Shape;2772;p19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3" name="Google Shape;2773;p19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4" name="Google Shape;2774;p19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5" name="Google Shape;2775;p19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6" name="Google Shape;2776;p19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7" name="Google Shape;2777;p19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8" name="Google Shape;2778;p19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9" name="Google Shape;2779;p19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0" name="Google Shape;2780;p19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1" name="Google Shape;2781;p19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2" name="Google Shape;2782;p19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3" name="Google Shape;2783;p19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4" name="Google Shape;2784;p19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5" name="Google Shape;2785;p19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6" name="Google Shape;2786;p19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7" name="Google Shape;2787;p19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8" name="Google Shape;2788;p19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9" name="Google Shape;2789;p19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0" name="Google Shape;2790;p19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1" name="Google Shape;2791;p19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2" name="Google Shape;2792;p19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3" name="Google Shape;2793;p19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4" name="Google Shape;2794;p19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5" name="Google Shape;2795;p19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6" name="Google Shape;2796;p19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7" name="Google Shape;2797;p19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798" name="Google Shape;2798;p19"/>
          <p:cNvGrpSpPr/>
          <p:nvPr/>
        </p:nvGrpSpPr>
        <p:grpSpPr>
          <a:xfrm>
            <a:off x="576113" y="1367155"/>
            <a:ext cx="2648558" cy="1945391"/>
            <a:chOff x="296117" y="2376907"/>
            <a:chExt cx="715672" cy="525668"/>
          </a:xfrm>
        </p:grpSpPr>
        <p:sp>
          <p:nvSpPr>
            <p:cNvPr id="2799" name="Google Shape;2799;p19"/>
            <p:cNvSpPr/>
            <p:nvPr/>
          </p:nvSpPr>
          <p:spPr>
            <a:xfrm>
              <a:off x="476250" y="2376907"/>
              <a:ext cx="355343" cy="46378"/>
            </a:xfrm>
            <a:custGeom>
              <a:avLst/>
              <a:gdLst/>
              <a:ahLst/>
              <a:cxnLst/>
              <a:rect l="l" t="t" r="r" b="b"/>
              <a:pathLst>
                <a:path w="6344" h="828" extrusionOk="0">
                  <a:moveTo>
                    <a:pt x="3179" y="1"/>
                  </a:moveTo>
                  <a:cubicBezTo>
                    <a:pt x="2019" y="1"/>
                    <a:pt x="936" y="293"/>
                    <a:pt x="1" y="828"/>
                  </a:cubicBezTo>
                  <a:lnTo>
                    <a:pt x="6344" y="828"/>
                  </a:lnTo>
                  <a:cubicBezTo>
                    <a:pt x="5408" y="293"/>
                    <a:pt x="4326" y="1"/>
                    <a:pt x="3179" y="1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0" name="Google Shape;2800;p19"/>
            <p:cNvSpPr/>
            <p:nvPr/>
          </p:nvSpPr>
          <p:spPr>
            <a:xfrm>
              <a:off x="394081" y="2441881"/>
              <a:ext cx="520412" cy="47275"/>
            </a:xfrm>
            <a:custGeom>
              <a:avLst/>
              <a:gdLst/>
              <a:ahLst/>
              <a:cxnLst/>
              <a:rect l="l" t="t" r="r" b="b"/>
              <a:pathLst>
                <a:path w="9291" h="844" extrusionOk="0">
                  <a:moveTo>
                    <a:pt x="962" y="1"/>
                  </a:moveTo>
                  <a:cubicBezTo>
                    <a:pt x="616" y="241"/>
                    <a:pt x="295" y="523"/>
                    <a:pt x="1" y="843"/>
                  </a:cubicBezTo>
                  <a:lnTo>
                    <a:pt x="9291" y="843"/>
                  </a:lnTo>
                  <a:cubicBezTo>
                    <a:pt x="8996" y="523"/>
                    <a:pt x="8676" y="241"/>
                    <a:pt x="8317" y="1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1" name="Google Shape;2801;p19"/>
            <p:cNvSpPr/>
            <p:nvPr/>
          </p:nvSpPr>
          <p:spPr>
            <a:xfrm>
              <a:off x="353025" y="2507022"/>
              <a:ext cx="601854" cy="33608"/>
            </a:xfrm>
            <a:custGeom>
              <a:avLst/>
              <a:gdLst/>
              <a:ahLst/>
              <a:cxnLst/>
              <a:rect l="l" t="t" r="r" b="b"/>
              <a:pathLst>
                <a:path w="10745" h="600" extrusionOk="0">
                  <a:moveTo>
                    <a:pt x="439" y="1"/>
                  </a:moveTo>
                  <a:cubicBezTo>
                    <a:pt x="279" y="186"/>
                    <a:pt x="135" y="388"/>
                    <a:pt x="0" y="600"/>
                  </a:cubicBezTo>
                  <a:lnTo>
                    <a:pt x="10745" y="600"/>
                  </a:lnTo>
                  <a:cubicBezTo>
                    <a:pt x="10610" y="388"/>
                    <a:pt x="10466" y="186"/>
                    <a:pt x="10306" y="1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2" name="Google Shape;2802;p19"/>
            <p:cNvSpPr/>
            <p:nvPr/>
          </p:nvSpPr>
          <p:spPr>
            <a:xfrm>
              <a:off x="322330" y="2571995"/>
              <a:ext cx="663244" cy="27670"/>
            </a:xfrm>
            <a:custGeom>
              <a:avLst/>
              <a:gdLst/>
              <a:ahLst/>
              <a:cxnLst/>
              <a:rect l="l" t="t" r="r" b="b"/>
              <a:pathLst>
                <a:path w="11841" h="494" extrusionOk="0">
                  <a:moveTo>
                    <a:pt x="228" y="0"/>
                  </a:moveTo>
                  <a:cubicBezTo>
                    <a:pt x="148" y="160"/>
                    <a:pt x="68" y="333"/>
                    <a:pt x="0" y="494"/>
                  </a:cubicBezTo>
                  <a:lnTo>
                    <a:pt x="11841" y="494"/>
                  </a:lnTo>
                  <a:cubicBezTo>
                    <a:pt x="11773" y="333"/>
                    <a:pt x="11706" y="160"/>
                    <a:pt x="11613" y="0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3" name="Google Shape;2803;p19"/>
            <p:cNvSpPr/>
            <p:nvPr/>
          </p:nvSpPr>
          <p:spPr>
            <a:xfrm>
              <a:off x="303679" y="2637137"/>
              <a:ext cx="701276" cy="25318"/>
            </a:xfrm>
            <a:custGeom>
              <a:avLst/>
              <a:gdLst/>
              <a:ahLst/>
              <a:cxnLst/>
              <a:rect l="l" t="t" r="r" b="b"/>
              <a:pathLst>
                <a:path w="12520" h="452" extrusionOk="0">
                  <a:moveTo>
                    <a:pt x="106" y="0"/>
                  </a:moveTo>
                  <a:cubicBezTo>
                    <a:pt x="67" y="147"/>
                    <a:pt x="26" y="308"/>
                    <a:pt x="0" y="452"/>
                  </a:cubicBezTo>
                  <a:lnTo>
                    <a:pt x="12520" y="452"/>
                  </a:lnTo>
                  <a:cubicBezTo>
                    <a:pt x="12481" y="308"/>
                    <a:pt x="12452" y="147"/>
                    <a:pt x="12414" y="0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4" name="Google Shape;2804;p19"/>
            <p:cNvSpPr/>
            <p:nvPr/>
          </p:nvSpPr>
          <p:spPr>
            <a:xfrm>
              <a:off x="296117" y="2702054"/>
              <a:ext cx="715672" cy="21789"/>
            </a:xfrm>
            <a:custGeom>
              <a:avLst/>
              <a:gdLst/>
              <a:ahLst/>
              <a:cxnLst/>
              <a:rect l="l" t="t" r="r" b="b"/>
              <a:pathLst>
                <a:path w="12777" h="389" extrusionOk="0">
                  <a:moveTo>
                    <a:pt x="29" y="1"/>
                  </a:moveTo>
                  <a:cubicBezTo>
                    <a:pt x="13" y="135"/>
                    <a:pt x="13" y="270"/>
                    <a:pt x="1" y="388"/>
                  </a:cubicBezTo>
                  <a:lnTo>
                    <a:pt x="12776" y="388"/>
                  </a:lnTo>
                  <a:cubicBezTo>
                    <a:pt x="12776" y="270"/>
                    <a:pt x="12763" y="135"/>
                    <a:pt x="12763" y="1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5" name="Google Shape;2805;p19"/>
            <p:cNvSpPr/>
            <p:nvPr/>
          </p:nvSpPr>
          <p:spPr>
            <a:xfrm>
              <a:off x="297741" y="2767923"/>
              <a:ext cx="712423" cy="14227"/>
            </a:xfrm>
            <a:custGeom>
              <a:avLst/>
              <a:gdLst/>
              <a:ahLst/>
              <a:cxnLst/>
              <a:rect l="l" t="t" r="r" b="b"/>
              <a:pathLst>
                <a:path w="12719" h="254" extrusionOk="0">
                  <a:moveTo>
                    <a:pt x="0" y="1"/>
                  </a:moveTo>
                  <a:cubicBezTo>
                    <a:pt x="13" y="81"/>
                    <a:pt x="13" y="173"/>
                    <a:pt x="26" y="254"/>
                  </a:cubicBezTo>
                  <a:lnTo>
                    <a:pt x="12693" y="254"/>
                  </a:lnTo>
                  <a:cubicBezTo>
                    <a:pt x="12706" y="173"/>
                    <a:pt x="12718" y="81"/>
                    <a:pt x="12718" y="1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6" name="Google Shape;2806;p19"/>
            <p:cNvSpPr/>
            <p:nvPr/>
          </p:nvSpPr>
          <p:spPr>
            <a:xfrm>
              <a:off x="309560" y="2832897"/>
              <a:ext cx="688786" cy="12043"/>
            </a:xfrm>
            <a:custGeom>
              <a:avLst/>
              <a:gdLst/>
              <a:ahLst/>
              <a:cxnLst/>
              <a:rect l="l" t="t" r="r" b="b"/>
              <a:pathLst>
                <a:path w="12297" h="215" extrusionOk="0">
                  <a:moveTo>
                    <a:pt x="1" y="0"/>
                  </a:moveTo>
                  <a:cubicBezTo>
                    <a:pt x="30" y="67"/>
                    <a:pt x="55" y="148"/>
                    <a:pt x="68" y="215"/>
                  </a:cubicBezTo>
                  <a:lnTo>
                    <a:pt x="12229" y="215"/>
                  </a:lnTo>
                  <a:cubicBezTo>
                    <a:pt x="12254" y="148"/>
                    <a:pt x="12283" y="67"/>
                    <a:pt x="12296" y="0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7" name="Google Shape;2807;p19"/>
            <p:cNvSpPr/>
            <p:nvPr/>
          </p:nvSpPr>
          <p:spPr>
            <a:xfrm>
              <a:off x="335773" y="2898038"/>
              <a:ext cx="637086" cy="4537"/>
            </a:xfrm>
            <a:custGeom>
              <a:avLst/>
              <a:gdLst/>
              <a:ahLst/>
              <a:cxnLst/>
              <a:rect l="l" t="t" r="r" b="b"/>
              <a:pathLst>
                <a:path w="11374" h="81" extrusionOk="0">
                  <a:moveTo>
                    <a:pt x="1" y="0"/>
                  </a:moveTo>
                  <a:cubicBezTo>
                    <a:pt x="13" y="26"/>
                    <a:pt x="26" y="55"/>
                    <a:pt x="42" y="80"/>
                  </a:cubicBezTo>
                  <a:lnTo>
                    <a:pt x="11319" y="80"/>
                  </a:lnTo>
                  <a:cubicBezTo>
                    <a:pt x="11335" y="55"/>
                    <a:pt x="11360" y="26"/>
                    <a:pt x="11373" y="0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08" name="Google Shape;2808;p19"/>
          <p:cNvGrpSpPr/>
          <p:nvPr/>
        </p:nvGrpSpPr>
        <p:grpSpPr>
          <a:xfrm flipH="1">
            <a:off x="8225029" y="539492"/>
            <a:ext cx="205749" cy="1508819"/>
            <a:chOff x="425780" y="482769"/>
            <a:chExt cx="127819" cy="561525"/>
          </a:xfrm>
        </p:grpSpPr>
        <p:sp>
          <p:nvSpPr>
            <p:cNvPr id="2809" name="Google Shape;2809;p19"/>
            <p:cNvSpPr/>
            <p:nvPr/>
          </p:nvSpPr>
          <p:spPr>
            <a:xfrm>
              <a:off x="425780" y="482769"/>
              <a:ext cx="10474" cy="561525"/>
            </a:xfrm>
            <a:custGeom>
              <a:avLst/>
              <a:gdLst/>
              <a:ahLst/>
              <a:cxnLst/>
              <a:rect l="l" t="t" r="r" b="b"/>
              <a:pathLst>
                <a:path w="187" h="10025" extrusionOk="0">
                  <a:moveTo>
                    <a:pt x="1" y="0"/>
                  </a:moveTo>
                  <a:lnTo>
                    <a:pt x="1" y="10024"/>
                  </a:lnTo>
                  <a:lnTo>
                    <a:pt x="187" y="10024"/>
                  </a:lnTo>
                  <a:lnTo>
                    <a:pt x="187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0" name="Google Shape;2810;p19"/>
            <p:cNvSpPr/>
            <p:nvPr/>
          </p:nvSpPr>
          <p:spPr>
            <a:xfrm>
              <a:off x="445160" y="482769"/>
              <a:ext cx="10642" cy="561525"/>
            </a:xfrm>
            <a:custGeom>
              <a:avLst/>
              <a:gdLst/>
              <a:ahLst/>
              <a:cxnLst/>
              <a:rect l="l" t="t" r="r" b="b"/>
              <a:pathLst>
                <a:path w="190" h="10025" extrusionOk="0">
                  <a:moveTo>
                    <a:pt x="1" y="0"/>
                  </a:moveTo>
                  <a:lnTo>
                    <a:pt x="1" y="10024"/>
                  </a:lnTo>
                  <a:lnTo>
                    <a:pt x="190" y="10024"/>
                  </a:lnTo>
                  <a:lnTo>
                    <a:pt x="190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1" name="Google Shape;2811;p19"/>
            <p:cNvSpPr/>
            <p:nvPr/>
          </p:nvSpPr>
          <p:spPr>
            <a:xfrm>
              <a:off x="464708" y="482769"/>
              <a:ext cx="10474" cy="561525"/>
            </a:xfrm>
            <a:custGeom>
              <a:avLst/>
              <a:gdLst/>
              <a:ahLst/>
              <a:cxnLst/>
              <a:rect l="l" t="t" r="r" b="b"/>
              <a:pathLst>
                <a:path w="187" h="10025" extrusionOk="0">
                  <a:moveTo>
                    <a:pt x="1" y="0"/>
                  </a:moveTo>
                  <a:lnTo>
                    <a:pt x="1" y="10024"/>
                  </a:lnTo>
                  <a:lnTo>
                    <a:pt x="187" y="10024"/>
                  </a:lnTo>
                  <a:lnTo>
                    <a:pt x="187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2" name="Google Shape;2812;p19"/>
            <p:cNvSpPr/>
            <p:nvPr/>
          </p:nvSpPr>
          <p:spPr>
            <a:xfrm>
              <a:off x="484088" y="482769"/>
              <a:ext cx="10474" cy="561525"/>
            </a:xfrm>
            <a:custGeom>
              <a:avLst/>
              <a:gdLst/>
              <a:ahLst/>
              <a:cxnLst/>
              <a:rect l="l" t="t" r="r" b="b"/>
              <a:pathLst>
                <a:path w="187" h="10025" extrusionOk="0">
                  <a:moveTo>
                    <a:pt x="1" y="0"/>
                  </a:moveTo>
                  <a:lnTo>
                    <a:pt x="1" y="10024"/>
                  </a:lnTo>
                  <a:lnTo>
                    <a:pt x="187" y="10024"/>
                  </a:lnTo>
                  <a:lnTo>
                    <a:pt x="187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3" name="Google Shape;2813;p19"/>
            <p:cNvSpPr/>
            <p:nvPr/>
          </p:nvSpPr>
          <p:spPr>
            <a:xfrm>
              <a:off x="503468" y="482769"/>
              <a:ext cx="10642" cy="561525"/>
            </a:xfrm>
            <a:custGeom>
              <a:avLst/>
              <a:gdLst/>
              <a:ahLst/>
              <a:cxnLst/>
              <a:rect l="l" t="t" r="r" b="b"/>
              <a:pathLst>
                <a:path w="190" h="10025" extrusionOk="0">
                  <a:moveTo>
                    <a:pt x="1" y="0"/>
                  </a:moveTo>
                  <a:lnTo>
                    <a:pt x="1" y="10024"/>
                  </a:lnTo>
                  <a:lnTo>
                    <a:pt x="190" y="10024"/>
                  </a:lnTo>
                  <a:lnTo>
                    <a:pt x="190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4" name="Google Shape;2814;p19"/>
            <p:cNvSpPr/>
            <p:nvPr/>
          </p:nvSpPr>
          <p:spPr>
            <a:xfrm>
              <a:off x="523072" y="482769"/>
              <a:ext cx="11146" cy="561525"/>
            </a:xfrm>
            <a:custGeom>
              <a:avLst/>
              <a:gdLst/>
              <a:ahLst/>
              <a:cxnLst/>
              <a:rect l="l" t="t" r="r" b="b"/>
              <a:pathLst>
                <a:path w="199" h="10025" extrusionOk="0">
                  <a:moveTo>
                    <a:pt x="0" y="0"/>
                  </a:moveTo>
                  <a:lnTo>
                    <a:pt x="0" y="10024"/>
                  </a:lnTo>
                  <a:lnTo>
                    <a:pt x="199" y="10024"/>
                  </a:lnTo>
                  <a:lnTo>
                    <a:pt x="199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5" name="Google Shape;2815;p19"/>
            <p:cNvSpPr/>
            <p:nvPr/>
          </p:nvSpPr>
          <p:spPr>
            <a:xfrm>
              <a:off x="542452" y="482769"/>
              <a:ext cx="11146" cy="561525"/>
            </a:xfrm>
            <a:custGeom>
              <a:avLst/>
              <a:gdLst/>
              <a:ahLst/>
              <a:cxnLst/>
              <a:rect l="l" t="t" r="r" b="b"/>
              <a:pathLst>
                <a:path w="199" h="10025" extrusionOk="0">
                  <a:moveTo>
                    <a:pt x="0" y="0"/>
                  </a:moveTo>
                  <a:lnTo>
                    <a:pt x="0" y="10024"/>
                  </a:lnTo>
                  <a:lnTo>
                    <a:pt x="199" y="10024"/>
                  </a:lnTo>
                  <a:lnTo>
                    <a:pt x="199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16" name="Google Shape;2816;p19"/>
          <p:cNvGrpSpPr/>
          <p:nvPr/>
        </p:nvGrpSpPr>
        <p:grpSpPr>
          <a:xfrm>
            <a:off x="830731" y="1632166"/>
            <a:ext cx="2139815" cy="3166205"/>
            <a:chOff x="6600231" y="2294753"/>
            <a:chExt cx="1019785" cy="1508938"/>
          </a:xfrm>
        </p:grpSpPr>
        <p:sp>
          <p:nvSpPr>
            <p:cNvPr id="2817" name="Google Shape;2817;p19"/>
            <p:cNvSpPr/>
            <p:nvPr/>
          </p:nvSpPr>
          <p:spPr>
            <a:xfrm>
              <a:off x="7112239" y="2558628"/>
              <a:ext cx="181327" cy="257087"/>
            </a:xfrm>
            <a:custGeom>
              <a:avLst/>
              <a:gdLst/>
              <a:ahLst/>
              <a:cxnLst/>
              <a:rect l="l" t="t" r="r" b="b"/>
              <a:pathLst>
                <a:path w="2269" h="3217" extrusionOk="0">
                  <a:moveTo>
                    <a:pt x="1603" y="0"/>
                  </a:moveTo>
                  <a:lnTo>
                    <a:pt x="1" y="215"/>
                  </a:lnTo>
                  <a:lnTo>
                    <a:pt x="1" y="3217"/>
                  </a:lnTo>
                  <a:lnTo>
                    <a:pt x="1561" y="3217"/>
                  </a:lnTo>
                  <a:lnTo>
                    <a:pt x="1561" y="1615"/>
                  </a:lnTo>
                  <a:lnTo>
                    <a:pt x="1788" y="2749"/>
                  </a:lnTo>
                  <a:lnTo>
                    <a:pt x="1615" y="3217"/>
                  </a:lnTo>
                  <a:lnTo>
                    <a:pt x="2269" y="3217"/>
                  </a:lnTo>
                  <a:cubicBezTo>
                    <a:pt x="1977" y="2323"/>
                    <a:pt x="1603" y="0"/>
                    <a:pt x="1603" y="0"/>
                  </a:cubicBezTo>
                  <a:close/>
                </a:path>
              </a:pathLst>
            </a:custGeom>
            <a:solidFill>
              <a:srgbClr val="2841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8" name="Google Shape;2818;p19"/>
            <p:cNvSpPr/>
            <p:nvPr/>
          </p:nvSpPr>
          <p:spPr>
            <a:xfrm>
              <a:off x="6930995" y="2558628"/>
              <a:ext cx="181327" cy="257087"/>
            </a:xfrm>
            <a:custGeom>
              <a:avLst/>
              <a:gdLst/>
              <a:ahLst/>
              <a:cxnLst/>
              <a:rect l="l" t="t" r="r" b="b"/>
              <a:pathLst>
                <a:path w="2269" h="3217" extrusionOk="0">
                  <a:moveTo>
                    <a:pt x="667" y="0"/>
                  </a:moveTo>
                  <a:cubicBezTo>
                    <a:pt x="667" y="0"/>
                    <a:pt x="292" y="2323"/>
                    <a:pt x="1" y="3217"/>
                  </a:cubicBezTo>
                  <a:lnTo>
                    <a:pt x="654" y="3217"/>
                  </a:lnTo>
                  <a:lnTo>
                    <a:pt x="481" y="2749"/>
                  </a:lnTo>
                  <a:lnTo>
                    <a:pt x="705" y="1615"/>
                  </a:lnTo>
                  <a:lnTo>
                    <a:pt x="705" y="3217"/>
                  </a:lnTo>
                  <a:lnTo>
                    <a:pt x="2269" y="3217"/>
                  </a:lnTo>
                  <a:lnTo>
                    <a:pt x="2269" y="215"/>
                  </a:lnTo>
                  <a:lnTo>
                    <a:pt x="667" y="0"/>
                  </a:lnTo>
                  <a:close/>
                </a:path>
              </a:pathLst>
            </a:custGeom>
            <a:solidFill>
              <a:srgbClr val="2841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9" name="Google Shape;2819;p19"/>
            <p:cNvSpPr/>
            <p:nvPr/>
          </p:nvSpPr>
          <p:spPr>
            <a:xfrm>
              <a:off x="6839094" y="3389651"/>
              <a:ext cx="547418" cy="414040"/>
            </a:xfrm>
            <a:custGeom>
              <a:avLst/>
              <a:gdLst/>
              <a:ahLst/>
              <a:cxnLst/>
              <a:rect l="l" t="t" r="r" b="b"/>
              <a:pathLst>
                <a:path w="6850" h="5181" extrusionOk="0">
                  <a:moveTo>
                    <a:pt x="3419" y="0"/>
                  </a:moveTo>
                  <a:lnTo>
                    <a:pt x="1071" y="93"/>
                  </a:lnTo>
                  <a:cubicBezTo>
                    <a:pt x="1071" y="93"/>
                    <a:pt x="1" y="1775"/>
                    <a:pt x="1109" y="5180"/>
                  </a:cubicBezTo>
                  <a:lnTo>
                    <a:pt x="3153" y="5180"/>
                  </a:lnTo>
                  <a:lnTo>
                    <a:pt x="3153" y="2909"/>
                  </a:lnTo>
                  <a:lnTo>
                    <a:pt x="3698" y="2909"/>
                  </a:lnTo>
                  <a:lnTo>
                    <a:pt x="3698" y="5180"/>
                  </a:lnTo>
                  <a:lnTo>
                    <a:pt x="5741" y="5180"/>
                  </a:lnTo>
                  <a:cubicBezTo>
                    <a:pt x="6850" y="1775"/>
                    <a:pt x="5780" y="93"/>
                    <a:pt x="5780" y="93"/>
                  </a:cubicBezTo>
                  <a:lnTo>
                    <a:pt x="341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0" name="Google Shape;2820;p19"/>
            <p:cNvSpPr/>
            <p:nvPr/>
          </p:nvSpPr>
          <p:spPr>
            <a:xfrm>
              <a:off x="7046230" y="2775194"/>
              <a:ext cx="133218" cy="649549"/>
            </a:xfrm>
            <a:custGeom>
              <a:avLst/>
              <a:gdLst/>
              <a:ahLst/>
              <a:cxnLst/>
              <a:rect l="l" t="t" r="r" b="b"/>
              <a:pathLst>
                <a:path w="1667" h="8128" extrusionOk="0">
                  <a:moveTo>
                    <a:pt x="1666" y="1"/>
                  </a:moveTo>
                  <a:lnTo>
                    <a:pt x="0" y="174"/>
                  </a:lnTo>
                  <a:lnTo>
                    <a:pt x="106" y="8128"/>
                  </a:lnTo>
                  <a:lnTo>
                    <a:pt x="1560" y="8128"/>
                  </a:lnTo>
                  <a:lnTo>
                    <a:pt x="166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1" name="Google Shape;2821;p19"/>
            <p:cNvSpPr/>
            <p:nvPr/>
          </p:nvSpPr>
          <p:spPr>
            <a:xfrm>
              <a:off x="6679106" y="2735797"/>
              <a:ext cx="62014" cy="130102"/>
            </a:xfrm>
            <a:custGeom>
              <a:avLst/>
              <a:gdLst/>
              <a:ahLst/>
              <a:cxnLst/>
              <a:rect l="l" t="t" r="r" b="b"/>
              <a:pathLst>
                <a:path w="776" h="1628" extrusionOk="0">
                  <a:moveTo>
                    <a:pt x="109" y="0"/>
                  </a:moveTo>
                  <a:lnTo>
                    <a:pt x="0" y="1628"/>
                  </a:lnTo>
                  <a:lnTo>
                    <a:pt x="388" y="1628"/>
                  </a:lnTo>
                  <a:lnTo>
                    <a:pt x="776" y="93"/>
                  </a:lnTo>
                  <a:cubicBezTo>
                    <a:pt x="776" y="93"/>
                    <a:pt x="455" y="80"/>
                    <a:pt x="109" y="0"/>
                  </a:cubicBezTo>
                  <a:close/>
                </a:path>
              </a:pathLst>
            </a:custGeom>
            <a:solidFill>
              <a:srgbClr val="2841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2" name="Google Shape;2822;p19"/>
            <p:cNvSpPr/>
            <p:nvPr/>
          </p:nvSpPr>
          <p:spPr>
            <a:xfrm>
              <a:off x="6613017" y="2762009"/>
              <a:ext cx="350108" cy="566278"/>
            </a:xfrm>
            <a:custGeom>
              <a:avLst/>
              <a:gdLst/>
              <a:ahLst/>
              <a:cxnLst/>
              <a:rect l="l" t="t" r="r" b="b"/>
              <a:pathLst>
                <a:path w="4381" h="7086" extrusionOk="0">
                  <a:moveTo>
                    <a:pt x="4289" y="1"/>
                  </a:moveTo>
                  <a:cubicBezTo>
                    <a:pt x="3985" y="1"/>
                    <a:pt x="2989" y="132"/>
                    <a:pt x="2416" y="1767"/>
                  </a:cubicBezTo>
                  <a:cubicBezTo>
                    <a:pt x="1910" y="3424"/>
                    <a:pt x="1830" y="3770"/>
                    <a:pt x="1830" y="3770"/>
                  </a:cubicBezTo>
                  <a:lnTo>
                    <a:pt x="1068" y="1806"/>
                  </a:lnTo>
                  <a:cubicBezTo>
                    <a:pt x="1068" y="1806"/>
                    <a:pt x="1337" y="1767"/>
                    <a:pt x="1295" y="1527"/>
                  </a:cubicBezTo>
                  <a:cubicBezTo>
                    <a:pt x="1561" y="1501"/>
                    <a:pt x="1561" y="1325"/>
                    <a:pt x="1468" y="1194"/>
                  </a:cubicBezTo>
                  <a:cubicBezTo>
                    <a:pt x="1590" y="1034"/>
                    <a:pt x="1548" y="886"/>
                    <a:pt x="1350" y="819"/>
                  </a:cubicBezTo>
                  <a:cubicBezTo>
                    <a:pt x="1161" y="765"/>
                    <a:pt x="936" y="726"/>
                    <a:pt x="936" y="726"/>
                  </a:cubicBezTo>
                  <a:cubicBezTo>
                    <a:pt x="936" y="726"/>
                    <a:pt x="1148" y="604"/>
                    <a:pt x="1270" y="592"/>
                  </a:cubicBezTo>
                  <a:cubicBezTo>
                    <a:pt x="1388" y="579"/>
                    <a:pt x="1603" y="604"/>
                    <a:pt x="1641" y="460"/>
                  </a:cubicBezTo>
                  <a:cubicBezTo>
                    <a:pt x="1665" y="340"/>
                    <a:pt x="1338" y="309"/>
                    <a:pt x="1087" y="309"/>
                  </a:cubicBezTo>
                  <a:cubicBezTo>
                    <a:pt x="1031" y="309"/>
                    <a:pt x="980" y="311"/>
                    <a:pt x="936" y="313"/>
                  </a:cubicBezTo>
                  <a:cubicBezTo>
                    <a:pt x="696" y="326"/>
                    <a:pt x="401" y="524"/>
                    <a:pt x="216" y="752"/>
                  </a:cubicBezTo>
                  <a:cubicBezTo>
                    <a:pt x="14" y="966"/>
                    <a:pt x="1" y="1514"/>
                    <a:pt x="81" y="1847"/>
                  </a:cubicBezTo>
                  <a:cubicBezTo>
                    <a:pt x="148" y="2181"/>
                    <a:pt x="802" y="5785"/>
                    <a:pt x="975" y="6265"/>
                  </a:cubicBezTo>
                  <a:cubicBezTo>
                    <a:pt x="1135" y="6680"/>
                    <a:pt x="1446" y="7085"/>
                    <a:pt x="1915" y="7085"/>
                  </a:cubicBezTo>
                  <a:cubicBezTo>
                    <a:pt x="1990" y="7085"/>
                    <a:pt x="2068" y="7075"/>
                    <a:pt x="2150" y="7053"/>
                  </a:cubicBezTo>
                  <a:cubicBezTo>
                    <a:pt x="2750" y="6906"/>
                    <a:pt x="3083" y="5772"/>
                    <a:pt x="3243" y="5371"/>
                  </a:cubicBezTo>
                  <a:cubicBezTo>
                    <a:pt x="3419" y="4984"/>
                    <a:pt x="3993" y="3504"/>
                    <a:pt x="3993" y="3504"/>
                  </a:cubicBezTo>
                  <a:lnTo>
                    <a:pt x="4380" y="5"/>
                  </a:lnTo>
                  <a:cubicBezTo>
                    <a:pt x="4380" y="5"/>
                    <a:pt x="4347" y="1"/>
                    <a:pt x="4289" y="1"/>
                  </a:cubicBez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3" name="Google Shape;2823;p19"/>
            <p:cNvSpPr/>
            <p:nvPr/>
          </p:nvSpPr>
          <p:spPr>
            <a:xfrm>
              <a:off x="6776121" y="2762009"/>
              <a:ext cx="187001" cy="345073"/>
            </a:xfrm>
            <a:custGeom>
              <a:avLst/>
              <a:gdLst/>
              <a:ahLst/>
              <a:cxnLst/>
              <a:rect l="l" t="t" r="r" b="b"/>
              <a:pathLst>
                <a:path w="2340" h="4318" extrusionOk="0">
                  <a:moveTo>
                    <a:pt x="2248" y="1"/>
                  </a:moveTo>
                  <a:cubicBezTo>
                    <a:pt x="1944" y="1"/>
                    <a:pt x="948" y="132"/>
                    <a:pt x="375" y="1767"/>
                  </a:cubicBezTo>
                  <a:cubicBezTo>
                    <a:pt x="202" y="2328"/>
                    <a:pt x="81" y="2728"/>
                    <a:pt x="1" y="3023"/>
                  </a:cubicBezTo>
                  <a:cubicBezTo>
                    <a:pt x="363" y="3154"/>
                    <a:pt x="1244" y="3555"/>
                    <a:pt x="1631" y="4317"/>
                  </a:cubicBezTo>
                  <a:cubicBezTo>
                    <a:pt x="1804" y="3888"/>
                    <a:pt x="1952" y="3504"/>
                    <a:pt x="1952" y="3504"/>
                  </a:cubicBezTo>
                  <a:lnTo>
                    <a:pt x="2339" y="5"/>
                  </a:lnTo>
                  <a:cubicBezTo>
                    <a:pt x="2339" y="5"/>
                    <a:pt x="2306" y="1"/>
                    <a:pt x="22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4" name="Google Shape;2824;p19"/>
            <p:cNvSpPr/>
            <p:nvPr/>
          </p:nvSpPr>
          <p:spPr>
            <a:xfrm>
              <a:off x="6694210" y="3254198"/>
              <a:ext cx="108844" cy="74001"/>
            </a:xfrm>
            <a:custGeom>
              <a:avLst/>
              <a:gdLst/>
              <a:ahLst/>
              <a:cxnLst/>
              <a:rect l="l" t="t" r="r" b="b"/>
              <a:pathLst>
                <a:path w="1362" h="926" extrusionOk="0">
                  <a:moveTo>
                    <a:pt x="519" y="0"/>
                  </a:moveTo>
                  <a:cubicBezTo>
                    <a:pt x="321" y="0"/>
                    <a:pt x="132" y="68"/>
                    <a:pt x="0" y="186"/>
                  </a:cubicBezTo>
                  <a:cubicBezTo>
                    <a:pt x="160" y="576"/>
                    <a:pt x="457" y="925"/>
                    <a:pt x="899" y="925"/>
                  </a:cubicBezTo>
                  <a:cubicBezTo>
                    <a:pt x="974" y="925"/>
                    <a:pt x="1052" y="915"/>
                    <a:pt x="1134" y="894"/>
                  </a:cubicBezTo>
                  <a:cubicBezTo>
                    <a:pt x="1215" y="881"/>
                    <a:pt x="1282" y="840"/>
                    <a:pt x="1362" y="788"/>
                  </a:cubicBezTo>
                  <a:cubicBezTo>
                    <a:pt x="1333" y="346"/>
                    <a:pt x="961" y="0"/>
                    <a:pt x="519" y="0"/>
                  </a:cubicBez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5" name="Google Shape;2825;p19"/>
            <p:cNvSpPr/>
            <p:nvPr/>
          </p:nvSpPr>
          <p:spPr>
            <a:xfrm>
              <a:off x="6776121" y="2959795"/>
              <a:ext cx="151679" cy="147283"/>
            </a:xfrm>
            <a:custGeom>
              <a:avLst/>
              <a:gdLst/>
              <a:ahLst/>
              <a:cxnLst/>
              <a:rect l="l" t="t" r="r" b="b"/>
              <a:pathLst>
                <a:path w="1898" h="1843" extrusionOk="0">
                  <a:moveTo>
                    <a:pt x="161" y="0"/>
                  </a:moveTo>
                  <a:cubicBezTo>
                    <a:pt x="97" y="212"/>
                    <a:pt x="42" y="401"/>
                    <a:pt x="1" y="548"/>
                  </a:cubicBezTo>
                  <a:cubicBezTo>
                    <a:pt x="363" y="679"/>
                    <a:pt x="1244" y="1080"/>
                    <a:pt x="1631" y="1842"/>
                  </a:cubicBezTo>
                  <a:cubicBezTo>
                    <a:pt x="1737" y="1560"/>
                    <a:pt x="1843" y="1307"/>
                    <a:pt x="1897" y="1147"/>
                  </a:cubicBezTo>
                  <a:cubicBezTo>
                    <a:pt x="1378" y="452"/>
                    <a:pt x="561" y="132"/>
                    <a:pt x="161" y="0"/>
                  </a:cubicBezTo>
                  <a:close/>
                </a:path>
              </a:pathLst>
            </a:custGeom>
            <a:solidFill>
              <a:srgbClr val="007C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6" name="Google Shape;2826;p19"/>
            <p:cNvSpPr/>
            <p:nvPr/>
          </p:nvSpPr>
          <p:spPr>
            <a:xfrm>
              <a:off x="6871139" y="2762408"/>
              <a:ext cx="218647" cy="696699"/>
            </a:xfrm>
            <a:custGeom>
              <a:avLst/>
              <a:gdLst/>
              <a:ahLst/>
              <a:cxnLst/>
              <a:rect l="l" t="t" r="r" b="b"/>
              <a:pathLst>
                <a:path w="2736" h="8718" extrusionOk="0">
                  <a:moveTo>
                    <a:pt x="1150" y="0"/>
                  </a:moveTo>
                  <a:cubicBezTo>
                    <a:pt x="442" y="2550"/>
                    <a:pt x="0" y="3819"/>
                    <a:pt x="830" y="4645"/>
                  </a:cubicBezTo>
                  <a:lnTo>
                    <a:pt x="349" y="8410"/>
                  </a:lnTo>
                  <a:cubicBezTo>
                    <a:pt x="349" y="8410"/>
                    <a:pt x="763" y="8717"/>
                    <a:pt x="2736" y="8717"/>
                  </a:cubicBezTo>
                  <a:lnTo>
                    <a:pt x="2736" y="894"/>
                  </a:lnTo>
                  <a:lnTo>
                    <a:pt x="1816" y="199"/>
                  </a:lnTo>
                  <a:cubicBezTo>
                    <a:pt x="1816" y="199"/>
                    <a:pt x="1403" y="55"/>
                    <a:pt x="1150" y="0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35000">
                  <a:schemeClr val="accent5"/>
                </a:gs>
                <a:gs pos="49000">
                  <a:schemeClr val="accent4"/>
                </a:gs>
                <a:gs pos="73000">
                  <a:schemeClr val="accent5"/>
                </a:gs>
                <a:gs pos="100000">
                  <a:schemeClr val="accent4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7" name="Google Shape;2827;p19"/>
            <p:cNvSpPr/>
            <p:nvPr/>
          </p:nvSpPr>
          <p:spPr>
            <a:xfrm>
              <a:off x="6910537" y="2762408"/>
              <a:ext cx="179249" cy="215611"/>
            </a:xfrm>
            <a:custGeom>
              <a:avLst/>
              <a:gdLst/>
              <a:ahLst/>
              <a:cxnLst/>
              <a:rect l="l" t="t" r="r" b="b"/>
              <a:pathLst>
                <a:path w="2243" h="2698" extrusionOk="0">
                  <a:moveTo>
                    <a:pt x="657" y="0"/>
                  </a:moveTo>
                  <a:cubicBezTo>
                    <a:pt x="375" y="1000"/>
                    <a:pt x="148" y="1788"/>
                    <a:pt x="0" y="2441"/>
                  </a:cubicBezTo>
                  <a:cubicBezTo>
                    <a:pt x="801" y="2602"/>
                    <a:pt x="1778" y="2669"/>
                    <a:pt x="2243" y="2698"/>
                  </a:cubicBezTo>
                  <a:lnTo>
                    <a:pt x="2243" y="894"/>
                  </a:lnTo>
                  <a:lnTo>
                    <a:pt x="1323" y="199"/>
                  </a:lnTo>
                  <a:cubicBezTo>
                    <a:pt x="1323" y="199"/>
                    <a:pt x="910" y="55"/>
                    <a:pt x="657" y="0"/>
                  </a:cubicBezTo>
                  <a:close/>
                </a:path>
              </a:pathLst>
            </a:custGeom>
            <a:solidFill>
              <a:srgbClr val="A105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8" name="Google Shape;2828;p19"/>
            <p:cNvSpPr/>
            <p:nvPr/>
          </p:nvSpPr>
          <p:spPr>
            <a:xfrm>
              <a:off x="6932033" y="3133608"/>
              <a:ext cx="127065" cy="42834"/>
            </a:xfrm>
            <a:custGeom>
              <a:avLst/>
              <a:gdLst/>
              <a:ahLst/>
              <a:cxnLst/>
              <a:rect l="l" t="t" r="r" b="b"/>
              <a:pathLst>
                <a:path w="1590" h="536" extrusionOk="0">
                  <a:moveTo>
                    <a:pt x="68" y="0"/>
                  </a:moveTo>
                  <a:cubicBezTo>
                    <a:pt x="39" y="186"/>
                    <a:pt x="26" y="359"/>
                    <a:pt x="1" y="535"/>
                  </a:cubicBezTo>
                  <a:cubicBezTo>
                    <a:pt x="814" y="414"/>
                    <a:pt x="1589" y="106"/>
                    <a:pt x="1253" y="106"/>
                  </a:cubicBezTo>
                  <a:cubicBezTo>
                    <a:pt x="840" y="106"/>
                    <a:pt x="68" y="0"/>
                    <a:pt x="68" y="0"/>
                  </a:cubicBezTo>
                  <a:close/>
                </a:path>
              </a:pathLst>
            </a:custGeom>
            <a:solidFill>
              <a:srgbClr val="A105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9" name="Google Shape;2829;p19"/>
            <p:cNvSpPr/>
            <p:nvPr/>
          </p:nvSpPr>
          <p:spPr>
            <a:xfrm>
              <a:off x="6910537" y="3270020"/>
              <a:ext cx="118594" cy="70485"/>
            </a:xfrm>
            <a:custGeom>
              <a:avLst/>
              <a:gdLst/>
              <a:ahLst/>
              <a:cxnLst/>
              <a:rect l="l" t="t" r="r" b="b"/>
              <a:pathLst>
                <a:path w="1484" h="882" extrusionOk="0">
                  <a:moveTo>
                    <a:pt x="1243" y="1"/>
                  </a:moveTo>
                  <a:cubicBezTo>
                    <a:pt x="856" y="241"/>
                    <a:pt x="362" y="321"/>
                    <a:pt x="68" y="350"/>
                  </a:cubicBezTo>
                  <a:cubicBezTo>
                    <a:pt x="42" y="549"/>
                    <a:pt x="29" y="722"/>
                    <a:pt x="0" y="882"/>
                  </a:cubicBezTo>
                  <a:cubicBezTo>
                    <a:pt x="763" y="844"/>
                    <a:pt x="1484" y="510"/>
                    <a:pt x="1484" y="510"/>
                  </a:cubicBezTo>
                  <a:lnTo>
                    <a:pt x="1243" y="1"/>
                  </a:lnTo>
                  <a:close/>
                </a:path>
              </a:pathLst>
            </a:custGeom>
            <a:solidFill>
              <a:srgbClr val="A105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0" name="Google Shape;2830;p19"/>
            <p:cNvSpPr/>
            <p:nvPr/>
          </p:nvSpPr>
          <p:spPr>
            <a:xfrm>
              <a:off x="6899029" y="3397003"/>
              <a:ext cx="190757" cy="62094"/>
            </a:xfrm>
            <a:custGeom>
              <a:avLst/>
              <a:gdLst/>
              <a:ahLst/>
              <a:cxnLst/>
              <a:rect l="l" t="t" r="r" b="b"/>
              <a:pathLst>
                <a:path w="2387" h="777" extrusionOk="0">
                  <a:moveTo>
                    <a:pt x="52" y="1"/>
                  </a:moveTo>
                  <a:lnTo>
                    <a:pt x="0" y="469"/>
                  </a:lnTo>
                  <a:cubicBezTo>
                    <a:pt x="0" y="469"/>
                    <a:pt x="414" y="776"/>
                    <a:pt x="2387" y="776"/>
                  </a:cubicBezTo>
                  <a:lnTo>
                    <a:pt x="2387" y="347"/>
                  </a:lnTo>
                  <a:cubicBezTo>
                    <a:pt x="2317" y="350"/>
                    <a:pt x="2225" y="353"/>
                    <a:pt x="2114" y="353"/>
                  </a:cubicBezTo>
                  <a:cubicBezTo>
                    <a:pt x="1661" y="353"/>
                    <a:pt x="899" y="302"/>
                    <a:pt x="52" y="1"/>
                  </a:cubicBezTo>
                  <a:close/>
                </a:path>
              </a:pathLst>
            </a:custGeom>
            <a:solidFill>
              <a:srgbClr val="A105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1" name="Google Shape;2831;p19"/>
            <p:cNvSpPr/>
            <p:nvPr/>
          </p:nvSpPr>
          <p:spPr>
            <a:xfrm>
              <a:off x="6657849" y="2906253"/>
              <a:ext cx="40517" cy="47230"/>
            </a:xfrm>
            <a:custGeom>
              <a:avLst/>
              <a:gdLst/>
              <a:ahLst/>
              <a:cxnLst/>
              <a:rect l="l" t="t" r="r" b="b"/>
              <a:pathLst>
                <a:path w="507" h="591" extrusionOk="0">
                  <a:moveTo>
                    <a:pt x="507" y="1"/>
                  </a:moveTo>
                  <a:lnTo>
                    <a:pt x="119" y="55"/>
                  </a:lnTo>
                  <a:cubicBezTo>
                    <a:pt x="119" y="55"/>
                    <a:pt x="1" y="590"/>
                    <a:pt x="228" y="590"/>
                  </a:cubicBezTo>
                  <a:cubicBezTo>
                    <a:pt x="230" y="590"/>
                    <a:pt x="232" y="590"/>
                    <a:pt x="235" y="590"/>
                  </a:cubicBezTo>
                  <a:cubicBezTo>
                    <a:pt x="441" y="590"/>
                    <a:pt x="507" y="1"/>
                    <a:pt x="507" y="1"/>
                  </a:cubicBezTo>
                  <a:close/>
                </a:path>
              </a:pathLst>
            </a:custGeom>
            <a:solidFill>
              <a:srgbClr val="2841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2" name="Google Shape;2832;p19"/>
            <p:cNvSpPr/>
            <p:nvPr/>
          </p:nvSpPr>
          <p:spPr>
            <a:xfrm>
              <a:off x="7484479" y="2735797"/>
              <a:ext cx="62094" cy="130102"/>
            </a:xfrm>
            <a:custGeom>
              <a:avLst/>
              <a:gdLst/>
              <a:ahLst/>
              <a:cxnLst/>
              <a:rect l="l" t="t" r="r" b="b"/>
              <a:pathLst>
                <a:path w="777" h="1628" extrusionOk="0">
                  <a:moveTo>
                    <a:pt x="654" y="0"/>
                  </a:moveTo>
                  <a:cubicBezTo>
                    <a:pt x="321" y="80"/>
                    <a:pt x="1" y="93"/>
                    <a:pt x="1" y="93"/>
                  </a:cubicBezTo>
                  <a:lnTo>
                    <a:pt x="388" y="1628"/>
                  </a:lnTo>
                  <a:lnTo>
                    <a:pt x="776" y="1628"/>
                  </a:lnTo>
                  <a:lnTo>
                    <a:pt x="654" y="0"/>
                  </a:lnTo>
                  <a:close/>
                </a:path>
              </a:pathLst>
            </a:custGeom>
            <a:solidFill>
              <a:srgbClr val="2841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3" name="Google Shape;2833;p19"/>
            <p:cNvSpPr/>
            <p:nvPr/>
          </p:nvSpPr>
          <p:spPr>
            <a:xfrm>
              <a:off x="7262558" y="2762009"/>
              <a:ext cx="350028" cy="566278"/>
            </a:xfrm>
            <a:custGeom>
              <a:avLst/>
              <a:gdLst/>
              <a:ahLst/>
              <a:cxnLst/>
              <a:rect l="l" t="t" r="r" b="b"/>
              <a:pathLst>
                <a:path w="4380" h="7086" extrusionOk="0">
                  <a:moveTo>
                    <a:pt x="91" y="1"/>
                  </a:moveTo>
                  <a:cubicBezTo>
                    <a:pt x="33" y="1"/>
                    <a:pt x="0" y="5"/>
                    <a:pt x="0" y="5"/>
                  </a:cubicBezTo>
                  <a:lnTo>
                    <a:pt x="388" y="3504"/>
                  </a:lnTo>
                  <a:cubicBezTo>
                    <a:pt x="388" y="3504"/>
                    <a:pt x="961" y="4984"/>
                    <a:pt x="1138" y="5371"/>
                  </a:cubicBezTo>
                  <a:cubicBezTo>
                    <a:pt x="1298" y="5772"/>
                    <a:pt x="1631" y="6906"/>
                    <a:pt x="2230" y="7053"/>
                  </a:cubicBezTo>
                  <a:cubicBezTo>
                    <a:pt x="2312" y="7075"/>
                    <a:pt x="2391" y="7085"/>
                    <a:pt x="2465" y="7085"/>
                  </a:cubicBezTo>
                  <a:cubicBezTo>
                    <a:pt x="2934" y="7085"/>
                    <a:pt x="3245" y="6680"/>
                    <a:pt x="3406" y="6265"/>
                  </a:cubicBezTo>
                  <a:cubicBezTo>
                    <a:pt x="3579" y="5785"/>
                    <a:pt x="4232" y="2181"/>
                    <a:pt x="4299" y="1847"/>
                  </a:cubicBezTo>
                  <a:cubicBezTo>
                    <a:pt x="4380" y="1514"/>
                    <a:pt x="4367" y="966"/>
                    <a:pt x="4165" y="752"/>
                  </a:cubicBezTo>
                  <a:cubicBezTo>
                    <a:pt x="3966" y="524"/>
                    <a:pt x="3684" y="326"/>
                    <a:pt x="3444" y="313"/>
                  </a:cubicBezTo>
                  <a:cubicBezTo>
                    <a:pt x="3401" y="311"/>
                    <a:pt x="3349" y="309"/>
                    <a:pt x="3294" y="309"/>
                  </a:cubicBezTo>
                  <a:cubicBezTo>
                    <a:pt x="3043" y="309"/>
                    <a:pt x="2716" y="340"/>
                    <a:pt x="2739" y="460"/>
                  </a:cubicBezTo>
                  <a:cubicBezTo>
                    <a:pt x="2765" y="604"/>
                    <a:pt x="2992" y="579"/>
                    <a:pt x="3111" y="592"/>
                  </a:cubicBezTo>
                  <a:cubicBezTo>
                    <a:pt x="3233" y="604"/>
                    <a:pt x="3444" y="726"/>
                    <a:pt x="3444" y="726"/>
                  </a:cubicBezTo>
                  <a:cubicBezTo>
                    <a:pt x="3444" y="726"/>
                    <a:pt x="3220" y="765"/>
                    <a:pt x="3018" y="819"/>
                  </a:cubicBezTo>
                  <a:cubicBezTo>
                    <a:pt x="2832" y="886"/>
                    <a:pt x="2778" y="1034"/>
                    <a:pt x="2900" y="1194"/>
                  </a:cubicBezTo>
                  <a:cubicBezTo>
                    <a:pt x="2819" y="1325"/>
                    <a:pt x="2819" y="1501"/>
                    <a:pt x="3085" y="1527"/>
                  </a:cubicBezTo>
                  <a:cubicBezTo>
                    <a:pt x="3044" y="1767"/>
                    <a:pt x="3313" y="1806"/>
                    <a:pt x="3313" y="1806"/>
                  </a:cubicBezTo>
                  <a:lnTo>
                    <a:pt x="2538" y="3770"/>
                  </a:lnTo>
                  <a:cubicBezTo>
                    <a:pt x="2538" y="3770"/>
                    <a:pt x="2470" y="3424"/>
                    <a:pt x="1964" y="1767"/>
                  </a:cubicBezTo>
                  <a:cubicBezTo>
                    <a:pt x="1391" y="132"/>
                    <a:pt x="396" y="1"/>
                    <a:pt x="91" y="1"/>
                  </a:cubicBez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4" name="Google Shape;2834;p19"/>
            <p:cNvSpPr/>
            <p:nvPr/>
          </p:nvSpPr>
          <p:spPr>
            <a:xfrm>
              <a:off x="7262558" y="2762009"/>
              <a:ext cx="186921" cy="345073"/>
            </a:xfrm>
            <a:custGeom>
              <a:avLst/>
              <a:gdLst/>
              <a:ahLst/>
              <a:cxnLst/>
              <a:rect l="l" t="t" r="r" b="b"/>
              <a:pathLst>
                <a:path w="2339" h="4318" extrusionOk="0">
                  <a:moveTo>
                    <a:pt x="91" y="1"/>
                  </a:moveTo>
                  <a:cubicBezTo>
                    <a:pt x="33" y="1"/>
                    <a:pt x="0" y="5"/>
                    <a:pt x="0" y="5"/>
                  </a:cubicBezTo>
                  <a:lnTo>
                    <a:pt x="388" y="3504"/>
                  </a:lnTo>
                  <a:cubicBezTo>
                    <a:pt x="388" y="3504"/>
                    <a:pt x="535" y="3888"/>
                    <a:pt x="708" y="4317"/>
                  </a:cubicBezTo>
                  <a:cubicBezTo>
                    <a:pt x="1096" y="3555"/>
                    <a:pt x="1977" y="3154"/>
                    <a:pt x="2339" y="3023"/>
                  </a:cubicBezTo>
                  <a:cubicBezTo>
                    <a:pt x="2259" y="2728"/>
                    <a:pt x="2124" y="2328"/>
                    <a:pt x="1964" y="1767"/>
                  </a:cubicBezTo>
                  <a:cubicBezTo>
                    <a:pt x="1391" y="132"/>
                    <a:pt x="396" y="1"/>
                    <a:pt x="9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5" name="Google Shape;2835;p19"/>
            <p:cNvSpPr/>
            <p:nvPr/>
          </p:nvSpPr>
          <p:spPr>
            <a:xfrm>
              <a:off x="7422545" y="3254198"/>
              <a:ext cx="108924" cy="74001"/>
            </a:xfrm>
            <a:custGeom>
              <a:avLst/>
              <a:gdLst/>
              <a:ahLst/>
              <a:cxnLst/>
              <a:rect l="l" t="t" r="r" b="b"/>
              <a:pathLst>
                <a:path w="1363" h="926" extrusionOk="0">
                  <a:moveTo>
                    <a:pt x="843" y="0"/>
                  </a:moveTo>
                  <a:cubicBezTo>
                    <a:pt x="388" y="0"/>
                    <a:pt x="29" y="346"/>
                    <a:pt x="1" y="788"/>
                  </a:cubicBezTo>
                  <a:cubicBezTo>
                    <a:pt x="68" y="840"/>
                    <a:pt x="148" y="881"/>
                    <a:pt x="228" y="894"/>
                  </a:cubicBezTo>
                  <a:cubicBezTo>
                    <a:pt x="309" y="915"/>
                    <a:pt x="386" y="925"/>
                    <a:pt x="459" y="925"/>
                  </a:cubicBezTo>
                  <a:cubicBezTo>
                    <a:pt x="896" y="925"/>
                    <a:pt x="1203" y="576"/>
                    <a:pt x="1362" y="186"/>
                  </a:cubicBezTo>
                  <a:cubicBezTo>
                    <a:pt x="1218" y="68"/>
                    <a:pt x="1042" y="0"/>
                    <a:pt x="843" y="0"/>
                  </a:cubicBez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6" name="Google Shape;2836;p19"/>
            <p:cNvSpPr/>
            <p:nvPr/>
          </p:nvSpPr>
          <p:spPr>
            <a:xfrm>
              <a:off x="7297879" y="2959795"/>
              <a:ext cx="151599" cy="147283"/>
            </a:xfrm>
            <a:custGeom>
              <a:avLst/>
              <a:gdLst/>
              <a:ahLst/>
              <a:cxnLst/>
              <a:rect l="l" t="t" r="r" b="b"/>
              <a:pathLst>
                <a:path w="1897" h="1843" extrusionOk="0">
                  <a:moveTo>
                    <a:pt x="1737" y="0"/>
                  </a:moveTo>
                  <a:cubicBezTo>
                    <a:pt x="1320" y="132"/>
                    <a:pt x="519" y="452"/>
                    <a:pt x="0" y="1147"/>
                  </a:cubicBezTo>
                  <a:cubicBezTo>
                    <a:pt x="55" y="1307"/>
                    <a:pt x="161" y="1560"/>
                    <a:pt x="266" y="1842"/>
                  </a:cubicBezTo>
                  <a:cubicBezTo>
                    <a:pt x="654" y="1080"/>
                    <a:pt x="1535" y="679"/>
                    <a:pt x="1897" y="548"/>
                  </a:cubicBezTo>
                  <a:cubicBezTo>
                    <a:pt x="1855" y="401"/>
                    <a:pt x="1801" y="212"/>
                    <a:pt x="1737" y="0"/>
                  </a:cubicBezTo>
                  <a:close/>
                </a:path>
              </a:pathLst>
            </a:custGeom>
            <a:solidFill>
              <a:srgbClr val="007C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7" name="Google Shape;2837;p19"/>
            <p:cNvSpPr/>
            <p:nvPr/>
          </p:nvSpPr>
          <p:spPr>
            <a:xfrm>
              <a:off x="7135814" y="2762408"/>
              <a:ext cx="218727" cy="696699"/>
            </a:xfrm>
            <a:custGeom>
              <a:avLst/>
              <a:gdLst/>
              <a:ahLst/>
              <a:cxnLst/>
              <a:rect l="l" t="t" r="r" b="b"/>
              <a:pathLst>
                <a:path w="2737" h="8718" extrusionOk="0">
                  <a:moveTo>
                    <a:pt x="1586" y="0"/>
                  </a:moveTo>
                  <a:cubicBezTo>
                    <a:pt x="1333" y="55"/>
                    <a:pt x="920" y="199"/>
                    <a:pt x="920" y="199"/>
                  </a:cubicBezTo>
                  <a:lnTo>
                    <a:pt x="1" y="894"/>
                  </a:lnTo>
                  <a:lnTo>
                    <a:pt x="1" y="8717"/>
                  </a:lnTo>
                  <a:cubicBezTo>
                    <a:pt x="1974" y="8717"/>
                    <a:pt x="2387" y="8410"/>
                    <a:pt x="2387" y="8410"/>
                  </a:cubicBezTo>
                  <a:lnTo>
                    <a:pt x="1907" y="4645"/>
                  </a:lnTo>
                  <a:cubicBezTo>
                    <a:pt x="2736" y="3819"/>
                    <a:pt x="2294" y="2550"/>
                    <a:pt x="1586" y="0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35000">
                  <a:schemeClr val="accent5"/>
                </a:gs>
                <a:gs pos="49000">
                  <a:schemeClr val="accent4"/>
                </a:gs>
                <a:gs pos="73000">
                  <a:schemeClr val="accent5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8" name="Google Shape;2838;p19"/>
            <p:cNvSpPr/>
            <p:nvPr/>
          </p:nvSpPr>
          <p:spPr>
            <a:xfrm>
              <a:off x="7135814" y="2762408"/>
              <a:ext cx="177971" cy="215611"/>
            </a:xfrm>
            <a:custGeom>
              <a:avLst/>
              <a:gdLst/>
              <a:ahLst/>
              <a:cxnLst/>
              <a:rect l="l" t="t" r="r" b="b"/>
              <a:pathLst>
                <a:path w="2227" h="2698" extrusionOk="0">
                  <a:moveTo>
                    <a:pt x="1586" y="0"/>
                  </a:moveTo>
                  <a:cubicBezTo>
                    <a:pt x="1333" y="55"/>
                    <a:pt x="920" y="199"/>
                    <a:pt x="920" y="199"/>
                  </a:cubicBezTo>
                  <a:lnTo>
                    <a:pt x="1" y="894"/>
                  </a:lnTo>
                  <a:lnTo>
                    <a:pt x="1" y="2698"/>
                  </a:lnTo>
                  <a:cubicBezTo>
                    <a:pt x="465" y="2669"/>
                    <a:pt x="1442" y="2602"/>
                    <a:pt x="2227" y="2441"/>
                  </a:cubicBezTo>
                  <a:cubicBezTo>
                    <a:pt x="2096" y="1788"/>
                    <a:pt x="1868" y="1000"/>
                    <a:pt x="1586" y="0"/>
                  </a:cubicBezTo>
                  <a:close/>
                </a:path>
              </a:pathLst>
            </a:custGeom>
            <a:solidFill>
              <a:srgbClr val="A105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9" name="Google Shape;2839;p19"/>
            <p:cNvSpPr/>
            <p:nvPr/>
          </p:nvSpPr>
          <p:spPr>
            <a:xfrm>
              <a:off x="6955368" y="2294753"/>
              <a:ext cx="324375" cy="163586"/>
            </a:xfrm>
            <a:custGeom>
              <a:avLst/>
              <a:gdLst/>
              <a:ahLst/>
              <a:cxnLst/>
              <a:rect l="l" t="t" r="r" b="b"/>
              <a:pathLst>
                <a:path w="4059" h="2047" extrusionOk="0">
                  <a:moveTo>
                    <a:pt x="1862" y="1"/>
                  </a:moveTo>
                  <a:cubicBezTo>
                    <a:pt x="1605" y="1"/>
                    <a:pt x="1321" y="37"/>
                    <a:pt x="1028" y="140"/>
                  </a:cubicBezTo>
                  <a:cubicBezTo>
                    <a:pt x="0" y="512"/>
                    <a:pt x="67" y="1435"/>
                    <a:pt x="147" y="1874"/>
                  </a:cubicBezTo>
                  <a:lnTo>
                    <a:pt x="1964" y="2047"/>
                  </a:lnTo>
                  <a:lnTo>
                    <a:pt x="3819" y="1915"/>
                  </a:lnTo>
                  <a:cubicBezTo>
                    <a:pt x="3819" y="1915"/>
                    <a:pt x="4059" y="900"/>
                    <a:pt x="3325" y="406"/>
                  </a:cubicBezTo>
                  <a:cubicBezTo>
                    <a:pt x="3467" y="358"/>
                    <a:pt x="3467" y="317"/>
                    <a:pt x="3349" y="317"/>
                  </a:cubicBezTo>
                  <a:cubicBezTo>
                    <a:pt x="3302" y="317"/>
                    <a:pt x="3236" y="323"/>
                    <a:pt x="3152" y="339"/>
                  </a:cubicBezTo>
                  <a:cubicBezTo>
                    <a:pt x="3119" y="152"/>
                    <a:pt x="3076" y="86"/>
                    <a:pt x="3041" y="86"/>
                  </a:cubicBezTo>
                  <a:cubicBezTo>
                    <a:pt x="3006" y="86"/>
                    <a:pt x="2979" y="153"/>
                    <a:pt x="2979" y="233"/>
                  </a:cubicBezTo>
                  <a:cubicBezTo>
                    <a:pt x="2979" y="233"/>
                    <a:pt x="2507" y="1"/>
                    <a:pt x="1862" y="1"/>
                  </a:cubicBezTo>
                  <a:close/>
                </a:path>
              </a:pathLst>
            </a:custGeom>
            <a:solidFill>
              <a:srgbClr val="2841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0" name="Google Shape;2840;p19"/>
            <p:cNvSpPr/>
            <p:nvPr/>
          </p:nvSpPr>
          <p:spPr>
            <a:xfrm>
              <a:off x="7143246" y="2716298"/>
              <a:ext cx="58738" cy="49228"/>
            </a:xfrm>
            <a:custGeom>
              <a:avLst/>
              <a:gdLst/>
              <a:ahLst/>
              <a:cxnLst/>
              <a:rect l="l" t="t" r="r" b="b"/>
              <a:pathLst>
                <a:path w="735" h="616" extrusionOk="0">
                  <a:moveTo>
                    <a:pt x="147" y="0"/>
                  </a:moveTo>
                  <a:cubicBezTo>
                    <a:pt x="60" y="0"/>
                    <a:pt x="0" y="4"/>
                    <a:pt x="0" y="4"/>
                  </a:cubicBezTo>
                  <a:lnTo>
                    <a:pt x="161" y="616"/>
                  </a:lnTo>
                  <a:cubicBezTo>
                    <a:pt x="161" y="616"/>
                    <a:pt x="708" y="430"/>
                    <a:pt x="734" y="84"/>
                  </a:cubicBezTo>
                  <a:cubicBezTo>
                    <a:pt x="577" y="13"/>
                    <a:pt x="312" y="0"/>
                    <a:pt x="147" y="0"/>
                  </a:cubicBezTo>
                  <a:close/>
                </a:path>
              </a:pathLst>
            </a:custGeom>
            <a:solidFill>
              <a:srgbClr val="CD06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1" name="Google Shape;2841;p19"/>
            <p:cNvSpPr/>
            <p:nvPr/>
          </p:nvSpPr>
          <p:spPr>
            <a:xfrm>
              <a:off x="7023695" y="2716298"/>
              <a:ext cx="58658" cy="49228"/>
            </a:xfrm>
            <a:custGeom>
              <a:avLst/>
              <a:gdLst/>
              <a:ahLst/>
              <a:cxnLst/>
              <a:rect l="l" t="t" r="r" b="b"/>
              <a:pathLst>
                <a:path w="734" h="616" extrusionOk="0">
                  <a:moveTo>
                    <a:pt x="588" y="0"/>
                  </a:moveTo>
                  <a:cubicBezTo>
                    <a:pt x="423" y="0"/>
                    <a:pt x="157" y="13"/>
                    <a:pt x="0" y="84"/>
                  </a:cubicBezTo>
                  <a:cubicBezTo>
                    <a:pt x="13" y="430"/>
                    <a:pt x="574" y="616"/>
                    <a:pt x="574" y="616"/>
                  </a:cubicBezTo>
                  <a:lnTo>
                    <a:pt x="734" y="4"/>
                  </a:lnTo>
                  <a:cubicBezTo>
                    <a:pt x="734" y="4"/>
                    <a:pt x="675" y="0"/>
                    <a:pt x="588" y="0"/>
                  </a:cubicBezTo>
                  <a:close/>
                </a:path>
              </a:pathLst>
            </a:custGeom>
            <a:solidFill>
              <a:srgbClr val="CD06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2" name="Google Shape;2842;p19"/>
            <p:cNvSpPr/>
            <p:nvPr/>
          </p:nvSpPr>
          <p:spPr>
            <a:xfrm>
              <a:off x="7022656" y="2665393"/>
              <a:ext cx="179329" cy="162148"/>
            </a:xfrm>
            <a:custGeom>
              <a:avLst/>
              <a:gdLst/>
              <a:ahLst/>
              <a:cxnLst/>
              <a:rect l="l" t="t" r="r" b="b"/>
              <a:pathLst>
                <a:path w="2244" h="2029" extrusionOk="0">
                  <a:moveTo>
                    <a:pt x="536" y="0"/>
                  </a:moveTo>
                  <a:cubicBezTo>
                    <a:pt x="536" y="0"/>
                    <a:pt x="628" y="1442"/>
                    <a:pt x="1" y="1602"/>
                  </a:cubicBezTo>
                  <a:cubicBezTo>
                    <a:pt x="641" y="2028"/>
                    <a:pt x="840" y="2028"/>
                    <a:pt x="1122" y="2028"/>
                  </a:cubicBezTo>
                  <a:cubicBezTo>
                    <a:pt x="1401" y="2028"/>
                    <a:pt x="1602" y="2028"/>
                    <a:pt x="2243" y="1602"/>
                  </a:cubicBezTo>
                  <a:cubicBezTo>
                    <a:pt x="1615" y="1442"/>
                    <a:pt x="1695" y="0"/>
                    <a:pt x="1695" y="0"/>
                  </a:cubicBezTo>
                  <a:lnTo>
                    <a:pt x="1695" y="0"/>
                  </a:lnTo>
                  <a:lnTo>
                    <a:pt x="1122" y="80"/>
                  </a:lnTo>
                  <a:lnTo>
                    <a:pt x="536" y="0"/>
                  </a:ln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3" name="Google Shape;2843;p19"/>
            <p:cNvSpPr/>
            <p:nvPr/>
          </p:nvSpPr>
          <p:spPr>
            <a:xfrm>
              <a:off x="6920286" y="2468006"/>
              <a:ext cx="103490" cy="139132"/>
            </a:xfrm>
            <a:custGeom>
              <a:avLst/>
              <a:gdLst/>
              <a:ahLst/>
              <a:cxnLst/>
              <a:rect l="l" t="t" r="r" b="b"/>
              <a:pathLst>
                <a:path w="1295" h="1741" extrusionOk="0">
                  <a:moveTo>
                    <a:pt x="839" y="0"/>
                  </a:moveTo>
                  <a:cubicBezTo>
                    <a:pt x="839" y="0"/>
                    <a:pt x="186" y="135"/>
                    <a:pt x="93" y="295"/>
                  </a:cubicBezTo>
                  <a:cubicBezTo>
                    <a:pt x="0" y="439"/>
                    <a:pt x="80" y="1282"/>
                    <a:pt x="295" y="1535"/>
                  </a:cubicBezTo>
                  <a:cubicBezTo>
                    <a:pt x="445" y="1715"/>
                    <a:pt x="888" y="1741"/>
                    <a:pt x="1131" y="1741"/>
                  </a:cubicBezTo>
                  <a:cubicBezTo>
                    <a:pt x="1229" y="1741"/>
                    <a:pt x="1294" y="1737"/>
                    <a:pt x="1294" y="1737"/>
                  </a:cubicBezTo>
                  <a:lnTo>
                    <a:pt x="108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4" name="Google Shape;2844;p19"/>
            <p:cNvSpPr/>
            <p:nvPr/>
          </p:nvSpPr>
          <p:spPr>
            <a:xfrm>
              <a:off x="6920286" y="2480792"/>
              <a:ext cx="39478" cy="120672"/>
            </a:xfrm>
            <a:custGeom>
              <a:avLst/>
              <a:gdLst/>
              <a:ahLst/>
              <a:cxnLst/>
              <a:rect l="l" t="t" r="r" b="b"/>
              <a:pathLst>
                <a:path w="494" h="1510" extrusionOk="0">
                  <a:moveTo>
                    <a:pt x="295" y="0"/>
                  </a:moveTo>
                  <a:cubicBezTo>
                    <a:pt x="199" y="39"/>
                    <a:pt x="119" y="81"/>
                    <a:pt x="93" y="135"/>
                  </a:cubicBezTo>
                  <a:cubicBezTo>
                    <a:pt x="0" y="279"/>
                    <a:pt x="80" y="1122"/>
                    <a:pt x="295" y="1375"/>
                  </a:cubicBezTo>
                  <a:cubicBezTo>
                    <a:pt x="333" y="1429"/>
                    <a:pt x="413" y="1468"/>
                    <a:pt x="494" y="1509"/>
                  </a:cubicBezTo>
                  <a:cubicBezTo>
                    <a:pt x="333" y="1000"/>
                    <a:pt x="295" y="321"/>
                    <a:pt x="295" y="0"/>
                  </a:cubicBezTo>
                  <a:close/>
                </a:path>
              </a:pathLst>
            </a:custGeom>
            <a:solidFill>
              <a:srgbClr val="FF24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5" name="Google Shape;2845;p19"/>
            <p:cNvSpPr/>
            <p:nvPr/>
          </p:nvSpPr>
          <p:spPr>
            <a:xfrm>
              <a:off x="6953291" y="2468006"/>
              <a:ext cx="70485" cy="139851"/>
            </a:xfrm>
            <a:custGeom>
              <a:avLst/>
              <a:gdLst/>
              <a:ahLst/>
              <a:cxnLst/>
              <a:rect l="l" t="t" r="r" b="b"/>
              <a:pathLst>
                <a:path w="882" h="1750" extrusionOk="0">
                  <a:moveTo>
                    <a:pt x="426" y="0"/>
                  </a:moveTo>
                  <a:cubicBezTo>
                    <a:pt x="426" y="0"/>
                    <a:pt x="202" y="55"/>
                    <a:pt x="0" y="119"/>
                  </a:cubicBezTo>
                  <a:cubicBezTo>
                    <a:pt x="0" y="359"/>
                    <a:pt x="42" y="1134"/>
                    <a:pt x="253" y="1269"/>
                  </a:cubicBezTo>
                  <a:cubicBezTo>
                    <a:pt x="419" y="1390"/>
                    <a:pt x="520" y="1401"/>
                    <a:pt x="551" y="1401"/>
                  </a:cubicBezTo>
                  <a:cubicBezTo>
                    <a:pt x="558" y="1401"/>
                    <a:pt x="561" y="1400"/>
                    <a:pt x="561" y="1400"/>
                  </a:cubicBezTo>
                  <a:lnTo>
                    <a:pt x="667" y="1749"/>
                  </a:lnTo>
                  <a:cubicBezTo>
                    <a:pt x="788" y="1749"/>
                    <a:pt x="881" y="1737"/>
                    <a:pt x="881" y="1737"/>
                  </a:cubicBezTo>
                  <a:lnTo>
                    <a:pt x="667" y="0"/>
                  </a:lnTo>
                  <a:close/>
                </a:path>
              </a:pathLst>
            </a:custGeom>
            <a:solidFill>
              <a:srgbClr val="007C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6" name="Google Shape;2846;p19"/>
            <p:cNvSpPr/>
            <p:nvPr/>
          </p:nvSpPr>
          <p:spPr>
            <a:xfrm>
              <a:off x="7201903" y="2468006"/>
              <a:ext cx="103490" cy="139132"/>
            </a:xfrm>
            <a:custGeom>
              <a:avLst/>
              <a:gdLst/>
              <a:ahLst/>
              <a:cxnLst/>
              <a:rect l="l" t="t" r="r" b="b"/>
              <a:pathLst>
                <a:path w="1295" h="1741" extrusionOk="0">
                  <a:moveTo>
                    <a:pt x="215" y="0"/>
                  </a:moveTo>
                  <a:lnTo>
                    <a:pt x="0" y="1737"/>
                  </a:lnTo>
                  <a:cubicBezTo>
                    <a:pt x="0" y="1737"/>
                    <a:pt x="66" y="1741"/>
                    <a:pt x="164" y="1741"/>
                  </a:cubicBezTo>
                  <a:cubicBezTo>
                    <a:pt x="407" y="1741"/>
                    <a:pt x="849" y="1715"/>
                    <a:pt x="1000" y="1535"/>
                  </a:cubicBezTo>
                  <a:cubicBezTo>
                    <a:pt x="1201" y="1282"/>
                    <a:pt x="1294" y="439"/>
                    <a:pt x="1201" y="295"/>
                  </a:cubicBezTo>
                  <a:cubicBezTo>
                    <a:pt x="1108" y="135"/>
                    <a:pt x="439" y="0"/>
                    <a:pt x="43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7" name="Google Shape;2847;p19"/>
            <p:cNvSpPr/>
            <p:nvPr/>
          </p:nvSpPr>
          <p:spPr>
            <a:xfrm>
              <a:off x="7265834" y="2480792"/>
              <a:ext cx="39558" cy="120672"/>
            </a:xfrm>
            <a:custGeom>
              <a:avLst/>
              <a:gdLst/>
              <a:ahLst/>
              <a:cxnLst/>
              <a:rect l="l" t="t" r="r" b="b"/>
              <a:pathLst>
                <a:path w="495" h="1510" extrusionOk="0">
                  <a:moveTo>
                    <a:pt x="200" y="0"/>
                  </a:moveTo>
                  <a:cubicBezTo>
                    <a:pt x="187" y="321"/>
                    <a:pt x="161" y="1000"/>
                    <a:pt x="1" y="1509"/>
                  </a:cubicBezTo>
                  <a:cubicBezTo>
                    <a:pt x="81" y="1468"/>
                    <a:pt x="148" y="1429"/>
                    <a:pt x="200" y="1375"/>
                  </a:cubicBezTo>
                  <a:cubicBezTo>
                    <a:pt x="401" y="1122"/>
                    <a:pt x="494" y="279"/>
                    <a:pt x="401" y="135"/>
                  </a:cubicBezTo>
                  <a:cubicBezTo>
                    <a:pt x="376" y="81"/>
                    <a:pt x="296" y="39"/>
                    <a:pt x="200" y="0"/>
                  </a:cubicBezTo>
                  <a:close/>
                </a:path>
              </a:pathLst>
            </a:custGeom>
            <a:solidFill>
              <a:srgbClr val="FF24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8" name="Google Shape;2848;p19"/>
            <p:cNvSpPr/>
            <p:nvPr/>
          </p:nvSpPr>
          <p:spPr>
            <a:xfrm>
              <a:off x="7201903" y="2468006"/>
              <a:ext cx="70485" cy="139851"/>
            </a:xfrm>
            <a:custGeom>
              <a:avLst/>
              <a:gdLst/>
              <a:ahLst/>
              <a:cxnLst/>
              <a:rect l="l" t="t" r="r" b="b"/>
              <a:pathLst>
                <a:path w="882" h="1750" extrusionOk="0">
                  <a:moveTo>
                    <a:pt x="215" y="0"/>
                  </a:moveTo>
                  <a:lnTo>
                    <a:pt x="0" y="1737"/>
                  </a:lnTo>
                  <a:cubicBezTo>
                    <a:pt x="0" y="1737"/>
                    <a:pt x="80" y="1749"/>
                    <a:pt x="215" y="1749"/>
                  </a:cubicBezTo>
                  <a:lnTo>
                    <a:pt x="320" y="1400"/>
                  </a:lnTo>
                  <a:cubicBezTo>
                    <a:pt x="320" y="1400"/>
                    <a:pt x="324" y="1401"/>
                    <a:pt x="330" y="1401"/>
                  </a:cubicBezTo>
                  <a:cubicBezTo>
                    <a:pt x="361" y="1401"/>
                    <a:pt x="462" y="1390"/>
                    <a:pt x="628" y="1269"/>
                  </a:cubicBezTo>
                  <a:cubicBezTo>
                    <a:pt x="839" y="1134"/>
                    <a:pt x="868" y="359"/>
                    <a:pt x="881" y="119"/>
                  </a:cubicBezTo>
                  <a:cubicBezTo>
                    <a:pt x="666" y="55"/>
                    <a:pt x="439" y="0"/>
                    <a:pt x="439" y="0"/>
                  </a:cubicBezTo>
                  <a:close/>
                </a:path>
              </a:pathLst>
            </a:custGeom>
            <a:solidFill>
              <a:srgbClr val="007C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9" name="Google Shape;2849;p19"/>
            <p:cNvSpPr/>
            <p:nvPr/>
          </p:nvSpPr>
          <p:spPr>
            <a:xfrm>
              <a:off x="7064131" y="2665393"/>
              <a:ext cx="94060" cy="55621"/>
            </a:xfrm>
            <a:custGeom>
              <a:avLst/>
              <a:gdLst/>
              <a:ahLst/>
              <a:cxnLst/>
              <a:rect l="l" t="t" r="r" b="b"/>
              <a:pathLst>
                <a:path w="1177" h="696" extrusionOk="0">
                  <a:moveTo>
                    <a:pt x="17" y="0"/>
                  </a:moveTo>
                  <a:cubicBezTo>
                    <a:pt x="17" y="0"/>
                    <a:pt x="42" y="321"/>
                    <a:pt x="1" y="679"/>
                  </a:cubicBezTo>
                  <a:cubicBezTo>
                    <a:pt x="79" y="690"/>
                    <a:pt x="152" y="695"/>
                    <a:pt x="222" y="695"/>
                  </a:cubicBezTo>
                  <a:cubicBezTo>
                    <a:pt x="922" y="695"/>
                    <a:pt x="1176" y="186"/>
                    <a:pt x="1176" y="186"/>
                  </a:cubicBezTo>
                  <a:lnTo>
                    <a:pt x="750" y="67"/>
                  </a:lnTo>
                  <a:lnTo>
                    <a:pt x="603" y="80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0" name="Google Shape;2850;p19"/>
            <p:cNvSpPr/>
            <p:nvPr/>
          </p:nvSpPr>
          <p:spPr>
            <a:xfrm>
              <a:off x="7001399" y="2481831"/>
              <a:ext cx="222803" cy="212334"/>
            </a:xfrm>
            <a:custGeom>
              <a:avLst/>
              <a:gdLst/>
              <a:ahLst/>
              <a:cxnLst/>
              <a:rect l="l" t="t" r="r" b="b"/>
              <a:pathLst>
                <a:path w="2788" h="2657" extrusionOk="0">
                  <a:moveTo>
                    <a:pt x="1388" y="0"/>
                  </a:moveTo>
                  <a:lnTo>
                    <a:pt x="1" y="266"/>
                  </a:lnTo>
                  <a:cubicBezTo>
                    <a:pt x="1" y="266"/>
                    <a:pt x="65" y="2656"/>
                    <a:pt x="1388" y="2656"/>
                  </a:cubicBezTo>
                  <a:cubicBezTo>
                    <a:pt x="2708" y="2656"/>
                    <a:pt x="2788" y="266"/>
                    <a:pt x="2788" y="266"/>
                  </a:cubicBezTo>
                  <a:lnTo>
                    <a:pt x="1388" y="0"/>
                  </a:ln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1" name="Google Shape;2851;p19"/>
            <p:cNvSpPr/>
            <p:nvPr/>
          </p:nvSpPr>
          <p:spPr>
            <a:xfrm>
              <a:off x="7002438" y="2522267"/>
              <a:ext cx="220725" cy="59217"/>
            </a:xfrm>
            <a:custGeom>
              <a:avLst/>
              <a:gdLst/>
              <a:ahLst/>
              <a:cxnLst/>
              <a:rect l="l" t="t" r="r" b="b"/>
              <a:pathLst>
                <a:path w="2762" h="741" extrusionOk="0">
                  <a:moveTo>
                    <a:pt x="2762" y="0"/>
                  </a:moveTo>
                  <a:lnTo>
                    <a:pt x="0" y="68"/>
                  </a:lnTo>
                  <a:cubicBezTo>
                    <a:pt x="26" y="241"/>
                    <a:pt x="68" y="481"/>
                    <a:pt x="119" y="737"/>
                  </a:cubicBezTo>
                  <a:cubicBezTo>
                    <a:pt x="168" y="739"/>
                    <a:pt x="215" y="740"/>
                    <a:pt x="260" y="740"/>
                  </a:cubicBezTo>
                  <a:cubicBezTo>
                    <a:pt x="791" y="740"/>
                    <a:pt x="981" y="604"/>
                    <a:pt x="1215" y="468"/>
                  </a:cubicBezTo>
                  <a:cubicBezTo>
                    <a:pt x="1285" y="426"/>
                    <a:pt x="1335" y="409"/>
                    <a:pt x="1377" y="409"/>
                  </a:cubicBezTo>
                  <a:cubicBezTo>
                    <a:pt x="1493" y="409"/>
                    <a:pt x="1547" y="538"/>
                    <a:pt x="1801" y="616"/>
                  </a:cubicBezTo>
                  <a:cubicBezTo>
                    <a:pt x="1929" y="639"/>
                    <a:pt x="2053" y="648"/>
                    <a:pt x="2168" y="648"/>
                  </a:cubicBezTo>
                  <a:cubicBezTo>
                    <a:pt x="2379" y="648"/>
                    <a:pt x="2557" y="619"/>
                    <a:pt x="2669" y="603"/>
                  </a:cubicBezTo>
                  <a:cubicBezTo>
                    <a:pt x="2724" y="362"/>
                    <a:pt x="2749" y="148"/>
                    <a:pt x="2762" y="0"/>
                  </a:cubicBezTo>
                  <a:close/>
                </a:path>
              </a:pathLst>
            </a:custGeom>
            <a:solidFill>
              <a:srgbClr val="007C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2" name="Google Shape;2852;p19"/>
            <p:cNvSpPr/>
            <p:nvPr/>
          </p:nvSpPr>
          <p:spPr>
            <a:xfrm>
              <a:off x="7072842" y="2615047"/>
              <a:ext cx="79915" cy="17342"/>
            </a:xfrm>
            <a:custGeom>
              <a:avLst/>
              <a:gdLst/>
              <a:ahLst/>
              <a:cxnLst/>
              <a:rect l="l" t="t" r="r" b="b"/>
              <a:pathLst>
                <a:path w="1000" h="217" extrusionOk="0">
                  <a:moveTo>
                    <a:pt x="271" y="1"/>
                  </a:moveTo>
                  <a:cubicBezTo>
                    <a:pt x="264" y="1"/>
                    <a:pt x="258" y="1"/>
                    <a:pt x="254" y="2"/>
                  </a:cubicBezTo>
                  <a:cubicBezTo>
                    <a:pt x="199" y="15"/>
                    <a:pt x="0" y="188"/>
                    <a:pt x="0" y="188"/>
                  </a:cubicBezTo>
                  <a:lnTo>
                    <a:pt x="279" y="150"/>
                  </a:lnTo>
                  <a:cubicBezTo>
                    <a:pt x="279" y="150"/>
                    <a:pt x="401" y="217"/>
                    <a:pt x="494" y="217"/>
                  </a:cubicBezTo>
                  <a:cubicBezTo>
                    <a:pt x="600" y="217"/>
                    <a:pt x="708" y="150"/>
                    <a:pt x="708" y="150"/>
                  </a:cubicBezTo>
                  <a:lnTo>
                    <a:pt x="1000" y="188"/>
                  </a:lnTo>
                  <a:cubicBezTo>
                    <a:pt x="1000" y="188"/>
                    <a:pt x="801" y="15"/>
                    <a:pt x="747" y="2"/>
                  </a:cubicBezTo>
                  <a:cubicBezTo>
                    <a:pt x="741" y="1"/>
                    <a:pt x="734" y="1"/>
                    <a:pt x="727" y="1"/>
                  </a:cubicBezTo>
                  <a:cubicBezTo>
                    <a:pt x="649" y="1"/>
                    <a:pt x="494" y="57"/>
                    <a:pt x="494" y="57"/>
                  </a:cubicBezTo>
                  <a:cubicBezTo>
                    <a:pt x="494" y="57"/>
                    <a:pt x="339" y="1"/>
                    <a:pt x="271" y="1"/>
                  </a:cubicBezTo>
                  <a:close/>
                </a:path>
              </a:pathLst>
            </a:custGeom>
            <a:solidFill>
              <a:srgbClr val="2841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3" name="Google Shape;2853;p19"/>
            <p:cNvSpPr/>
            <p:nvPr/>
          </p:nvSpPr>
          <p:spPr>
            <a:xfrm>
              <a:off x="7095138" y="2648212"/>
              <a:ext cx="34363" cy="6393"/>
            </a:xfrm>
            <a:custGeom>
              <a:avLst/>
              <a:gdLst/>
              <a:ahLst/>
              <a:cxnLst/>
              <a:rect l="l" t="t" r="r" b="b"/>
              <a:pathLst>
                <a:path w="430" h="80" extrusionOk="0">
                  <a:moveTo>
                    <a:pt x="0" y="1"/>
                  </a:moveTo>
                  <a:cubicBezTo>
                    <a:pt x="61" y="53"/>
                    <a:pt x="138" y="80"/>
                    <a:pt x="215" y="80"/>
                  </a:cubicBezTo>
                  <a:cubicBezTo>
                    <a:pt x="292" y="80"/>
                    <a:pt x="369" y="53"/>
                    <a:pt x="429" y="1"/>
                  </a:cubicBezTo>
                  <a:lnTo>
                    <a:pt x="429" y="1"/>
                  </a:lnTo>
                  <a:cubicBezTo>
                    <a:pt x="358" y="19"/>
                    <a:pt x="286" y="25"/>
                    <a:pt x="223" y="25"/>
                  </a:cubicBezTo>
                  <a:cubicBezTo>
                    <a:pt x="96" y="25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2841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4" name="Google Shape;2854;p19"/>
            <p:cNvSpPr/>
            <p:nvPr/>
          </p:nvSpPr>
          <p:spPr>
            <a:xfrm>
              <a:off x="6958645" y="2422136"/>
              <a:ext cx="307273" cy="137773"/>
            </a:xfrm>
            <a:custGeom>
              <a:avLst/>
              <a:gdLst/>
              <a:ahLst/>
              <a:cxnLst/>
              <a:rect l="l" t="t" r="r" b="b"/>
              <a:pathLst>
                <a:path w="3845" h="1724" extrusionOk="0">
                  <a:moveTo>
                    <a:pt x="1923" y="1"/>
                  </a:moveTo>
                  <a:cubicBezTo>
                    <a:pt x="1923" y="1"/>
                    <a:pt x="894" y="26"/>
                    <a:pt x="215" y="212"/>
                  </a:cubicBezTo>
                  <a:cubicBezTo>
                    <a:pt x="135" y="228"/>
                    <a:pt x="81" y="292"/>
                    <a:pt x="68" y="360"/>
                  </a:cubicBezTo>
                  <a:cubicBezTo>
                    <a:pt x="1" y="920"/>
                    <a:pt x="106" y="1375"/>
                    <a:pt x="174" y="1590"/>
                  </a:cubicBezTo>
                  <a:cubicBezTo>
                    <a:pt x="199" y="1654"/>
                    <a:pt x="267" y="1708"/>
                    <a:pt x="334" y="1708"/>
                  </a:cubicBezTo>
                  <a:cubicBezTo>
                    <a:pt x="458" y="1716"/>
                    <a:pt x="661" y="1723"/>
                    <a:pt x="882" y="1723"/>
                  </a:cubicBezTo>
                  <a:cubicBezTo>
                    <a:pt x="1044" y="1723"/>
                    <a:pt x="1217" y="1719"/>
                    <a:pt x="1375" y="1708"/>
                  </a:cubicBezTo>
                  <a:cubicBezTo>
                    <a:pt x="1455" y="1696"/>
                    <a:pt x="1522" y="1670"/>
                    <a:pt x="1602" y="1628"/>
                  </a:cubicBezTo>
                  <a:cubicBezTo>
                    <a:pt x="1695" y="1574"/>
                    <a:pt x="1788" y="1535"/>
                    <a:pt x="1923" y="1523"/>
                  </a:cubicBezTo>
                  <a:cubicBezTo>
                    <a:pt x="2057" y="1535"/>
                    <a:pt x="2163" y="1574"/>
                    <a:pt x="2256" y="1628"/>
                  </a:cubicBezTo>
                  <a:cubicBezTo>
                    <a:pt x="2323" y="1670"/>
                    <a:pt x="2403" y="1696"/>
                    <a:pt x="2483" y="1708"/>
                  </a:cubicBezTo>
                  <a:cubicBezTo>
                    <a:pt x="2642" y="1719"/>
                    <a:pt x="2812" y="1723"/>
                    <a:pt x="2972" y="1723"/>
                  </a:cubicBezTo>
                  <a:cubicBezTo>
                    <a:pt x="3191" y="1723"/>
                    <a:pt x="3393" y="1716"/>
                    <a:pt x="3525" y="1708"/>
                  </a:cubicBezTo>
                  <a:cubicBezTo>
                    <a:pt x="3592" y="1708"/>
                    <a:pt x="3659" y="1654"/>
                    <a:pt x="3685" y="1590"/>
                  </a:cubicBezTo>
                  <a:cubicBezTo>
                    <a:pt x="3752" y="1375"/>
                    <a:pt x="3845" y="920"/>
                    <a:pt x="3778" y="360"/>
                  </a:cubicBezTo>
                  <a:cubicBezTo>
                    <a:pt x="3778" y="292"/>
                    <a:pt x="3723" y="228"/>
                    <a:pt x="3643" y="212"/>
                  </a:cubicBezTo>
                  <a:cubicBezTo>
                    <a:pt x="2964" y="26"/>
                    <a:pt x="1923" y="1"/>
                    <a:pt x="192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5" name="Google Shape;2855;p19"/>
            <p:cNvSpPr/>
            <p:nvPr/>
          </p:nvSpPr>
          <p:spPr>
            <a:xfrm>
              <a:off x="6982219" y="2468246"/>
              <a:ext cx="262521" cy="23415"/>
            </a:xfrm>
            <a:custGeom>
              <a:avLst/>
              <a:gdLst/>
              <a:ahLst/>
              <a:cxnLst/>
              <a:rect l="l" t="t" r="r" b="b"/>
              <a:pathLst>
                <a:path w="3285" h="293" extrusionOk="0">
                  <a:moveTo>
                    <a:pt x="1677" y="0"/>
                  </a:moveTo>
                  <a:cubicBezTo>
                    <a:pt x="763" y="0"/>
                    <a:pt x="102" y="77"/>
                    <a:pt x="93" y="77"/>
                  </a:cubicBezTo>
                  <a:cubicBezTo>
                    <a:pt x="39" y="90"/>
                    <a:pt x="0" y="145"/>
                    <a:pt x="0" y="196"/>
                  </a:cubicBezTo>
                  <a:cubicBezTo>
                    <a:pt x="13" y="250"/>
                    <a:pt x="52" y="292"/>
                    <a:pt x="106" y="292"/>
                  </a:cubicBezTo>
                  <a:lnTo>
                    <a:pt x="119" y="292"/>
                  </a:lnTo>
                  <a:cubicBezTo>
                    <a:pt x="127" y="282"/>
                    <a:pt x="747" y="210"/>
                    <a:pt x="1613" y="210"/>
                  </a:cubicBezTo>
                  <a:cubicBezTo>
                    <a:pt x="2078" y="210"/>
                    <a:pt x="2613" y="231"/>
                    <a:pt x="3162" y="292"/>
                  </a:cubicBezTo>
                  <a:cubicBezTo>
                    <a:pt x="3217" y="292"/>
                    <a:pt x="3268" y="250"/>
                    <a:pt x="3284" y="196"/>
                  </a:cubicBezTo>
                  <a:cubicBezTo>
                    <a:pt x="3284" y="132"/>
                    <a:pt x="3242" y="90"/>
                    <a:pt x="3188" y="77"/>
                  </a:cubicBezTo>
                  <a:cubicBezTo>
                    <a:pt x="2654" y="20"/>
                    <a:pt x="2134" y="0"/>
                    <a:pt x="1677" y="0"/>
                  </a:cubicBezTo>
                  <a:close/>
                </a:path>
              </a:pathLst>
            </a:custGeom>
            <a:solidFill>
              <a:srgbClr val="FF24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6" name="Google Shape;2856;p19"/>
            <p:cNvSpPr/>
            <p:nvPr/>
          </p:nvSpPr>
          <p:spPr>
            <a:xfrm>
              <a:off x="6976865" y="2447788"/>
              <a:ext cx="11827" cy="11827"/>
            </a:xfrm>
            <a:custGeom>
              <a:avLst/>
              <a:gdLst/>
              <a:ahLst/>
              <a:cxnLst/>
              <a:rect l="l" t="t" r="r" b="b"/>
              <a:pathLst>
                <a:path w="148" h="148" extrusionOk="0">
                  <a:moveTo>
                    <a:pt x="67" y="0"/>
                  </a:moveTo>
                  <a:cubicBezTo>
                    <a:pt x="26" y="0"/>
                    <a:pt x="0" y="39"/>
                    <a:pt x="0" y="80"/>
                  </a:cubicBezTo>
                  <a:cubicBezTo>
                    <a:pt x="0" y="119"/>
                    <a:pt x="26" y="148"/>
                    <a:pt x="67" y="148"/>
                  </a:cubicBezTo>
                  <a:cubicBezTo>
                    <a:pt x="106" y="148"/>
                    <a:pt x="148" y="119"/>
                    <a:pt x="148" y="80"/>
                  </a:cubicBezTo>
                  <a:cubicBezTo>
                    <a:pt x="148" y="39"/>
                    <a:pt x="106" y="0"/>
                    <a:pt x="67" y="0"/>
                  </a:cubicBez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7" name="Google Shape;2857;p19"/>
            <p:cNvSpPr/>
            <p:nvPr/>
          </p:nvSpPr>
          <p:spPr>
            <a:xfrm>
              <a:off x="7236905" y="2447788"/>
              <a:ext cx="11907" cy="11827"/>
            </a:xfrm>
            <a:custGeom>
              <a:avLst/>
              <a:gdLst/>
              <a:ahLst/>
              <a:cxnLst/>
              <a:rect l="l" t="t" r="r" b="b"/>
              <a:pathLst>
                <a:path w="149" h="148" extrusionOk="0">
                  <a:moveTo>
                    <a:pt x="81" y="0"/>
                  </a:moveTo>
                  <a:cubicBezTo>
                    <a:pt x="30" y="0"/>
                    <a:pt x="1" y="39"/>
                    <a:pt x="1" y="80"/>
                  </a:cubicBezTo>
                  <a:cubicBezTo>
                    <a:pt x="1" y="119"/>
                    <a:pt x="30" y="148"/>
                    <a:pt x="81" y="148"/>
                  </a:cubicBezTo>
                  <a:cubicBezTo>
                    <a:pt x="123" y="148"/>
                    <a:pt x="148" y="119"/>
                    <a:pt x="148" y="80"/>
                  </a:cubicBezTo>
                  <a:cubicBezTo>
                    <a:pt x="148" y="39"/>
                    <a:pt x="123" y="0"/>
                    <a:pt x="81" y="0"/>
                  </a:cubicBez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8" name="Google Shape;2858;p19"/>
            <p:cNvSpPr/>
            <p:nvPr/>
          </p:nvSpPr>
          <p:spPr>
            <a:xfrm>
              <a:off x="7006513" y="2723011"/>
              <a:ext cx="83271" cy="110922"/>
            </a:xfrm>
            <a:custGeom>
              <a:avLst/>
              <a:gdLst/>
              <a:ahLst/>
              <a:cxnLst/>
              <a:rect l="l" t="t" r="r" b="b"/>
              <a:pathLst>
                <a:path w="1042" h="1388" extrusionOk="0">
                  <a:moveTo>
                    <a:pt x="215" y="0"/>
                  </a:moveTo>
                  <a:cubicBezTo>
                    <a:pt x="215" y="0"/>
                    <a:pt x="1" y="320"/>
                    <a:pt x="55" y="692"/>
                  </a:cubicBezTo>
                  <a:cubicBezTo>
                    <a:pt x="376" y="1240"/>
                    <a:pt x="1042" y="1387"/>
                    <a:pt x="1042" y="1387"/>
                  </a:cubicBezTo>
                  <a:lnTo>
                    <a:pt x="1042" y="292"/>
                  </a:lnTo>
                  <a:cubicBezTo>
                    <a:pt x="388" y="173"/>
                    <a:pt x="215" y="0"/>
                    <a:pt x="215" y="0"/>
                  </a:cubicBezTo>
                  <a:close/>
                </a:path>
              </a:pathLst>
            </a:custGeom>
            <a:solidFill>
              <a:srgbClr val="FF24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9" name="Google Shape;2859;p19"/>
            <p:cNvSpPr/>
            <p:nvPr/>
          </p:nvSpPr>
          <p:spPr>
            <a:xfrm>
              <a:off x="6972470" y="2534015"/>
              <a:ext cx="280661" cy="25892"/>
            </a:xfrm>
            <a:custGeom>
              <a:avLst/>
              <a:gdLst/>
              <a:ahLst/>
              <a:cxnLst/>
              <a:rect l="l" t="t" r="r" b="b"/>
              <a:pathLst>
                <a:path w="3512" h="324" extrusionOk="0">
                  <a:moveTo>
                    <a:pt x="1750" y="1"/>
                  </a:moveTo>
                  <a:cubicBezTo>
                    <a:pt x="1615" y="1"/>
                    <a:pt x="1510" y="42"/>
                    <a:pt x="1404" y="110"/>
                  </a:cubicBezTo>
                  <a:cubicBezTo>
                    <a:pt x="1337" y="148"/>
                    <a:pt x="1256" y="174"/>
                    <a:pt x="1164" y="190"/>
                  </a:cubicBezTo>
                  <a:cubicBezTo>
                    <a:pt x="1000" y="201"/>
                    <a:pt x="822" y="205"/>
                    <a:pt x="653" y="205"/>
                  </a:cubicBezTo>
                  <a:cubicBezTo>
                    <a:pt x="423" y="205"/>
                    <a:pt x="212" y="197"/>
                    <a:pt x="81" y="190"/>
                  </a:cubicBezTo>
                  <a:cubicBezTo>
                    <a:pt x="42" y="190"/>
                    <a:pt x="13" y="190"/>
                    <a:pt x="1" y="174"/>
                  </a:cubicBezTo>
                  <a:lnTo>
                    <a:pt x="1" y="190"/>
                  </a:lnTo>
                  <a:cubicBezTo>
                    <a:pt x="26" y="254"/>
                    <a:pt x="94" y="308"/>
                    <a:pt x="161" y="308"/>
                  </a:cubicBezTo>
                  <a:cubicBezTo>
                    <a:pt x="285" y="316"/>
                    <a:pt x="488" y="323"/>
                    <a:pt x="709" y="323"/>
                  </a:cubicBezTo>
                  <a:cubicBezTo>
                    <a:pt x="871" y="323"/>
                    <a:pt x="1044" y="319"/>
                    <a:pt x="1202" y="308"/>
                  </a:cubicBezTo>
                  <a:cubicBezTo>
                    <a:pt x="1282" y="296"/>
                    <a:pt x="1349" y="270"/>
                    <a:pt x="1429" y="228"/>
                  </a:cubicBezTo>
                  <a:cubicBezTo>
                    <a:pt x="1522" y="174"/>
                    <a:pt x="1615" y="135"/>
                    <a:pt x="1750" y="123"/>
                  </a:cubicBezTo>
                  <a:cubicBezTo>
                    <a:pt x="1884" y="135"/>
                    <a:pt x="1990" y="174"/>
                    <a:pt x="2083" y="228"/>
                  </a:cubicBezTo>
                  <a:cubicBezTo>
                    <a:pt x="2150" y="270"/>
                    <a:pt x="2230" y="296"/>
                    <a:pt x="2310" y="308"/>
                  </a:cubicBezTo>
                  <a:cubicBezTo>
                    <a:pt x="2469" y="319"/>
                    <a:pt x="2639" y="323"/>
                    <a:pt x="2799" y="323"/>
                  </a:cubicBezTo>
                  <a:cubicBezTo>
                    <a:pt x="3018" y="323"/>
                    <a:pt x="3220" y="316"/>
                    <a:pt x="3352" y="308"/>
                  </a:cubicBezTo>
                  <a:cubicBezTo>
                    <a:pt x="3419" y="308"/>
                    <a:pt x="3486" y="254"/>
                    <a:pt x="3512" y="190"/>
                  </a:cubicBezTo>
                  <a:lnTo>
                    <a:pt x="3512" y="174"/>
                  </a:lnTo>
                  <a:cubicBezTo>
                    <a:pt x="3486" y="190"/>
                    <a:pt x="3457" y="190"/>
                    <a:pt x="3432" y="190"/>
                  </a:cubicBezTo>
                  <a:cubicBezTo>
                    <a:pt x="3300" y="197"/>
                    <a:pt x="3085" y="205"/>
                    <a:pt x="2854" y="205"/>
                  </a:cubicBezTo>
                  <a:cubicBezTo>
                    <a:pt x="2685" y="205"/>
                    <a:pt x="2507" y="201"/>
                    <a:pt x="2349" y="190"/>
                  </a:cubicBezTo>
                  <a:cubicBezTo>
                    <a:pt x="2256" y="174"/>
                    <a:pt x="2176" y="148"/>
                    <a:pt x="2109" y="110"/>
                  </a:cubicBezTo>
                  <a:cubicBezTo>
                    <a:pt x="2003" y="42"/>
                    <a:pt x="1897" y="1"/>
                    <a:pt x="1750" y="1"/>
                  </a:cubicBez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0" name="Google Shape;2860;p19"/>
            <p:cNvSpPr/>
            <p:nvPr/>
          </p:nvSpPr>
          <p:spPr>
            <a:xfrm>
              <a:off x="6982219" y="2468246"/>
              <a:ext cx="262521" cy="23415"/>
            </a:xfrm>
            <a:custGeom>
              <a:avLst/>
              <a:gdLst/>
              <a:ahLst/>
              <a:cxnLst/>
              <a:rect l="l" t="t" r="r" b="b"/>
              <a:pathLst>
                <a:path w="3285" h="293" extrusionOk="0">
                  <a:moveTo>
                    <a:pt x="1677" y="0"/>
                  </a:moveTo>
                  <a:cubicBezTo>
                    <a:pt x="763" y="0"/>
                    <a:pt x="102" y="77"/>
                    <a:pt x="93" y="77"/>
                  </a:cubicBezTo>
                  <a:cubicBezTo>
                    <a:pt x="39" y="90"/>
                    <a:pt x="0" y="145"/>
                    <a:pt x="0" y="196"/>
                  </a:cubicBezTo>
                  <a:cubicBezTo>
                    <a:pt x="13" y="250"/>
                    <a:pt x="52" y="292"/>
                    <a:pt x="106" y="292"/>
                  </a:cubicBezTo>
                  <a:lnTo>
                    <a:pt x="119" y="292"/>
                  </a:lnTo>
                  <a:cubicBezTo>
                    <a:pt x="127" y="282"/>
                    <a:pt x="747" y="210"/>
                    <a:pt x="1613" y="210"/>
                  </a:cubicBezTo>
                  <a:cubicBezTo>
                    <a:pt x="2078" y="210"/>
                    <a:pt x="2613" y="231"/>
                    <a:pt x="3162" y="292"/>
                  </a:cubicBezTo>
                  <a:cubicBezTo>
                    <a:pt x="3217" y="292"/>
                    <a:pt x="3268" y="250"/>
                    <a:pt x="3284" y="196"/>
                  </a:cubicBezTo>
                  <a:cubicBezTo>
                    <a:pt x="3284" y="132"/>
                    <a:pt x="3242" y="90"/>
                    <a:pt x="3188" y="77"/>
                  </a:cubicBezTo>
                  <a:cubicBezTo>
                    <a:pt x="2654" y="20"/>
                    <a:pt x="2134" y="0"/>
                    <a:pt x="1677" y="0"/>
                  </a:cubicBezTo>
                  <a:close/>
                </a:path>
              </a:pathLst>
            </a:custGeom>
            <a:solidFill>
              <a:srgbClr val="FF24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1" name="Google Shape;2861;p19"/>
            <p:cNvSpPr/>
            <p:nvPr/>
          </p:nvSpPr>
          <p:spPr>
            <a:xfrm>
              <a:off x="7166501" y="3133608"/>
              <a:ext cx="127065" cy="42834"/>
            </a:xfrm>
            <a:custGeom>
              <a:avLst/>
              <a:gdLst/>
              <a:ahLst/>
              <a:cxnLst/>
              <a:rect l="l" t="t" r="r" b="b"/>
              <a:pathLst>
                <a:path w="1590" h="536" extrusionOk="0">
                  <a:moveTo>
                    <a:pt x="1523" y="0"/>
                  </a:moveTo>
                  <a:cubicBezTo>
                    <a:pt x="1523" y="0"/>
                    <a:pt x="751" y="106"/>
                    <a:pt x="337" y="106"/>
                  </a:cubicBezTo>
                  <a:cubicBezTo>
                    <a:pt x="1" y="106"/>
                    <a:pt x="763" y="414"/>
                    <a:pt x="1590" y="535"/>
                  </a:cubicBezTo>
                  <a:cubicBezTo>
                    <a:pt x="1564" y="359"/>
                    <a:pt x="1551" y="186"/>
                    <a:pt x="1523" y="0"/>
                  </a:cubicBezTo>
                  <a:close/>
                </a:path>
              </a:pathLst>
            </a:custGeom>
            <a:solidFill>
              <a:srgbClr val="A105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2" name="Google Shape;2862;p19"/>
            <p:cNvSpPr/>
            <p:nvPr/>
          </p:nvSpPr>
          <p:spPr>
            <a:xfrm>
              <a:off x="7196469" y="3270020"/>
              <a:ext cx="118674" cy="70485"/>
            </a:xfrm>
            <a:custGeom>
              <a:avLst/>
              <a:gdLst/>
              <a:ahLst/>
              <a:cxnLst/>
              <a:rect l="l" t="t" r="r" b="b"/>
              <a:pathLst>
                <a:path w="1485" h="882" extrusionOk="0">
                  <a:moveTo>
                    <a:pt x="241" y="1"/>
                  </a:moveTo>
                  <a:lnTo>
                    <a:pt x="1" y="510"/>
                  </a:lnTo>
                  <a:cubicBezTo>
                    <a:pt x="1" y="510"/>
                    <a:pt x="722" y="844"/>
                    <a:pt x="1484" y="882"/>
                  </a:cubicBezTo>
                  <a:cubicBezTo>
                    <a:pt x="1455" y="722"/>
                    <a:pt x="1430" y="549"/>
                    <a:pt x="1404" y="350"/>
                  </a:cubicBezTo>
                  <a:cubicBezTo>
                    <a:pt x="1122" y="321"/>
                    <a:pt x="629" y="241"/>
                    <a:pt x="241" y="1"/>
                  </a:cubicBezTo>
                  <a:close/>
                </a:path>
              </a:pathLst>
            </a:custGeom>
            <a:solidFill>
              <a:srgbClr val="A105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3" name="Google Shape;2863;p19"/>
            <p:cNvSpPr/>
            <p:nvPr/>
          </p:nvSpPr>
          <p:spPr>
            <a:xfrm>
              <a:off x="7135814" y="3397003"/>
              <a:ext cx="190837" cy="62094"/>
            </a:xfrm>
            <a:custGeom>
              <a:avLst/>
              <a:gdLst/>
              <a:ahLst/>
              <a:cxnLst/>
              <a:rect l="l" t="t" r="r" b="b"/>
              <a:pathLst>
                <a:path w="2388" h="777" extrusionOk="0">
                  <a:moveTo>
                    <a:pt x="2323" y="1"/>
                  </a:moveTo>
                  <a:cubicBezTo>
                    <a:pt x="1486" y="302"/>
                    <a:pt x="725" y="353"/>
                    <a:pt x="273" y="353"/>
                  </a:cubicBezTo>
                  <a:cubicBezTo>
                    <a:pt x="163" y="353"/>
                    <a:pt x="71" y="350"/>
                    <a:pt x="1" y="347"/>
                  </a:cubicBezTo>
                  <a:lnTo>
                    <a:pt x="1" y="776"/>
                  </a:lnTo>
                  <a:cubicBezTo>
                    <a:pt x="1974" y="776"/>
                    <a:pt x="2387" y="469"/>
                    <a:pt x="2387" y="469"/>
                  </a:cubicBezTo>
                  <a:lnTo>
                    <a:pt x="2323" y="1"/>
                  </a:lnTo>
                  <a:close/>
                </a:path>
              </a:pathLst>
            </a:custGeom>
            <a:solidFill>
              <a:srgbClr val="A105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4" name="Google Shape;2864;p19"/>
            <p:cNvSpPr/>
            <p:nvPr/>
          </p:nvSpPr>
          <p:spPr>
            <a:xfrm>
              <a:off x="7135814" y="2723011"/>
              <a:ext cx="83271" cy="110922"/>
            </a:xfrm>
            <a:custGeom>
              <a:avLst/>
              <a:gdLst/>
              <a:ahLst/>
              <a:cxnLst/>
              <a:rect l="l" t="t" r="r" b="b"/>
              <a:pathLst>
                <a:path w="1042" h="1388" extrusionOk="0">
                  <a:moveTo>
                    <a:pt x="827" y="0"/>
                  </a:moveTo>
                  <a:cubicBezTo>
                    <a:pt x="827" y="0"/>
                    <a:pt x="641" y="173"/>
                    <a:pt x="1" y="292"/>
                  </a:cubicBezTo>
                  <a:lnTo>
                    <a:pt x="1" y="1387"/>
                  </a:lnTo>
                  <a:cubicBezTo>
                    <a:pt x="1" y="1387"/>
                    <a:pt x="654" y="1240"/>
                    <a:pt x="987" y="692"/>
                  </a:cubicBezTo>
                  <a:cubicBezTo>
                    <a:pt x="1042" y="320"/>
                    <a:pt x="827" y="0"/>
                    <a:pt x="827" y="0"/>
                  </a:cubicBezTo>
                  <a:close/>
                </a:path>
              </a:pathLst>
            </a:custGeom>
            <a:solidFill>
              <a:srgbClr val="FF24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5" name="Google Shape;2865;p19"/>
            <p:cNvSpPr/>
            <p:nvPr/>
          </p:nvSpPr>
          <p:spPr>
            <a:xfrm>
              <a:off x="7527232" y="2906253"/>
              <a:ext cx="40517" cy="47230"/>
            </a:xfrm>
            <a:custGeom>
              <a:avLst/>
              <a:gdLst/>
              <a:ahLst/>
              <a:cxnLst/>
              <a:rect l="l" t="t" r="r" b="b"/>
              <a:pathLst>
                <a:path w="507" h="591" extrusionOk="0">
                  <a:moveTo>
                    <a:pt x="1" y="1"/>
                  </a:moveTo>
                  <a:cubicBezTo>
                    <a:pt x="1" y="1"/>
                    <a:pt x="67" y="590"/>
                    <a:pt x="273" y="590"/>
                  </a:cubicBezTo>
                  <a:cubicBezTo>
                    <a:pt x="275" y="590"/>
                    <a:pt x="277" y="590"/>
                    <a:pt x="279" y="590"/>
                  </a:cubicBezTo>
                  <a:cubicBezTo>
                    <a:pt x="507" y="590"/>
                    <a:pt x="388" y="55"/>
                    <a:pt x="388" y="55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2841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6" name="Google Shape;2866;p19"/>
            <p:cNvSpPr/>
            <p:nvPr/>
          </p:nvSpPr>
          <p:spPr>
            <a:xfrm>
              <a:off x="7392817" y="2698397"/>
              <a:ext cx="227198" cy="50267"/>
            </a:xfrm>
            <a:custGeom>
              <a:avLst/>
              <a:gdLst/>
              <a:ahLst/>
              <a:cxnLst/>
              <a:rect l="l" t="t" r="r" b="b"/>
              <a:pathLst>
                <a:path w="2843" h="629" extrusionOk="0">
                  <a:moveTo>
                    <a:pt x="2269" y="55"/>
                  </a:moveTo>
                  <a:cubicBezTo>
                    <a:pt x="2429" y="55"/>
                    <a:pt x="2564" y="68"/>
                    <a:pt x="2657" y="81"/>
                  </a:cubicBezTo>
                  <a:cubicBezTo>
                    <a:pt x="2695" y="93"/>
                    <a:pt x="2737" y="93"/>
                    <a:pt x="2762" y="106"/>
                  </a:cubicBezTo>
                  <a:cubicBezTo>
                    <a:pt x="2762" y="119"/>
                    <a:pt x="2775" y="119"/>
                    <a:pt x="2775" y="119"/>
                  </a:cubicBezTo>
                  <a:lnTo>
                    <a:pt x="2791" y="135"/>
                  </a:lnTo>
                  <a:cubicBezTo>
                    <a:pt x="2791" y="148"/>
                    <a:pt x="2791" y="148"/>
                    <a:pt x="2762" y="161"/>
                  </a:cubicBezTo>
                  <a:cubicBezTo>
                    <a:pt x="2737" y="186"/>
                    <a:pt x="2682" y="228"/>
                    <a:pt x="2602" y="254"/>
                  </a:cubicBezTo>
                  <a:cubicBezTo>
                    <a:pt x="2375" y="346"/>
                    <a:pt x="1936" y="439"/>
                    <a:pt x="1443" y="507"/>
                  </a:cubicBezTo>
                  <a:cubicBezTo>
                    <a:pt x="1109" y="561"/>
                    <a:pt x="815" y="574"/>
                    <a:pt x="562" y="574"/>
                  </a:cubicBezTo>
                  <a:cubicBezTo>
                    <a:pt x="401" y="574"/>
                    <a:pt x="280" y="561"/>
                    <a:pt x="187" y="548"/>
                  </a:cubicBezTo>
                  <a:cubicBezTo>
                    <a:pt x="132" y="535"/>
                    <a:pt x="107" y="535"/>
                    <a:pt x="81" y="519"/>
                  </a:cubicBezTo>
                  <a:cubicBezTo>
                    <a:pt x="68" y="507"/>
                    <a:pt x="68" y="507"/>
                    <a:pt x="52" y="507"/>
                  </a:cubicBezTo>
                  <a:lnTo>
                    <a:pt x="52" y="494"/>
                  </a:lnTo>
                  <a:cubicBezTo>
                    <a:pt x="52" y="481"/>
                    <a:pt x="52" y="481"/>
                    <a:pt x="68" y="468"/>
                  </a:cubicBezTo>
                  <a:cubicBezTo>
                    <a:pt x="94" y="439"/>
                    <a:pt x="148" y="401"/>
                    <a:pt x="228" y="375"/>
                  </a:cubicBezTo>
                  <a:cubicBezTo>
                    <a:pt x="469" y="279"/>
                    <a:pt x="895" y="186"/>
                    <a:pt x="1388" y="119"/>
                  </a:cubicBezTo>
                  <a:cubicBezTo>
                    <a:pt x="1721" y="68"/>
                    <a:pt x="2029" y="55"/>
                    <a:pt x="2269" y="55"/>
                  </a:cubicBezTo>
                  <a:close/>
                  <a:moveTo>
                    <a:pt x="2269" y="0"/>
                  </a:moveTo>
                  <a:cubicBezTo>
                    <a:pt x="2029" y="0"/>
                    <a:pt x="1721" y="13"/>
                    <a:pt x="1388" y="68"/>
                  </a:cubicBezTo>
                  <a:cubicBezTo>
                    <a:pt x="1000" y="106"/>
                    <a:pt x="667" y="186"/>
                    <a:pt x="414" y="254"/>
                  </a:cubicBezTo>
                  <a:cubicBezTo>
                    <a:pt x="292" y="295"/>
                    <a:pt x="187" y="334"/>
                    <a:pt x="119" y="359"/>
                  </a:cubicBezTo>
                  <a:cubicBezTo>
                    <a:pt x="81" y="388"/>
                    <a:pt x="52" y="401"/>
                    <a:pt x="39" y="427"/>
                  </a:cubicBezTo>
                  <a:cubicBezTo>
                    <a:pt x="14" y="439"/>
                    <a:pt x="1" y="468"/>
                    <a:pt x="1" y="494"/>
                  </a:cubicBezTo>
                  <a:cubicBezTo>
                    <a:pt x="1" y="507"/>
                    <a:pt x="14" y="519"/>
                    <a:pt x="14" y="535"/>
                  </a:cubicBezTo>
                  <a:cubicBezTo>
                    <a:pt x="39" y="561"/>
                    <a:pt x="68" y="574"/>
                    <a:pt x="94" y="574"/>
                  </a:cubicBezTo>
                  <a:cubicBezTo>
                    <a:pt x="187" y="616"/>
                    <a:pt x="347" y="628"/>
                    <a:pt x="562" y="628"/>
                  </a:cubicBezTo>
                  <a:cubicBezTo>
                    <a:pt x="815" y="628"/>
                    <a:pt x="1122" y="600"/>
                    <a:pt x="1455" y="561"/>
                  </a:cubicBezTo>
                  <a:cubicBezTo>
                    <a:pt x="1830" y="519"/>
                    <a:pt x="2176" y="439"/>
                    <a:pt x="2429" y="375"/>
                  </a:cubicBezTo>
                  <a:cubicBezTo>
                    <a:pt x="2551" y="334"/>
                    <a:pt x="2644" y="295"/>
                    <a:pt x="2724" y="266"/>
                  </a:cubicBezTo>
                  <a:cubicBezTo>
                    <a:pt x="2750" y="241"/>
                    <a:pt x="2791" y="228"/>
                    <a:pt x="2804" y="199"/>
                  </a:cubicBezTo>
                  <a:cubicBezTo>
                    <a:pt x="2830" y="186"/>
                    <a:pt x="2842" y="161"/>
                    <a:pt x="2842" y="135"/>
                  </a:cubicBezTo>
                  <a:cubicBezTo>
                    <a:pt x="2842" y="119"/>
                    <a:pt x="2830" y="106"/>
                    <a:pt x="2817" y="93"/>
                  </a:cubicBezTo>
                  <a:cubicBezTo>
                    <a:pt x="2804" y="68"/>
                    <a:pt x="2775" y="55"/>
                    <a:pt x="2750" y="55"/>
                  </a:cubicBezTo>
                  <a:cubicBezTo>
                    <a:pt x="2644" y="13"/>
                    <a:pt x="2484" y="0"/>
                    <a:pt x="2269" y="0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7" name="Google Shape;2867;p19"/>
            <p:cNvSpPr/>
            <p:nvPr/>
          </p:nvSpPr>
          <p:spPr>
            <a:xfrm>
              <a:off x="6600231" y="2698397"/>
              <a:ext cx="227198" cy="50267"/>
            </a:xfrm>
            <a:custGeom>
              <a:avLst/>
              <a:gdLst/>
              <a:ahLst/>
              <a:cxnLst/>
              <a:rect l="l" t="t" r="r" b="b"/>
              <a:pathLst>
                <a:path w="2843" h="629" extrusionOk="0">
                  <a:moveTo>
                    <a:pt x="561" y="55"/>
                  </a:moveTo>
                  <a:cubicBezTo>
                    <a:pt x="802" y="55"/>
                    <a:pt x="1109" y="68"/>
                    <a:pt x="1442" y="119"/>
                  </a:cubicBezTo>
                  <a:cubicBezTo>
                    <a:pt x="1830" y="161"/>
                    <a:pt x="2163" y="241"/>
                    <a:pt x="2403" y="308"/>
                  </a:cubicBezTo>
                  <a:cubicBezTo>
                    <a:pt x="2538" y="346"/>
                    <a:pt x="2631" y="375"/>
                    <a:pt x="2698" y="414"/>
                  </a:cubicBezTo>
                  <a:cubicBezTo>
                    <a:pt x="2724" y="427"/>
                    <a:pt x="2749" y="439"/>
                    <a:pt x="2762" y="468"/>
                  </a:cubicBezTo>
                  <a:cubicBezTo>
                    <a:pt x="2778" y="481"/>
                    <a:pt x="2791" y="481"/>
                    <a:pt x="2791" y="494"/>
                  </a:cubicBezTo>
                  <a:lnTo>
                    <a:pt x="2778" y="507"/>
                  </a:lnTo>
                  <a:cubicBezTo>
                    <a:pt x="2778" y="507"/>
                    <a:pt x="2749" y="519"/>
                    <a:pt x="2724" y="535"/>
                  </a:cubicBezTo>
                  <a:cubicBezTo>
                    <a:pt x="2644" y="561"/>
                    <a:pt x="2483" y="574"/>
                    <a:pt x="2269" y="574"/>
                  </a:cubicBezTo>
                  <a:cubicBezTo>
                    <a:pt x="2029" y="574"/>
                    <a:pt x="1721" y="561"/>
                    <a:pt x="1388" y="507"/>
                  </a:cubicBezTo>
                  <a:cubicBezTo>
                    <a:pt x="1016" y="468"/>
                    <a:pt x="667" y="388"/>
                    <a:pt x="427" y="321"/>
                  </a:cubicBezTo>
                  <a:cubicBezTo>
                    <a:pt x="308" y="279"/>
                    <a:pt x="215" y="254"/>
                    <a:pt x="148" y="215"/>
                  </a:cubicBezTo>
                  <a:cubicBezTo>
                    <a:pt x="106" y="199"/>
                    <a:pt x="81" y="186"/>
                    <a:pt x="68" y="161"/>
                  </a:cubicBezTo>
                  <a:cubicBezTo>
                    <a:pt x="55" y="148"/>
                    <a:pt x="55" y="148"/>
                    <a:pt x="55" y="135"/>
                  </a:cubicBezTo>
                  <a:lnTo>
                    <a:pt x="55" y="119"/>
                  </a:lnTo>
                  <a:cubicBezTo>
                    <a:pt x="68" y="119"/>
                    <a:pt x="81" y="106"/>
                    <a:pt x="106" y="93"/>
                  </a:cubicBezTo>
                  <a:cubicBezTo>
                    <a:pt x="199" y="68"/>
                    <a:pt x="360" y="55"/>
                    <a:pt x="561" y="55"/>
                  </a:cubicBezTo>
                  <a:close/>
                  <a:moveTo>
                    <a:pt x="561" y="0"/>
                  </a:moveTo>
                  <a:cubicBezTo>
                    <a:pt x="401" y="0"/>
                    <a:pt x="267" y="13"/>
                    <a:pt x="174" y="26"/>
                  </a:cubicBezTo>
                  <a:cubicBezTo>
                    <a:pt x="119" y="39"/>
                    <a:pt x="81" y="55"/>
                    <a:pt x="55" y="68"/>
                  </a:cubicBezTo>
                  <a:cubicBezTo>
                    <a:pt x="39" y="68"/>
                    <a:pt x="26" y="81"/>
                    <a:pt x="14" y="93"/>
                  </a:cubicBezTo>
                  <a:cubicBezTo>
                    <a:pt x="14" y="106"/>
                    <a:pt x="1" y="119"/>
                    <a:pt x="1" y="135"/>
                  </a:cubicBezTo>
                  <a:cubicBezTo>
                    <a:pt x="1" y="161"/>
                    <a:pt x="14" y="186"/>
                    <a:pt x="26" y="199"/>
                  </a:cubicBezTo>
                  <a:cubicBezTo>
                    <a:pt x="68" y="241"/>
                    <a:pt x="135" y="266"/>
                    <a:pt x="215" y="308"/>
                  </a:cubicBezTo>
                  <a:cubicBezTo>
                    <a:pt x="456" y="401"/>
                    <a:pt x="882" y="494"/>
                    <a:pt x="1388" y="561"/>
                  </a:cubicBezTo>
                  <a:cubicBezTo>
                    <a:pt x="1721" y="600"/>
                    <a:pt x="2029" y="628"/>
                    <a:pt x="2269" y="628"/>
                  </a:cubicBezTo>
                  <a:cubicBezTo>
                    <a:pt x="2429" y="628"/>
                    <a:pt x="2564" y="616"/>
                    <a:pt x="2669" y="600"/>
                  </a:cubicBezTo>
                  <a:cubicBezTo>
                    <a:pt x="2711" y="587"/>
                    <a:pt x="2749" y="574"/>
                    <a:pt x="2778" y="561"/>
                  </a:cubicBezTo>
                  <a:cubicBezTo>
                    <a:pt x="2804" y="561"/>
                    <a:pt x="2804" y="548"/>
                    <a:pt x="2817" y="535"/>
                  </a:cubicBezTo>
                  <a:cubicBezTo>
                    <a:pt x="2829" y="519"/>
                    <a:pt x="2842" y="507"/>
                    <a:pt x="2842" y="494"/>
                  </a:cubicBezTo>
                  <a:cubicBezTo>
                    <a:pt x="2842" y="468"/>
                    <a:pt x="2829" y="439"/>
                    <a:pt x="2804" y="427"/>
                  </a:cubicBezTo>
                  <a:cubicBezTo>
                    <a:pt x="2762" y="388"/>
                    <a:pt x="2711" y="359"/>
                    <a:pt x="2631" y="321"/>
                  </a:cubicBezTo>
                  <a:cubicBezTo>
                    <a:pt x="2391" y="228"/>
                    <a:pt x="1948" y="135"/>
                    <a:pt x="1455" y="68"/>
                  </a:cubicBezTo>
                  <a:cubicBezTo>
                    <a:pt x="1122" y="13"/>
                    <a:pt x="814" y="0"/>
                    <a:pt x="561" y="0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68" name="Google Shape;2868;p19"/>
          <p:cNvGrpSpPr/>
          <p:nvPr/>
        </p:nvGrpSpPr>
        <p:grpSpPr>
          <a:xfrm>
            <a:off x="1335679" y="539504"/>
            <a:ext cx="1129918" cy="278457"/>
            <a:chOff x="713231" y="815211"/>
            <a:chExt cx="894914" cy="220542"/>
          </a:xfrm>
        </p:grpSpPr>
        <p:sp>
          <p:nvSpPr>
            <p:cNvPr id="2869" name="Google Shape;2869;p19"/>
            <p:cNvSpPr/>
            <p:nvPr/>
          </p:nvSpPr>
          <p:spPr>
            <a:xfrm>
              <a:off x="1387603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0" name="Google Shape;2870;p19"/>
            <p:cNvSpPr/>
            <p:nvPr/>
          </p:nvSpPr>
          <p:spPr>
            <a:xfrm>
              <a:off x="713231" y="815211"/>
              <a:ext cx="222044" cy="220542"/>
            </a:xfrm>
            <a:custGeom>
              <a:avLst/>
              <a:gdLst/>
              <a:ahLst/>
              <a:cxnLst/>
              <a:rect l="l" t="t" r="r" b="b"/>
              <a:pathLst>
                <a:path w="1775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1" name="Google Shape;2871;p19"/>
            <p:cNvSpPr/>
            <p:nvPr/>
          </p:nvSpPr>
          <p:spPr>
            <a:xfrm>
              <a:off x="1050229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2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73" name="Google Shape;2873;p20"/>
          <p:cNvGrpSpPr/>
          <p:nvPr/>
        </p:nvGrpSpPr>
        <p:grpSpPr>
          <a:xfrm>
            <a:off x="116653" y="185058"/>
            <a:ext cx="8910952" cy="4773370"/>
            <a:chOff x="238425" y="1163850"/>
            <a:chExt cx="2110050" cy="1130300"/>
          </a:xfrm>
        </p:grpSpPr>
        <p:sp>
          <p:nvSpPr>
            <p:cNvPr id="2874" name="Google Shape;2874;p20"/>
            <p:cNvSpPr/>
            <p:nvPr/>
          </p:nvSpPr>
          <p:spPr>
            <a:xfrm>
              <a:off x="238425" y="1163850"/>
              <a:ext cx="2110050" cy="1130300"/>
            </a:xfrm>
            <a:custGeom>
              <a:avLst/>
              <a:gdLst/>
              <a:ahLst/>
              <a:cxnLst/>
              <a:rect l="l" t="t" r="r" b="b"/>
              <a:pathLst>
                <a:path w="84402" h="45212" extrusionOk="0">
                  <a:moveTo>
                    <a:pt x="84174" y="228"/>
                  </a:moveTo>
                  <a:lnTo>
                    <a:pt x="84174" y="39820"/>
                  </a:lnTo>
                  <a:cubicBezTo>
                    <a:pt x="82159" y="41835"/>
                    <a:pt x="81025" y="42969"/>
                    <a:pt x="79010" y="44984"/>
                  </a:cubicBezTo>
                  <a:lnTo>
                    <a:pt x="228" y="44984"/>
                  </a:lnTo>
                  <a:lnTo>
                    <a:pt x="228" y="5408"/>
                  </a:lnTo>
                  <a:cubicBezTo>
                    <a:pt x="2256" y="3380"/>
                    <a:pt x="3393" y="2259"/>
                    <a:pt x="5408" y="228"/>
                  </a:cubicBezTo>
                  <a:close/>
                  <a:moveTo>
                    <a:pt x="5315" y="0"/>
                  </a:moveTo>
                  <a:lnTo>
                    <a:pt x="5248" y="68"/>
                  </a:lnTo>
                  <a:lnTo>
                    <a:pt x="68" y="5248"/>
                  </a:lnTo>
                  <a:lnTo>
                    <a:pt x="1" y="5315"/>
                  </a:lnTo>
                  <a:lnTo>
                    <a:pt x="1" y="5408"/>
                  </a:lnTo>
                  <a:lnTo>
                    <a:pt x="1" y="44984"/>
                  </a:lnTo>
                  <a:lnTo>
                    <a:pt x="1" y="45212"/>
                  </a:lnTo>
                  <a:lnTo>
                    <a:pt x="79103" y="45212"/>
                  </a:lnTo>
                  <a:lnTo>
                    <a:pt x="79157" y="45145"/>
                  </a:lnTo>
                  <a:lnTo>
                    <a:pt x="82652" y="41662"/>
                  </a:lnTo>
                  <a:lnTo>
                    <a:pt x="84334" y="39980"/>
                  </a:lnTo>
                  <a:lnTo>
                    <a:pt x="84401" y="39913"/>
                  </a:lnTo>
                  <a:lnTo>
                    <a:pt x="84401" y="39820"/>
                  </a:lnTo>
                  <a:lnTo>
                    <a:pt x="84401" y="228"/>
                  </a:lnTo>
                  <a:lnTo>
                    <a:pt x="8440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5" name="Google Shape;2875;p20"/>
            <p:cNvSpPr/>
            <p:nvPr/>
          </p:nvSpPr>
          <p:spPr>
            <a:xfrm>
              <a:off x="244125" y="1169525"/>
              <a:ext cx="2098675" cy="1118950"/>
            </a:xfrm>
            <a:custGeom>
              <a:avLst/>
              <a:gdLst/>
              <a:ahLst/>
              <a:cxnLst/>
              <a:rect l="l" t="t" r="r" b="b"/>
              <a:pathLst>
                <a:path w="83947" h="44758" extrusionOk="0">
                  <a:moveTo>
                    <a:pt x="4751" y="1"/>
                  </a:moveTo>
                  <a:cubicBezTo>
                    <a:pt x="2896" y="1856"/>
                    <a:pt x="1855" y="2897"/>
                    <a:pt x="0" y="4755"/>
                  </a:cubicBezTo>
                  <a:lnTo>
                    <a:pt x="0" y="44757"/>
                  </a:lnTo>
                  <a:lnTo>
                    <a:pt x="79208" y="44757"/>
                  </a:lnTo>
                  <a:cubicBezTo>
                    <a:pt x="81063" y="42915"/>
                    <a:pt x="82091" y="41874"/>
                    <a:pt x="83946" y="40019"/>
                  </a:cubicBezTo>
                  <a:lnTo>
                    <a:pt x="83946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6" name="Google Shape;2876;p20"/>
            <p:cNvSpPr/>
            <p:nvPr/>
          </p:nvSpPr>
          <p:spPr>
            <a:xfrm>
              <a:off x="244125" y="1169525"/>
              <a:ext cx="2098675" cy="1118950"/>
            </a:xfrm>
            <a:custGeom>
              <a:avLst/>
              <a:gdLst/>
              <a:ahLst/>
              <a:cxnLst/>
              <a:rect l="l" t="t" r="r" b="b"/>
              <a:pathLst>
                <a:path w="83947" h="44758" extrusionOk="0">
                  <a:moveTo>
                    <a:pt x="83866" y="81"/>
                  </a:moveTo>
                  <a:lnTo>
                    <a:pt x="83866" y="39552"/>
                  </a:lnTo>
                  <a:lnTo>
                    <a:pt x="82197" y="41221"/>
                  </a:lnTo>
                  <a:lnTo>
                    <a:pt x="78740" y="44677"/>
                  </a:lnTo>
                  <a:lnTo>
                    <a:pt x="93" y="44677"/>
                  </a:lnTo>
                  <a:lnTo>
                    <a:pt x="93" y="5206"/>
                  </a:lnTo>
                  <a:lnTo>
                    <a:pt x="5219" y="81"/>
                  </a:lnTo>
                  <a:close/>
                  <a:moveTo>
                    <a:pt x="5180" y="1"/>
                  </a:moveTo>
                  <a:cubicBezTo>
                    <a:pt x="3165" y="2032"/>
                    <a:pt x="2028" y="3153"/>
                    <a:pt x="0" y="5181"/>
                  </a:cubicBezTo>
                  <a:lnTo>
                    <a:pt x="0" y="44757"/>
                  </a:lnTo>
                  <a:lnTo>
                    <a:pt x="78782" y="44757"/>
                  </a:lnTo>
                  <a:cubicBezTo>
                    <a:pt x="80797" y="42742"/>
                    <a:pt x="81931" y="41608"/>
                    <a:pt x="83946" y="39593"/>
                  </a:cubicBezTo>
                  <a:lnTo>
                    <a:pt x="83946" y="1"/>
                  </a:ln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7" name="Google Shape;2877;p20"/>
            <p:cNvSpPr/>
            <p:nvPr/>
          </p:nvSpPr>
          <p:spPr>
            <a:xfrm>
              <a:off x="276475" y="1201875"/>
              <a:ext cx="2033950" cy="1054250"/>
            </a:xfrm>
            <a:custGeom>
              <a:avLst/>
              <a:gdLst/>
              <a:ahLst/>
              <a:cxnLst/>
              <a:rect l="l" t="t" r="r" b="b"/>
              <a:pathLst>
                <a:path w="81358" h="42170" extrusionOk="0">
                  <a:moveTo>
                    <a:pt x="4312" y="1"/>
                  </a:moveTo>
                  <a:cubicBezTo>
                    <a:pt x="2631" y="1683"/>
                    <a:pt x="1682" y="2631"/>
                    <a:pt x="0" y="4313"/>
                  </a:cubicBezTo>
                  <a:lnTo>
                    <a:pt x="0" y="42169"/>
                  </a:lnTo>
                  <a:lnTo>
                    <a:pt x="77046" y="42169"/>
                  </a:lnTo>
                  <a:lnTo>
                    <a:pt x="81358" y="37857"/>
                  </a:lnTo>
                  <a:lnTo>
                    <a:pt x="8135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8" name="Google Shape;2878;p20"/>
            <p:cNvSpPr/>
            <p:nvPr/>
          </p:nvSpPr>
          <p:spPr>
            <a:xfrm>
              <a:off x="276475" y="1595675"/>
              <a:ext cx="15725" cy="266975"/>
            </a:xfrm>
            <a:custGeom>
              <a:avLst/>
              <a:gdLst/>
              <a:ahLst/>
              <a:cxnLst/>
              <a:rect l="l" t="t" r="r" b="b"/>
              <a:pathLst>
                <a:path w="629" h="10679" extrusionOk="0">
                  <a:moveTo>
                    <a:pt x="0" y="1"/>
                  </a:moveTo>
                  <a:lnTo>
                    <a:pt x="0" y="10678"/>
                  </a:lnTo>
                  <a:cubicBezTo>
                    <a:pt x="350" y="10678"/>
                    <a:pt x="628" y="10399"/>
                    <a:pt x="628" y="10053"/>
                  </a:cubicBezTo>
                  <a:lnTo>
                    <a:pt x="628" y="629"/>
                  </a:lnTo>
                  <a:cubicBezTo>
                    <a:pt x="628" y="283"/>
                    <a:pt x="350" y="1"/>
                    <a:pt x="0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9" name="Google Shape;2879;p20"/>
            <p:cNvSpPr/>
            <p:nvPr/>
          </p:nvSpPr>
          <p:spPr>
            <a:xfrm>
              <a:off x="2293750" y="1595675"/>
              <a:ext cx="15725" cy="266975"/>
            </a:xfrm>
            <a:custGeom>
              <a:avLst/>
              <a:gdLst/>
              <a:ahLst/>
              <a:cxnLst/>
              <a:rect l="l" t="t" r="r" b="b"/>
              <a:pathLst>
                <a:path w="629" h="10679" extrusionOk="0">
                  <a:moveTo>
                    <a:pt x="628" y="1"/>
                  </a:moveTo>
                  <a:cubicBezTo>
                    <a:pt x="279" y="1"/>
                    <a:pt x="0" y="283"/>
                    <a:pt x="0" y="629"/>
                  </a:cubicBezTo>
                  <a:lnTo>
                    <a:pt x="0" y="10053"/>
                  </a:lnTo>
                  <a:cubicBezTo>
                    <a:pt x="0" y="10399"/>
                    <a:pt x="279" y="10678"/>
                    <a:pt x="628" y="10678"/>
                  </a:cubicBezTo>
                  <a:lnTo>
                    <a:pt x="62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0" name="Google Shape;2880;p20"/>
            <p:cNvSpPr/>
            <p:nvPr/>
          </p:nvSpPr>
          <p:spPr>
            <a:xfrm>
              <a:off x="275200" y="1200600"/>
              <a:ext cx="2036600" cy="1056875"/>
            </a:xfrm>
            <a:custGeom>
              <a:avLst/>
              <a:gdLst/>
              <a:ahLst/>
              <a:cxnLst/>
              <a:rect l="l" t="t" r="r" b="b"/>
              <a:pathLst>
                <a:path w="81464" h="42275" extrusionOk="0">
                  <a:moveTo>
                    <a:pt x="81354" y="106"/>
                  </a:moveTo>
                  <a:lnTo>
                    <a:pt x="81354" y="37886"/>
                  </a:lnTo>
                  <a:lnTo>
                    <a:pt x="81354" y="37886"/>
                  </a:lnTo>
                  <a:cubicBezTo>
                    <a:pt x="79692" y="39561"/>
                    <a:pt x="78758" y="40491"/>
                    <a:pt x="77087" y="42166"/>
                  </a:cubicBezTo>
                  <a:lnTo>
                    <a:pt x="106" y="42166"/>
                  </a:lnTo>
                  <a:lnTo>
                    <a:pt x="106" y="4393"/>
                  </a:lnTo>
                  <a:lnTo>
                    <a:pt x="106" y="4393"/>
                  </a:lnTo>
                  <a:cubicBezTo>
                    <a:pt x="1776" y="2723"/>
                    <a:pt x="2723" y="1776"/>
                    <a:pt x="4392" y="106"/>
                  </a:cubicBezTo>
                  <a:close/>
                  <a:moveTo>
                    <a:pt x="4351" y="1"/>
                  </a:moveTo>
                  <a:lnTo>
                    <a:pt x="4338" y="13"/>
                  </a:lnTo>
                  <a:cubicBezTo>
                    <a:pt x="2643" y="1695"/>
                    <a:pt x="1708" y="2644"/>
                    <a:pt x="13" y="4325"/>
                  </a:cubicBezTo>
                  <a:lnTo>
                    <a:pt x="0" y="4351"/>
                  </a:lnTo>
                  <a:lnTo>
                    <a:pt x="0" y="42275"/>
                  </a:lnTo>
                  <a:lnTo>
                    <a:pt x="77126" y="42275"/>
                  </a:lnTo>
                  <a:lnTo>
                    <a:pt x="77138" y="42259"/>
                  </a:lnTo>
                  <a:lnTo>
                    <a:pt x="81450" y="37950"/>
                  </a:lnTo>
                  <a:lnTo>
                    <a:pt x="81463" y="37934"/>
                  </a:lnTo>
                  <a:lnTo>
                    <a:pt x="81463" y="1"/>
                  </a:lnTo>
                  <a:close/>
                </a:path>
              </a:pathLst>
            </a:custGeom>
            <a:solidFill>
              <a:srgbClr val="FF24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81" name="Google Shape;2881;p20"/>
          <p:cNvGrpSpPr/>
          <p:nvPr/>
        </p:nvGrpSpPr>
        <p:grpSpPr>
          <a:xfrm>
            <a:off x="-6449" y="-94"/>
            <a:ext cx="9150439" cy="5143478"/>
            <a:chOff x="-6449" y="-94"/>
            <a:chExt cx="9150439" cy="5143478"/>
          </a:xfrm>
        </p:grpSpPr>
        <p:grpSp>
          <p:nvGrpSpPr>
            <p:cNvPr id="2882" name="Google Shape;2882;p20"/>
            <p:cNvGrpSpPr/>
            <p:nvPr/>
          </p:nvGrpSpPr>
          <p:grpSpPr>
            <a:xfrm>
              <a:off x="6499576" y="-94"/>
              <a:ext cx="2644414" cy="5143478"/>
              <a:chOff x="540125" y="3028300"/>
              <a:chExt cx="364425" cy="708800"/>
            </a:xfrm>
          </p:grpSpPr>
          <p:sp>
            <p:nvSpPr>
              <p:cNvPr id="2883" name="Google Shape;2883;p20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4" name="Google Shape;2884;p20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5" name="Google Shape;2885;p20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6" name="Google Shape;2886;p20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7" name="Google Shape;2887;p20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8" name="Google Shape;2888;p20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9" name="Google Shape;2889;p20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0" name="Google Shape;2890;p20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1" name="Google Shape;2891;p20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2" name="Google Shape;2892;p20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3" name="Google Shape;2893;p20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4" name="Google Shape;2894;p20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5" name="Google Shape;2895;p20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6" name="Google Shape;2896;p20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7" name="Google Shape;2897;p20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8" name="Google Shape;2898;p20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9" name="Google Shape;2899;p20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0" name="Google Shape;2900;p20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1" name="Google Shape;2901;p20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2" name="Google Shape;2902;p20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3" name="Google Shape;2903;p20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4" name="Google Shape;2904;p20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5" name="Google Shape;2905;p20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6" name="Google Shape;2906;p20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7" name="Google Shape;2907;p20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8" name="Google Shape;2908;p20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9" name="Google Shape;2909;p20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0" name="Google Shape;2910;p20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1" name="Google Shape;2911;p20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2" name="Google Shape;2912;p20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3" name="Google Shape;2913;p20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4" name="Google Shape;2914;p20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5" name="Google Shape;2915;p20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6" name="Google Shape;2916;p20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7" name="Google Shape;2917;p20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8" name="Google Shape;2918;p20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19" name="Google Shape;2919;p20"/>
            <p:cNvGrpSpPr/>
            <p:nvPr/>
          </p:nvGrpSpPr>
          <p:grpSpPr>
            <a:xfrm>
              <a:off x="-6449" y="-94"/>
              <a:ext cx="2644414" cy="5143478"/>
              <a:chOff x="540125" y="3028300"/>
              <a:chExt cx="364425" cy="708800"/>
            </a:xfrm>
          </p:grpSpPr>
          <p:sp>
            <p:nvSpPr>
              <p:cNvPr id="2920" name="Google Shape;2920;p20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1" name="Google Shape;2921;p20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2" name="Google Shape;2922;p20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3" name="Google Shape;2923;p20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4" name="Google Shape;2924;p20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5" name="Google Shape;2925;p20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6" name="Google Shape;2926;p20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7" name="Google Shape;2927;p20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8" name="Google Shape;2928;p20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9" name="Google Shape;2929;p20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0" name="Google Shape;2930;p20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1" name="Google Shape;2931;p20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2" name="Google Shape;2932;p20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3" name="Google Shape;2933;p20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4" name="Google Shape;2934;p20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5" name="Google Shape;2935;p20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6" name="Google Shape;2936;p20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7" name="Google Shape;2937;p20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8" name="Google Shape;2938;p20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9" name="Google Shape;2939;p20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0" name="Google Shape;2940;p20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1" name="Google Shape;2941;p20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2" name="Google Shape;2942;p20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3" name="Google Shape;2943;p20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4" name="Google Shape;2944;p20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5" name="Google Shape;2945;p20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6" name="Google Shape;2946;p20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7" name="Google Shape;2947;p20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8" name="Google Shape;2948;p20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9" name="Google Shape;2949;p20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0" name="Google Shape;2950;p20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1" name="Google Shape;2951;p20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2" name="Google Shape;2952;p20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3" name="Google Shape;2953;p20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4" name="Google Shape;2954;p20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5" name="Google Shape;2955;p20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56" name="Google Shape;2956;p20"/>
            <p:cNvGrpSpPr/>
            <p:nvPr/>
          </p:nvGrpSpPr>
          <p:grpSpPr>
            <a:xfrm rot="5400000">
              <a:off x="3406651" y="-1249544"/>
              <a:ext cx="2644414" cy="5143478"/>
              <a:chOff x="540125" y="3028300"/>
              <a:chExt cx="364425" cy="708800"/>
            </a:xfrm>
          </p:grpSpPr>
          <p:sp>
            <p:nvSpPr>
              <p:cNvPr id="2957" name="Google Shape;2957;p20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8" name="Google Shape;2958;p20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9" name="Google Shape;2959;p20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0" name="Google Shape;2960;p20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1" name="Google Shape;2961;p20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2" name="Google Shape;2962;p20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3" name="Google Shape;2963;p20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4" name="Google Shape;2964;p20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5" name="Google Shape;2965;p20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6" name="Google Shape;2966;p20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7" name="Google Shape;2967;p20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8" name="Google Shape;2968;p20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9" name="Google Shape;2969;p20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0" name="Google Shape;2970;p20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1" name="Google Shape;2971;p20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2" name="Google Shape;2972;p20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3" name="Google Shape;2973;p20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4" name="Google Shape;2974;p20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5" name="Google Shape;2975;p20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6" name="Google Shape;2976;p20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7" name="Google Shape;2977;p20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8" name="Google Shape;2978;p20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9" name="Google Shape;2979;p20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0" name="Google Shape;2980;p20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1" name="Google Shape;2981;p20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2" name="Google Shape;2982;p20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3" name="Google Shape;2983;p20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4" name="Google Shape;2984;p20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5" name="Google Shape;2985;p20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6" name="Google Shape;2986;p20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7" name="Google Shape;2987;p20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8" name="Google Shape;2988;p20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9" name="Google Shape;2989;p20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0" name="Google Shape;2990;p20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1" name="Google Shape;2991;p20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2" name="Google Shape;2992;p20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93" name="Google Shape;2993;p20"/>
            <p:cNvGrpSpPr/>
            <p:nvPr/>
          </p:nvGrpSpPr>
          <p:grpSpPr>
            <a:xfrm rot="5400000">
              <a:off x="3406651" y="1243856"/>
              <a:ext cx="2644414" cy="5143478"/>
              <a:chOff x="540125" y="3028300"/>
              <a:chExt cx="364425" cy="708800"/>
            </a:xfrm>
          </p:grpSpPr>
          <p:sp>
            <p:nvSpPr>
              <p:cNvPr id="2994" name="Google Shape;2994;p20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5" name="Google Shape;2995;p20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6" name="Google Shape;2996;p20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7" name="Google Shape;2997;p20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8" name="Google Shape;2998;p20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9" name="Google Shape;2999;p20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0" name="Google Shape;3000;p20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1" name="Google Shape;3001;p20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2" name="Google Shape;3002;p20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3" name="Google Shape;3003;p20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4" name="Google Shape;3004;p20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5" name="Google Shape;3005;p20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6" name="Google Shape;3006;p20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7" name="Google Shape;3007;p20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8" name="Google Shape;3008;p20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9" name="Google Shape;3009;p20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0" name="Google Shape;3010;p20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1" name="Google Shape;3011;p20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2" name="Google Shape;3012;p20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3" name="Google Shape;3013;p20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4" name="Google Shape;3014;p20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5" name="Google Shape;3015;p20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6" name="Google Shape;3016;p20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7" name="Google Shape;3017;p20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8" name="Google Shape;3018;p20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9" name="Google Shape;3019;p20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0" name="Google Shape;3020;p20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1" name="Google Shape;3021;p20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2" name="Google Shape;3022;p20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3" name="Google Shape;3023;p20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4" name="Google Shape;3024;p20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5" name="Google Shape;3025;p20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6" name="Google Shape;3026;p20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7" name="Google Shape;3027;p20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8" name="Google Shape;3028;p20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9" name="Google Shape;3029;p20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030" name="Google Shape;3030;p20"/>
          <p:cNvGrpSpPr/>
          <p:nvPr/>
        </p:nvGrpSpPr>
        <p:grpSpPr>
          <a:xfrm>
            <a:off x="7063481" y="2679442"/>
            <a:ext cx="1506855" cy="1232398"/>
            <a:chOff x="3294431" y="3820626"/>
            <a:chExt cx="757594" cy="619576"/>
          </a:xfrm>
        </p:grpSpPr>
        <p:sp>
          <p:nvSpPr>
            <p:cNvPr id="3031" name="Google Shape;3031;p20"/>
            <p:cNvSpPr/>
            <p:nvPr/>
          </p:nvSpPr>
          <p:spPr>
            <a:xfrm>
              <a:off x="3588834" y="3820626"/>
              <a:ext cx="171817" cy="95578"/>
            </a:xfrm>
            <a:custGeom>
              <a:avLst/>
              <a:gdLst/>
              <a:ahLst/>
              <a:cxnLst/>
              <a:rect l="l" t="t" r="r" b="b"/>
              <a:pathLst>
                <a:path w="2150" h="1196" extrusionOk="0">
                  <a:moveTo>
                    <a:pt x="1749" y="0"/>
                  </a:moveTo>
                  <a:cubicBezTo>
                    <a:pt x="1705" y="0"/>
                    <a:pt x="1661" y="9"/>
                    <a:pt x="1618" y="27"/>
                  </a:cubicBezTo>
                  <a:lnTo>
                    <a:pt x="295" y="492"/>
                  </a:lnTo>
                  <a:cubicBezTo>
                    <a:pt x="109" y="559"/>
                    <a:pt x="0" y="761"/>
                    <a:pt x="68" y="947"/>
                  </a:cubicBezTo>
                  <a:cubicBezTo>
                    <a:pt x="120" y="1105"/>
                    <a:pt x="263" y="1196"/>
                    <a:pt x="412" y="1196"/>
                  </a:cubicBezTo>
                  <a:cubicBezTo>
                    <a:pt x="453" y="1196"/>
                    <a:pt x="495" y="1189"/>
                    <a:pt x="535" y="1174"/>
                  </a:cubicBezTo>
                  <a:lnTo>
                    <a:pt x="1858" y="707"/>
                  </a:lnTo>
                  <a:cubicBezTo>
                    <a:pt x="2044" y="639"/>
                    <a:pt x="2150" y="428"/>
                    <a:pt x="2083" y="239"/>
                  </a:cubicBezTo>
                  <a:cubicBezTo>
                    <a:pt x="2033" y="96"/>
                    <a:pt x="1895" y="0"/>
                    <a:pt x="1749" y="0"/>
                  </a:cubicBezTo>
                  <a:close/>
                </a:path>
              </a:pathLst>
            </a:custGeom>
            <a:solidFill>
              <a:srgbClr val="00A1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2" name="Google Shape;3032;p20"/>
            <p:cNvSpPr/>
            <p:nvPr/>
          </p:nvSpPr>
          <p:spPr>
            <a:xfrm>
              <a:off x="3360759" y="3901019"/>
              <a:ext cx="171817" cy="96138"/>
            </a:xfrm>
            <a:custGeom>
              <a:avLst/>
              <a:gdLst/>
              <a:ahLst/>
              <a:cxnLst/>
              <a:rect l="l" t="t" r="r" b="b"/>
              <a:pathLst>
                <a:path w="2150" h="1203" extrusionOk="0">
                  <a:moveTo>
                    <a:pt x="1730" y="1"/>
                  </a:moveTo>
                  <a:cubicBezTo>
                    <a:pt x="1691" y="1"/>
                    <a:pt x="1652" y="7"/>
                    <a:pt x="1615" y="21"/>
                  </a:cubicBezTo>
                  <a:lnTo>
                    <a:pt x="292" y="501"/>
                  </a:lnTo>
                  <a:cubicBezTo>
                    <a:pt x="106" y="569"/>
                    <a:pt x="0" y="767"/>
                    <a:pt x="67" y="956"/>
                  </a:cubicBezTo>
                  <a:cubicBezTo>
                    <a:pt x="119" y="1105"/>
                    <a:pt x="267" y="1203"/>
                    <a:pt x="419" y="1203"/>
                  </a:cubicBezTo>
                  <a:cubicBezTo>
                    <a:pt x="457" y="1203"/>
                    <a:pt x="495" y="1197"/>
                    <a:pt x="532" y="1184"/>
                  </a:cubicBezTo>
                  <a:lnTo>
                    <a:pt x="1855" y="716"/>
                  </a:lnTo>
                  <a:cubicBezTo>
                    <a:pt x="2041" y="649"/>
                    <a:pt x="2150" y="434"/>
                    <a:pt x="2082" y="248"/>
                  </a:cubicBezTo>
                  <a:cubicBezTo>
                    <a:pt x="2029" y="100"/>
                    <a:pt x="1881" y="1"/>
                    <a:pt x="1730" y="1"/>
                  </a:cubicBezTo>
                  <a:close/>
                </a:path>
              </a:pathLst>
            </a:custGeom>
            <a:solidFill>
              <a:srgbClr val="00A1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3" name="Google Shape;3033;p20"/>
            <p:cNvSpPr/>
            <p:nvPr/>
          </p:nvSpPr>
          <p:spPr>
            <a:xfrm>
              <a:off x="3294431" y="3831255"/>
              <a:ext cx="757594" cy="608872"/>
            </a:xfrm>
            <a:custGeom>
              <a:avLst/>
              <a:gdLst/>
              <a:ahLst/>
              <a:cxnLst/>
              <a:rect l="l" t="t" r="r" b="b"/>
              <a:pathLst>
                <a:path w="9480" h="7619" extrusionOk="0">
                  <a:moveTo>
                    <a:pt x="5980" y="0"/>
                  </a:moveTo>
                  <a:cubicBezTo>
                    <a:pt x="5802" y="0"/>
                    <a:pt x="5622" y="30"/>
                    <a:pt x="5446" y="93"/>
                  </a:cubicBezTo>
                  <a:lnTo>
                    <a:pt x="3284" y="855"/>
                  </a:lnTo>
                  <a:lnTo>
                    <a:pt x="1122" y="1628"/>
                  </a:lnTo>
                  <a:cubicBezTo>
                    <a:pt x="430" y="1868"/>
                    <a:pt x="0" y="2576"/>
                    <a:pt x="96" y="3309"/>
                  </a:cubicBezTo>
                  <a:lnTo>
                    <a:pt x="561" y="6875"/>
                  </a:lnTo>
                  <a:cubicBezTo>
                    <a:pt x="626" y="7307"/>
                    <a:pt x="1000" y="7619"/>
                    <a:pt x="1418" y="7619"/>
                  </a:cubicBezTo>
                  <a:cubicBezTo>
                    <a:pt x="1515" y="7619"/>
                    <a:pt x="1613" y="7602"/>
                    <a:pt x="1711" y="7567"/>
                  </a:cubicBezTo>
                  <a:lnTo>
                    <a:pt x="1724" y="7567"/>
                  </a:lnTo>
                  <a:cubicBezTo>
                    <a:pt x="1977" y="7474"/>
                    <a:pt x="2179" y="7275"/>
                    <a:pt x="2259" y="7006"/>
                  </a:cubicBezTo>
                  <a:lnTo>
                    <a:pt x="3098" y="4379"/>
                  </a:lnTo>
                  <a:lnTo>
                    <a:pt x="4380" y="3924"/>
                  </a:lnTo>
                  <a:lnTo>
                    <a:pt x="5648" y="3470"/>
                  </a:lnTo>
                  <a:lnTo>
                    <a:pt x="7971" y="4991"/>
                  </a:lnTo>
                  <a:cubicBezTo>
                    <a:pt x="8110" y="5081"/>
                    <a:pt x="8267" y="5126"/>
                    <a:pt x="8427" y="5126"/>
                  </a:cubicBezTo>
                  <a:cubicBezTo>
                    <a:pt x="8529" y="5126"/>
                    <a:pt x="8631" y="5108"/>
                    <a:pt x="8730" y="5071"/>
                  </a:cubicBezTo>
                  <a:lnTo>
                    <a:pt x="8746" y="5071"/>
                  </a:lnTo>
                  <a:cubicBezTo>
                    <a:pt x="9265" y="4886"/>
                    <a:pt x="9480" y="4270"/>
                    <a:pt x="9198" y="3803"/>
                  </a:cubicBezTo>
                  <a:lnTo>
                    <a:pt x="7317" y="747"/>
                  </a:lnTo>
                  <a:cubicBezTo>
                    <a:pt x="7026" y="275"/>
                    <a:pt x="6516" y="0"/>
                    <a:pt x="5980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1000">
                  <a:schemeClr val="accent1"/>
                </a:gs>
                <a:gs pos="47000">
                  <a:schemeClr val="accent3"/>
                </a:gs>
                <a:gs pos="74000">
                  <a:schemeClr val="accent1"/>
                </a:gs>
                <a:gs pos="100000">
                  <a:schemeClr val="accent3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4" name="Google Shape;3034;p20"/>
            <p:cNvSpPr/>
            <p:nvPr/>
          </p:nvSpPr>
          <p:spPr>
            <a:xfrm>
              <a:off x="3806439" y="3959277"/>
              <a:ext cx="55621" cy="49068"/>
            </a:xfrm>
            <a:custGeom>
              <a:avLst/>
              <a:gdLst/>
              <a:ahLst/>
              <a:cxnLst/>
              <a:rect l="l" t="t" r="r" b="b"/>
              <a:pathLst>
                <a:path w="696" h="614" extrusionOk="0">
                  <a:moveTo>
                    <a:pt x="352" y="0"/>
                  </a:moveTo>
                  <a:cubicBezTo>
                    <a:pt x="285" y="0"/>
                    <a:pt x="217" y="22"/>
                    <a:pt x="161" y="67"/>
                  </a:cubicBezTo>
                  <a:cubicBezTo>
                    <a:pt x="29" y="160"/>
                    <a:pt x="0" y="359"/>
                    <a:pt x="109" y="493"/>
                  </a:cubicBezTo>
                  <a:cubicBezTo>
                    <a:pt x="171" y="572"/>
                    <a:pt x="260" y="613"/>
                    <a:pt x="350" y="613"/>
                  </a:cubicBezTo>
                  <a:cubicBezTo>
                    <a:pt x="414" y="613"/>
                    <a:pt x="479" y="592"/>
                    <a:pt x="535" y="548"/>
                  </a:cubicBezTo>
                  <a:cubicBezTo>
                    <a:pt x="670" y="455"/>
                    <a:pt x="696" y="253"/>
                    <a:pt x="603" y="118"/>
                  </a:cubicBezTo>
                  <a:cubicBezTo>
                    <a:pt x="541" y="42"/>
                    <a:pt x="447" y="0"/>
                    <a:pt x="352" y="0"/>
                  </a:cubicBezTo>
                  <a:close/>
                </a:path>
              </a:pathLst>
            </a:custGeom>
            <a:gradFill>
              <a:gsLst>
                <a:gs pos="0">
                  <a:srgbClr val="385DAB"/>
                </a:gs>
                <a:gs pos="100000">
                  <a:srgbClr val="1C2945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5" name="Google Shape;3035;p20"/>
            <p:cNvSpPr/>
            <p:nvPr/>
          </p:nvSpPr>
          <p:spPr>
            <a:xfrm>
              <a:off x="3744746" y="3961434"/>
              <a:ext cx="55381" cy="49148"/>
            </a:xfrm>
            <a:custGeom>
              <a:avLst/>
              <a:gdLst/>
              <a:ahLst/>
              <a:cxnLst/>
              <a:rect l="l" t="t" r="r" b="b"/>
              <a:pathLst>
                <a:path w="693" h="615" extrusionOk="0">
                  <a:moveTo>
                    <a:pt x="345" y="0"/>
                  </a:moveTo>
                  <a:cubicBezTo>
                    <a:pt x="280" y="0"/>
                    <a:pt x="215" y="22"/>
                    <a:pt x="161" y="66"/>
                  </a:cubicBezTo>
                  <a:cubicBezTo>
                    <a:pt x="13" y="172"/>
                    <a:pt x="0" y="361"/>
                    <a:pt x="93" y="492"/>
                  </a:cubicBezTo>
                  <a:cubicBezTo>
                    <a:pt x="157" y="573"/>
                    <a:pt x="251" y="614"/>
                    <a:pt x="347" y="614"/>
                  </a:cubicBezTo>
                  <a:cubicBezTo>
                    <a:pt x="410" y="614"/>
                    <a:pt x="475" y="596"/>
                    <a:pt x="532" y="559"/>
                  </a:cubicBezTo>
                  <a:cubicBezTo>
                    <a:pt x="667" y="453"/>
                    <a:pt x="692" y="252"/>
                    <a:pt x="587" y="120"/>
                  </a:cubicBezTo>
                  <a:cubicBezTo>
                    <a:pt x="525" y="42"/>
                    <a:pt x="435" y="0"/>
                    <a:pt x="345" y="0"/>
                  </a:cubicBezTo>
                  <a:close/>
                </a:path>
              </a:pathLst>
            </a:custGeom>
            <a:gradFill>
              <a:gsLst>
                <a:gs pos="0">
                  <a:srgbClr val="385DAB"/>
                </a:gs>
                <a:gs pos="100000">
                  <a:srgbClr val="1C2945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6" name="Google Shape;3036;p20"/>
            <p:cNvSpPr/>
            <p:nvPr/>
          </p:nvSpPr>
          <p:spPr>
            <a:xfrm>
              <a:off x="3767042" y="3905974"/>
              <a:ext cx="55621" cy="50107"/>
            </a:xfrm>
            <a:custGeom>
              <a:avLst/>
              <a:gdLst/>
              <a:ahLst/>
              <a:cxnLst/>
              <a:rect l="l" t="t" r="r" b="b"/>
              <a:pathLst>
                <a:path w="696" h="627" extrusionOk="0">
                  <a:moveTo>
                    <a:pt x="346" y="0"/>
                  </a:moveTo>
                  <a:cubicBezTo>
                    <a:pt x="281" y="0"/>
                    <a:pt x="215" y="21"/>
                    <a:pt x="160" y="65"/>
                  </a:cubicBezTo>
                  <a:cubicBezTo>
                    <a:pt x="29" y="174"/>
                    <a:pt x="0" y="359"/>
                    <a:pt x="109" y="507"/>
                  </a:cubicBezTo>
                  <a:cubicBezTo>
                    <a:pt x="163" y="585"/>
                    <a:pt x="253" y="627"/>
                    <a:pt x="345" y="627"/>
                  </a:cubicBezTo>
                  <a:cubicBezTo>
                    <a:pt x="412" y="627"/>
                    <a:pt x="479" y="605"/>
                    <a:pt x="535" y="561"/>
                  </a:cubicBezTo>
                  <a:cubicBezTo>
                    <a:pt x="670" y="452"/>
                    <a:pt x="695" y="266"/>
                    <a:pt x="590" y="132"/>
                  </a:cubicBezTo>
                  <a:cubicBezTo>
                    <a:pt x="533" y="45"/>
                    <a:pt x="440" y="0"/>
                    <a:pt x="346" y="0"/>
                  </a:cubicBezTo>
                  <a:close/>
                </a:path>
              </a:pathLst>
            </a:custGeom>
            <a:gradFill>
              <a:gsLst>
                <a:gs pos="0">
                  <a:srgbClr val="385DAB"/>
                </a:gs>
                <a:gs pos="100000">
                  <a:srgbClr val="1C2945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7" name="Google Shape;3037;p20"/>
            <p:cNvSpPr/>
            <p:nvPr/>
          </p:nvSpPr>
          <p:spPr>
            <a:xfrm>
              <a:off x="3703990" y="3909011"/>
              <a:ext cx="56660" cy="49148"/>
            </a:xfrm>
            <a:custGeom>
              <a:avLst/>
              <a:gdLst/>
              <a:ahLst/>
              <a:cxnLst/>
              <a:rect l="l" t="t" r="r" b="b"/>
              <a:pathLst>
                <a:path w="709" h="615" extrusionOk="0">
                  <a:moveTo>
                    <a:pt x="349" y="0"/>
                  </a:moveTo>
                  <a:cubicBezTo>
                    <a:pt x="285" y="0"/>
                    <a:pt x="220" y="18"/>
                    <a:pt x="161" y="55"/>
                  </a:cubicBezTo>
                  <a:cubicBezTo>
                    <a:pt x="30" y="161"/>
                    <a:pt x="1" y="363"/>
                    <a:pt x="110" y="494"/>
                  </a:cubicBezTo>
                  <a:cubicBezTo>
                    <a:pt x="172" y="573"/>
                    <a:pt x="260" y="614"/>
                    <a:pt x="350" y="614"/>
                  </a:cubicBezTo>
                  <a:cubicBezTo>
                    <a:pt x="415" y="614"/>
                    <a:pt x="480" y="593"/>
                    <a:pt x="536" y="549"/>
                  </a:cubicBezTo>
                  <a:cubicBezTo>
                    <a:pt x="683" y="443"/>
                    <a:pt x="709" y="254"/>
                    <a:pt x="603" y="123"/>
                  </a:cubicBezTo>
                  <a:cubicBezTo>
                    <a:pt x="540" y="42"/>
                    <a:pt x="446" y="0"/>
                    <a:pt x="349" y="0"/>
                  </a:cubicBezTo>
                  <a:close/>
                </a:path>
              </a:pathLst>
            </a:custGeom>
            <a:gradFill>
              <a:gsLst>
                <a:gs pos="0">
                  <a:srgbClr val="385DAB"/>
                </a:gs>
                <a:gs pos="100000">
                  <a:srgbClr val="1C2945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8" name="Google Shape;3038;p20"/>
            <p:cNvSpPr/>
            <p:nvPr/>
          </p:nvSpPr>
          <p:spPr>
            <a:xfrm>
              <a:off x="3305139" y="4122301"/>
              <a:ext cx="205941" cy="317822"/>
            </a:xfrm>
            <a:custGeom>
              <a:avLst/>
              <a:gdLst/>
              <a:ahLst/>
              <a:cxnLst/>
              <a:rect l="l" t="t" r="r" b="b"/>
              <a:pathLst>
                <a:path w="2577" h="3977" extrusionOk="0">
                  <a:moveTo>
                    <a:pt x="1" y="1"/>
                  </a:moveTo>
                  <a:lnTo>
                    <a:pt x="427" y="3233"/>
                  </a:lnTo>
                  <a:cubicBezTo>
                    <a:pt x="492" y="3665"/>
                    <a:pt x="866" y="3977"/>
                    <a:pt x="1284" y="3977"/>
                  </a:cubicBezTo>
                  <a:cubicBezTo>
                    <a:pt x="1381" y="3977"/>
                    <a:pt x="1479" y="3960"/>
                    <a:pt x="1577" y="3925"/>
                  </a:cubicBezTo>
                  <a:lnTo>
                    <a:pt x="1590" y="3925"/>
                  </a:lnTo>
                  <a:cubicBezTo>
                    <a:pt x="1843" y="3832"/>
                    <a:pt x="2045" y="3633"/>
                    <a:pt x="2125" y="3364"/>
                  </a:cubicBezTo>
                  <a:lnTo>
                    <a:pt x="2577" y="1939"/>
                  </a:lnTo>
                  <a:cubicBezTo>
                    <a:pt x="1164" y="1577"/>
                    <a:pt x="388" y="64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9" name="Google Shape;3039;p20"/>
            <p:cNvSpPr/>
            <p:nvPr/>
          </p:nvSpPr>
          <p:spPr>
            <a:xfrm>
              <a:off x="3830014" y="3910050"/>
              <a:ext cx="222004" cy="330848"/>
            </a:xfrm>
            <a:custGeom>
              <a:avLst/>
              <a:gdLst/>
              <a:ahLst/>
              <a:cxnLst/>
              <a:rect l="l" t="t" r="r" b="b"/>
              <a:pathLst>
                <a:path w="2778" h="4140" extrusionOk="0">
                  <a:moveTo>
                    <a:pt x="763" y="1"/>
                  </a:moveTo>
                  <a:lnTo>
                    <a:pt x="763" y="1"/>
                  </a:lnTo>
                  <a:cubicBezTo>
                    <a:pt x="881" y="734"/>
                    <a:pt x="881" y="1977"/>
                    <a:pt x="0" y="3166"/>
                  </a:cubicBezTo>
                  <a:lnTo>
                    <a:pt x="1269" y="4005"/>
                  </a:lnTo>
                  <a:cubicBezTo>
                    <a:pt x="1408" y="4095"/>
                    <a:pt x="1565" y="4140"/>
                    <a:pt x="1725" y="4140"/>
                  </a:cubicBezTo>
                  <a:cubicBezTo>
                    <a:pt x="1827" y="4140"/>
                    <a:pt x="1929" y="4122"/>
                    <a:pt x="2028" y="4085"/>
                  </a:cubicBezTo>
                  <a:lnTo>
                    <a:pt x="2044" y="4085"/>
                  </a:lnTo>
                  <a:cubicBezTo>
                    <a:pt x="2563" y="3900"/>
                    <a:pt x="2778" y="3284"/>
                    <a:pt x="2496" y="2817"/>
                  </a:cubicBezTo>
                  <a:lnTo>
                    <a:pt x="76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0" name="Google Shape;3040;p20"/>
            <p:cNvSpPr/>
            <p:nvPr/>
          </p:nvSpPr>
          <p:spPr>
            <a:xfrm>
              <a:off x="3584758" y="4035275"/>
              <a:ext cx="61774" cy="32445"/>
            </a:xfrm>
            <a:custGeom>
              <a:avLst/>
              <a:gdLst/>
              <a:ahLst/>
              <a:cxnLst/>
              <a:rect l="l" t="t" r="r" b="b"/>
              <a:pathLst>
                <a:path w="773" h="406" extrusionOk="0">
                  <a:moveTo>
                    <a:pt x="643" y="0"/>
                  </a:moveTo>
                  <a:cubicBezTo>
                    <a:pt x="628" y="0"/>
                    <a:pt x="613" y="3"/>
                    <a:pt x="599" y="10"/>
                  </a:cubicBezTo>
                  <a:lnTo>
                    <a:pt x="93" y="183"/>
                  </a:lnTo>
                  <a:cubicBezTo>
                    <a:pt x="39" y="209"/>
                    <a:pt x="0" y="276"/>
                    <a:pt x="26" y="330"/>
                  </a:cubicBezTo>
                  <a:cubicBezTo>
                    <a:pt x="46" y="373"/>
                    <a:pt x="91" y="406"/>
                    <a:pt x="136" y="406"/>
                  </a:cubicBezTo>
                  <a:cubicBezTo>
                    <a:pt x="149" y="406"/>
                    <a:pt x="161" y="403"/>
                    <a:pt x="173" y="398"/>
                  </a:cubicBezTo>
                  <a:lnTo>
                    <a:pt x="679" y="225"/>
                  </a:lnTo>
                  <a:cubicBezTo>
                    <a:pt x="734" y="196"/>
                    <a:pt x="772" y="129"/>
                    <a:pt x="747" y="77"/>
                  </a:cubicBezTo>
                  <a:cubicBezTo>
                    <a:pt x="728" y="27"/>
                    <a:pt x="685" y="0"/>
                    <a:pt x="6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1" name="Google Shape;3041;p20"/>
            <p:cNvSpPr/>
            <p:nvPr/>
          </p:nvSpPr>
          <p:spPr>
            <a:xfrm>
              <a:off x="3569654" y="3993000"/>
              <a:ext cx="60975" cy="33085"/>
            </a:xfrm>
            <a:custGeom>
              <a:avLst/>
              <a:gdLst/>
              <a:ahLst/>
              <a:cxnLst/>
              <a:rect l="l" t="t" r="r" b="b"/>
              <a:pathLst>
                <a:path w="763" h="414" extrusionOk="0">
                  <a:moveTo>
                    <a:pt x="631" y="1"/>
                  </a:moveTo>
                  <a:cubicBezTo>
                    <a:pt x="621" y="1"/>
                    <a:pt x="612" y="2"/>
                    <a:pt x="602" y="4"/>
                  </a:cubicBezTo>
                  <a:lnTo>
                    <a:pt x="96" y="193"/>
                  </a:lnTo>
                  <a:cubicBezTo>
                    <a:pt x="42" y="206"/>
                    <a:pt x="0" y="273"/>
                    <a:pt x="29" y="337"/>
                  </a:cubicBezTo>
                  <a:cubicBezTo>
                    <a:pt x="39" y="379"/>
                    <a:pt x="82" y="414"/>
                    <a:pt x="131" y="414"/>
                  </a:cubicBezTo>
                  <a:cubicBezTo>
                    <a:pt x="146" y="414"/>
                    <a:pt x="161" y="411"/>
                    <a:pt x="176" y="404"/>
                  </a:cubicBezTo>
                  <a:lnTo>
                    <a:pt x="682" y="219"/>
                  </a:lnTo>
                  <a:cubicBezTo>
                    <a:pt x="737" y="206"/>
                    <a:pt x="763" y="139"/>
                    <a:pt x="750" y="71"/>
                  </a:cubicBezTo>
                  <a:cubicBezTo>
                    <a:pt x="726" y="26"/>
                    <a:pt x="678" y="1"/>
                    <a:pt x="6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2" name="Google Shape;3042;p20"/>
            <p:cNvSpPr/>
            <p:nvPr/>
          </p:nvSpPr>
          <p:spPr>
            <a:xfrm>
              <a:off x="3844798" y="3949527"/>
              <a:ext cx="195472" cy="291370"/>
            </a:xfrm>
            <a:custGeom>
              <a:avLst/>
              <a:gdLst/>
              <a:ahLst/>
              <a:cxnLst/>
              <a:rect l="l" t="t" r="r" b="b"/>
              <a:pathLst>
                <a:path w="2446" h="3646" extrusionOk="0">
                  <a:moveTo>
                    <a:pt x="882" y="0"/>
                  </a:moveTo>
                  <a:lnTo>
                    <a:pt x="882" y="0"/>
                  </a:lnTo>
                  <a:cubicBezTo>
                    <a:pt x="962" y="843"/>
                    <a:pt x="869" y="2002"/>
                    <a:pt x="1" y="2790"/>
                  </a:cubicBezTo>
                  <a:lnTo>
                    <a:pt x="1084" y="3511"/>
                  </a:lnTo>
                  <a:cubicBezTo>
                    <a:pt x="1223" y="3601"/>
                    <a:pt x="1380" y="3646"/>
                    <a:pt x="1540" y="3646"/>
                  </a:cubicBezTo>
                  <a:cubicBezTo>
                    <a:pt x="1642" y="3646"/>
                    <a:pt x="1744" y="3628"/>
                    <a:pt x="1843" y="3591"/>
                  </a:cubicBezTo>
                  <a:lnTo>
                    <a:pt x="1859" y="3591"/>
                  </a:lnTo>
                  <a:cubicBezTo>
                    <a:pt x="2231" y="3460"/>
                    <a:pt x="2445" y="3124"/>
                    <a:pt x="2432" y="2778"/>
                  </a:cubicBezTo>
                  <a:lnTo>
                    <a:pt x="2432" y="2710"/>
                  </a:lnTo>
                  <a:cubicBezTo>
                    <a:pt x="2432" y="2659"/>
                    <a:pt x="2420" y="2605"/>
                    <a:pt x="2404" y="2550"/>
                  </a:cubicBezTo>
                  <a:lnTo>
                    <a:pt x="2404" y="2537"/>
                  </a:lnTo>
                  <a:cubicBezTo>
                    <a:pt x="2404" y="2525"/>
                    <a:pt x="2391" y="2512"/>
                    <a:pt x="2391" y="2499"/>
                  </a:cubicBezTo>
                  <a:lnTo>
                    <a:pt x="2378" y="2483"/>
                  </a:lnTo>
                  <a:cubicBezTo>
                    <a:pt x="2378" y="2470"/>
                    <a:pt x="2378" y="2457"/>
                    <a:pt x="2365" y="2444"/>
                  </a:cubicBezTo>
                  <a:lnTo>
                    <a:pt x="2365" y="2432"/>
                  </a:lnTo>
                  <a:cubicBezTo>
                    <a:pt x="2352" y="2419"/>
                    <a:pt x="2352" y="2403"/>
                    <a:pt x="2352" y="2390"/>
                  </a:cubicBezTo>
                  <a:cubicBezTo>
                    <a:pt x="2340" y="2390"/>
                    <a:pt x="2340" y="2377"/>
                    <a:pt x="2340" y="2377"/>
                  </a:cubicBezTo>
                  <a:cubicBezTo>
                    <a:pt x="2324" y="2364"/>
                    <a:pt x="2324" y="2339"/>
                    <a:pt x="2311" y="2323"/>
                  </a:cubicBezTo>
                  <a:lnTo>
                    <a:pt x="2243" y="2217"/>
                  </a:lnTo>
                  <a:lnTo>
                    <a:pt x="882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3" name="Google Shape;3043;p20"/>
            <p:cNvSpPr/>
            <p:nvPr/>
          </p:nvSpPr>
          <p:spPr>
            <a:xfrm>
              <a:off x="3310573" y="4162977"/>
              <a:ext cx="196431" cy="277225"/>
            </a:xfrm>
            <a:custGeom>
              <a:avLst/>
              <a:gdLst/>
              <a:ahLst/>
              <a:cxnLst/>
              <a:rect l="l" t="t" r="r" b="b"/>
              <a:pathLst>
                <a:path w="2458" h="3469" extrusionOk="0">
                  <a:moveTo>
                    <a:pt x="0" y="1"/>
                  </a:moveTo>
                  <a:lnTo>
                    <a:pt x="346" y="2589"/>
                  </a:lnTo>
                  <a:lnTo>
                    <a:pt x="359" y="2724"/>
                  </a:lnTo>
                  <a:cubicBezTo>
                    <a:pt x="359" y="2737"/>
                    <a:pt x="375" y="2750"/>
                    <a:pt x="375" y="2775"/>
                  </a:cubicBezTo>
                  <a:lnTo>
                    <a:pt x="375" y="2791"/>
                  </a:lnTo>
                  <a:cubicBezTo>
                    <a:pt x="375" y="2804"/>
                    <a:pt x="388" y="2817"/>
                    <a:pt x="388" y="2830"/>
                  </a:cubicBezTo>
                  <a:lnTo>
                    <a:pt x="388" y="2842"/>
                  </a:lnTo>
                  <a:cubicBezTo>
                    <a:pt x="401" y="2855"/>
                    <a:pt x="401" y="2871"/>
                    <a:pt x="401" y="2884"/>
                  </a:cubicBezTo>
                  <a:lnTo>
                    <a:pt x="413" y="2897"/>
                  </a:lnTo>
                  <a:cubicBezTo>
                    <a:pt x="413" y="2910"/>
                    <a:pt x="413" y="2923"/>
                    <a:pt x="426" y="2935"/>
                  </a:cubicBezTo>
                  <a:lnTo>
                    <a:pt x="426" y="2951"/>
                  </a:lnTo>
                  <a:cubicBezTo>
                    <a:pt x="455" y="3003"/>
                    <a:pt x="481" y="3057"/>
                    <a:pt x="506" y="3096"/>
                  </a:cubicBezTo>
                  <a:cubicBezTo>
                    <a:pt x="519" y="3112"/>
                    <a:pt x="535" y="3124"/>
                    <a:pt x="548" y="3137"/>
                  </a:cubicBezTo>
                  <a:cubicBezTo>
                    <a:pt x="703" y="3342"/>
                    <a:pt x="953" y="3469"/>
                    <a:pt x="1218" y="3469"/>
                  </a:cubicBezTo>
                  <a:cubicBezTo>
                    <a:pt x="1314" y="3469"/>
                    <a:pt x="1413" y="3452"/>
                    <a:pt x="1509" y="3416"/>
                  </a:cubicBezTo>
                  <a:lnTo>
                    <a:pt x="1522" y="3416"/>
                  </a:lnTo>
                  <a:cubicBezTo>
                    <a:pt x="1775" y="3323"/>
                    <a:pt x="1977" y="3124"/>
                    <a:pt x="2057" y="2855"/>
                  </a:cubicBezTo>
                  <a:lnTo>
                    <a:pt x="2457" y="1628"/>
                  </a:lnTo>
                  <a:cubicBezTo>
                    <a:pt x="1282" y="1561"/>
                    <a:pt x="481" y="722"/>
                    <a:pt x="0" y="1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4" name="Google Shape;3044;p20"/>
            <p:cNvSpPr/>
            <p:nvPr/>
          </p:nvSpPr>
          <p:spPr>
            <a:xfrm>
              <a:off x="3294431" y="3831255"/>
              <a:ext cx="744808" cy="582500"/>
            </a:xfrm>
            <a:custGeom>
              <a:avLst/>
              <a:gdLst/>
              <a:ahLst/>
              <a:cxnLst/>
              <a:rect l="l" t="t" r="r" b="b"/>
              <a:pathLst>
                <a:path w="9320" h="7289" extrusionOk="0">
                  <a:moveTo>
                    <a:pt x="5980" y="0"/>
                  </a:moveTo>
                  <a:cubicBezTo>
                    <a:pt x="5802" y="0"/>
                    <a:pt x="5622" y="30"/>
                    <a:pt x="5446" y="93"/>
                  </a:cubicBezTo>
                  <a:lnTo>
                    <a:pt x="3284" y="855"/>
                  </a:lnTo>
                  <a:lnTo>
                    <a:pt x="1122" y="1628"/>
                  </a:lnTo>
                  <a:cubicBezTo>
                    <a:pt x="430" y="1868"/>
                    <a:pt x="0" y="2576"/>
                    <a:pt x="96" y="3309"/>
                  </a:cubicBezTo>
                  <a:lnTo>
                    <a:pt x="561" y="6875"/>
                  </a:lnTo>
                  <a:cubicBezTo>
                    <a:pt x="590" y="7035"/>
                    <a:pt x="657" y="7182"/>
                    <a:pt x="750" y="7288"/>
                  </a:cubicBezTo>
                  <a:lnTo>
                    <a:pt x="295" y="3870"/>
                  </a:lnTo>
                  <a:cubicBezTo>
                    <a:pt x="202" y="3136"/>
                    <a:pt x="628" y="2428"/>
                    <a:pt x="1323" y="2188"/>
                  </a:cubicBezTo>
                  <a:lnTo>
                    <a:pt x="3486" y="1416"/>
                  </a:lnTo>
                  <a:lnTo>
                    <a:pt x="5648" y="654"/>
                  </a:lnTo>
                  <a:cubicBezTo>
                    <a:pt x="5824" y="591"/>
                    <a:pt x="6004" y="561"/>
                    <a:pt x="6181" y="561"/>
                  </a:cubicBezTo>
                  <a:cubicBezTo>
                    <a:pt x="6716" y="561"/>
                    <a:pt x="7225" y="835"/>
                    <a:pt x="7516" y="1307"/>
                  </a:cubicBezTo>
                  <a:lnTo>
                    <a:pt x="9319" y="4258"/>
                  </a:lnTo>
                  <a:cubicBezTo>
                    <a:pt x="9319" y="4097"/>
                    <a:pt x="9278" y="3950"/>
                    <a:pt x="9198" y="3803"/>
                  </a:cubicBezTo>
                  <a:lnTo>
                    <a:pt x="7317" y="747"/>
                  </a:lnTo>
                  <a:cubicBezTo>
                    <a:pt x="7026" y="275"/>
                    <a:pt x="6516" y="0"/>
                    <a:pt x="598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5" name="Google Shape;3045;p20"/>
            <p:cNvSpPr/>
            <p:nvPr/>
          </p:nvSpPr>
          <p:spPr>
            <a:xfrm>
              <a:off x="3338224" y="4063644"/>
              <a:ext cx="713801" cy="376480"/>
            </a:xfrm>
            <a:custGeom>
              <a:avLst/>
              <a:gdLst/>
              <a:ahLst/>
              <a:cxnLst/>
              <a:rect l="l" t="t" r="r" b="b"/>
              <a:pathLst>
                <a:path w="8932" h="4711" extrusionOk="0">
                  <a:moveTo>
                    <a:pt x="4914" y="1"/>
                  </a:moveTo>
                  <a:lnTo>
                    <a:pt x="3633" y="456"/>
                  </a:lnTo>
                  <a:lnTo>
                    <a:pt x="2630" y="802"/>
                  </a:lnTo>
                  <a:cubicBezTo>
                    <a:pt x="2457" y="869"/>
                    <a:pt x="2323" y="1016"/>
                    <a:pt x="2271" y="1189"/>
                  </a:cubicBezTo>
                  <a:lnTo>
                    <a:pt x="1509" y="3554"/>
                  </a:lnTo>
                  <a:cubicBezTo>
                    <a:pt x="1429" y="3807"/>
                    <a:pt x="1230" y="4005"/>
                    <a:pt x="974" y="4098"/>
                  </a:cubicBezTo>
                  <a:lnTo>
                    <a:pt x="961" y="4098"/>
                  </a:lnTo>
                  <a:cubicBezTo>
                    <a:pt x="865" y="4134"/>
                    <a:pt x="766" y="4151"/>
                    <a:pt x="670" y="4151"/>
                  </a:cubicBezTo>
                  <a:cubicBezTo>
                    <a:pt x="407" y="4151"/>
                    <a:pt x="157" y="4027"/>
                    <a:pt x="0" y="3832"/>
                  </a:cubicBezTo>
                  <a:lnTo>
                    <a:pt x="0" y="3832"/>
                  </a:lnTo>
                  <a:lnTo>
                    <a:pt x="13" y="3967"/>
                  </a:lnTo>
                  <a:cubicBezTo>
                    <a:pt x="78" y="4399"/>
                    <a:pt x="452" y="4711"/>
                    <a:pt x="870" y="4711"/>
                  </a:cubicBezTo>
                  <a:cubicBezTo>
                    <a:pt x="967" y="4711"/>
                    <a:pt x="1065" y="4694"/>
                    <a:pt x="1163" y="4659"/>
                  </a:cubicBezTo>
                  <a:lnTo>
                    <a:pt x="1176" y="4659"/>
                  </a:lnTo>
                  <a:cubicBezTo>
                    <a:pt x="1429" y="4566"/>
                    <a:pt x="1631" y="4367"/>
                    <a:pt x="1711" y="4114"/>
                  </a:cubicBezTo>
                  <a:lnTo>
                    <a:pt x="2550" y="1471"/>
                  </a:lnTo>
                  <a:lnTo>
                    <a:pt x="3832" y="1016"/>
                  </a:lnTo>
                  <a:lnTo>
                    <a:pt x="5100" y="562"/>
                  </a:lnTo>
                  <a:lnTo>
                    <a:pt x="7423" y="2083"/>
                  </a:lnTo>
                  <a:cubicBezTo>
                    <a:pt x="7562" y="2173"/>
                    <a:pt x="7719" y="2218"/>
                    <a:pt x="7879" y="2218"/>
                  </a:cubicBezTo>
                  <a:cubicBezTo>
                    <a:pt x="7981" y="2218"/>
                    <a:pt x="8083" y="2200"/>
                    <a:pt x="8182" y="2163"/>
                  </a:cubicBezTo>
                  <a:lnTo>
                    <a:pt x="8198" y="2163"/>
                  </a:lnTo>
                  <a:cubicBezTo>
                    <a:pt x="8717" y="1978"/>
                    <a:pt x="8932" y="1362"/>
                    <a:pt x="8650" y="895"/>
                  </a:cubicBezTo>
                  <a:lnTo>
                    <a:pt x="8582" y="789"/>
                  </a:lnTo>
                  <a:cubicBezTo>
                    <a:pt x="8582" y="1135"/>
                    <a:pt x="8371" y="1484"/>
                    <a:pt x="8009" y="1603"/>
                  </a:cubicBezTo>
                  <a:lnTo>
                    <a:pt x="7983" y="1616"/>
                  </a:lnTo>
                  <a:cubicBezTo>
                    <a:pt x="7890" y="1645"/>
                    <a:pt x="7793" y="1660"/>
                    <a:pt x="7696" y="1660"/>
                  </a:cubicBezTo>
                  <a:cubicBezTo>
                    <a:pt x="7530" y="1660"/>
                    <a:pt x="7365" y="1616"/>
                    <a:pt x="7221" y="1523"/>
                  </a:cubicBezTo>
                  <a:lnTo>
                    <a:pt x="49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6" name="Google Shape;3046;p20"/>
            <p:cNvSpPr/>
            <p:nvPr/>
          </p:nvSpPr>
          <p:spPr>
            <a:xfrm>
              <a:off x="3636942" y="4062765"/>
              <a:ext cx="155754" cy="83192"/>
            </a:xfrm>
            <a:custGeom>
              <a:avLst/>
              <a:gdLst/>
              <a:ahLst/>
              <a:cxnLst/>
              <a:rect l="l" t="t" r="r" b="b"/>
              <a:pathLst>
                <a:path w="1949" h="1041" extrusionOk="0">
                  <a:moveTo>
                    <a:pt x="985" y="1"/>
                  </a:moveTo>
                  <a:cubicBezTo>
                    <a:pt x="880" y="1"/>
                    <a:pt x="773" y="18"/>
                    <a:pt x="667" y="54"/>
                  </a:cubicBezTo>
                  <a:cubicBezTo>
                    <a:pt x="254" y="214"/>
                    <a:pt x="1" y="614"/>
                    <a:pt x="39" y="1040"/>
                  </a:cubicBezTo>
                  <a:lnTo>
                    <a:pt x="94" y="1027"/>
                  </a:lnTo>
                  <a:lnTo>
                    <a:pt x="1362" y="573"/>
                  </a:lnTo>
                  <a:lnTo>
                    <a:pt x="1948" y="960"/>
                  </a:lnTo>
                  <a:cubicBezTo>
                    <a:pt x="1948" y="854"/>
                    <a:pt x="1936" y="746"/>
                    <a:pt x="1897" y="640"/>
                  </a:cubicBezTo>
                  <a:cubicBezTo>
                    <a:pt x="1758" y="249"/>
                    <a:pt x="1386" y="1"/>
                    <a:pt x="985" y="1"/>
                  </a:cubicBezTo>
                  <a:close/>
                </a:path>
              </a:pathLst>
            </a:custGeom>
            <a:solidFill>
              <a:srgbClr val="A105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7" name="Google Shape;3047;p20"/>
            <p:cNvSpPr/>
            <p:nvPr/>
          </p:nvSpPr>
          <p:spPr>
            <a:xfrm>
              <a:off x="3651806" y="4037113"/>
              <a:ext cx="172856" cy="153597"/>
            </a:xfrm>
            <a:custGeom>
              <a:avLst/>
              <a:gdLst/>
              <a:ahLst/>
              <a:cxnLst/>
              <a:rect l="l" t="t" r="r" b="b"/>
              <a:pathLst>
                <a:path w="2163" h="1922" extrusionOk="0">
                  <a:moveTo>
                    <a:pt x="1087" y="0"/>
                  </a:moveTo>
                  <a:cubicBezTo>
                    <a:pt x="980" y="0"/>
                    <a:pt x="870" y="18"/>
                    <a:pt x="763" y="54"/>
                  </a:cubicBezTo>
                  <a:cubicBezTo>
                    <a:pt x="270" y="227"/>
                    <a:pt x="0" y="788"/>
                    <a:pt x="173" y="1281"/>
                  </a:cubicBezTo>
                  <a:cubicBezTo>
                    <a:pt x="323" y="1672"/>
                    <a:pt x="697" y="1922"/>
                    <a:pt x="1091" y="1922"/>
                  </a:cubicBezTo>
                  <a:cubicBezTo>
                    <a:pt x="1195" y="1922"/>
                    <a:pt x="1301" y="1904"/>
                    <a:pt x="1404" y="1867"/>
                  </a:cubicBezTo>
                  <a:cubicBezTo>
                    <a:pt x="1910" y="1694"/>
                    <a:pt x="2163" y="1134"/>
                    <a:pt x="1990" y="640"/>
                  </a:cubicBezTo>
                  <a:cubicBezTo>
                    <a:pt x="1854" y="242"/>
                    <a:pt x="1485" y="0"/>
                    <a:pt x="1087" y="0"/>
                  </a:cubicBezTo>
                  <a:close/>
                </a:path>
              </a:pathLst>
            </a:custGeom>
            <a:gradFill>
              <a:gsLst>
                <a:gs pos="0">
                  <a:srgbClr val="385DAB"/>
                </a:gs>
                <a:gs pos="100000">
                  <a:srgbClr val="1C2945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8" name="Google Shape;3048;p20"/>
            <p:cNvSpPr/>
            <p:nvPr/>
          </p:nvSpPr>
          <p:spPr>
            <a:xfrm>
              <a:off x="3680735" y="4061806"/>
              <a:ext cx="116276" cy="104129"/>
            </a:xfrm>
            <a:custGeom>
              <a:avLst/>
              <a:gdLst/>
              <a:ahLst/>
              <a:cxnLst/>
              <a:rect l="l" t="t" r="r" b="b"/>
              <a:pathLst>
                <a:path w="1455" h="1303" extrusionOk="0">
                  <a:moveTo>
                    <a:pt x="715" y="1"/>
                  </a:moveTo>
                  <a:cubicBezTo>
                    <a:pt x="645" y="1"/>
                    <a:pt x="575" y="12"/>
                    <a:pt x="507" y="37"/>
                  </a:cubicBezTo>
                  <a:cubicBezTo>
                    <a:pt x="173" y="159"/>
                    <a:pt x="0" y="533"/>
                    <a:pt x="119" y="866"/>
                  </a:cubicBezTo>
                  <a:cubicBezTo>
                    <a:pt x="216" y="1131"/>
                    <a:pt x="462" y="1303"/>
                    <a:pt x="726" y="1303"/>
                  </a:cubicBezTo>
                  <a:cubicBezTo>
                    <a:pt x="795" y="1303"/>
                    <a:pt x="864" y="1291"/>
                    <a:pt x="933" y="1267"/>
                  </a:cubicBezTo>
                  <a:cubicBezTo>
                    <a:pt x="1282" y="1145"/>
                    <a:pt x="1455" y="774"/>
                    <a:pt x="1333" y="437"/>
                  </a:cubicBezTo>
                  <a:cubicBezTo>
                    <a:pt x="1239" y="173"/>
                    <a:pt x="983" y="1"/>
                    <a:pt x="71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9" name="Google Shape;3049;p20"/>
            <p:cNvSpPr/>
            <p:nvPr/>
          </p:nvSpPr>
          <p:spPr>
            <a:xfrm>
              <a:off x="3700953" y="4080266"/>
              <a:ext cx="75839" cy="66809"/>
            </a:xfrm>
            <a:custGeom>
              <a:avLst/>
              <a:gdLst/>
              <a:ahLst/>
              <a:cxnLst/>
              <a:rect l="l" t="t" r="r" b="b"/>
              <a:pathLst>
                <a:path w="949" h="836" extrusionOk="0">
                  <a:moveTo>
                    <a:pt x="464" y="1"/>
                  </a:moveTo>
                  <a:cubicBezTo>
                    <a:pt x="420" y="1"/>
                    <a:pt x="376" y="7"/>
                    <a:pt x="334" y="20"/>
                  </a:cubicBezTo>
                  <a:cubicBezTo>
                    <a:pt x="106" y="100"/>
                    <a:pt x="1" y="341"/>
                    <a:pt x="81" y="555"/>
                  </a:cubicBezTo>
                  <a:cubicBezTo>
                    <a:pt x="133" y="732"/>
                    <a:pt x="289" y="835"/>
                    <a:pt x="463" y="835"/>
                  </a:cubicBezTo>
                  <a:cubicBezTo>
                    <a:pt x="513" y="835"/>
                    <a:pt x="565" y="826"/>
                    <a:pt x="616" y="808"/>
                  </a:cubicBezTo>
                  <a:cubicBezTo>
                    <a:pt x="827" y="741"/>
                    <a:pt x="949" y="501"/>
                    <a:pt x="869" y="273"/>
                  </a:cubicBezTo>
                  <a:cubicBezTo>
                    <a:pt x="805" y="104"/>
                    <a:pt x="638" y="1"/>
                    <a:pt x="464" y="1"/>
                  </a:cubicBez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0" name="Google Shape;3050;p20"/>
            <p:cNvSpPr/>
            <p:nvPr/>
          </p:nvSpPr>
          <p:spPr>
            <a:xfrm>
              <a:off x="3325357" y="3986927"/>
              <a:ext cx="172936" cy="153836"/>
            </a:xfrm>
            <a:custGeom>
              <a:avLst/>
              <a:gdLst/>
              <a:ahLst/>
              <a:cxnLst/>
              <a:rect l="l" t="t" r="r" b="b"/>
              <a:pathLst>
                <a:path w="2164" h="1925" extrusionOk="0">
                  <a:moveTo>
                    <a:pt x="1087" y="0"/>
                  </a:moveTo>
                  <a:cubicBezTo>
                    <a:pt x="980" y="0"/>
                    <a:pt x="871" y="18"/>
                    <a:pt x="763" y="54"/>
                  </a:cubicBezTo>
                  <a:cubicBezTo>
                    <a:pt x="270" y="227"/>
                    <a:pt x="1" y="788"/>
                    <a:pt x="174" y="1281"/>
                  </a:cubicBezTo>
                  <a:cubicBezTo>
                    <a:pt x="323" y="1683"/>
                    <a:pt x="695" y="1925"/>
                    <a:pt x="1087" y="1925"/>
                  </a:cubicBezTo>
                  <a:cubicBezTo>
                    <a:pt x="1193" y="1925"/>
                    <a:pt x="1300" y="1907"/>
                    <a:pt x="1404" y="1871"/>
                  </a:cubicBezTo>
                  <a:cubicBezTo>
                    <a:pt x="1910" y="1695"/>
                    <a:pt x="2163" y="1134"/>
                    <a:pt x="1990" y="641"/>
                  </a:cubicBezTo>
                  <a:cubicBezTo>
                    <a:pt x="1854" y="242"/>
                    <a:pt x="1485" y="0"/>
                    <a:pt x="1087" y="0"/>
                  </a:cubicBezTo>
                  <a:close/>
                </a:path>
              </a:pathLst>
            </a:custGeom>
            <a:solidFill>
              <a:srgbClr val="A105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1" name="Google Shape;3051;p20"/>
            <p:cNvSpPr/>
            <p:nvPr/>
          </p:nvSpPr>
          <p:spPr>
            <a:xfrm>
              <a:off x="3502527" y="3896464"/>
              <a:ext cx="121711" cy="53863"/>
            </a:xfrm>
            <a:custGeom>
              <a:avLst/>
              <a:gdLst/>
              <a:ahLst/>
              <a:cxnLst/>
              <a:rect l="l" t="t" r="r" b="b"/>
              <a:pathLst>
                <a:path w="1523" h="674" extrusionOk="0">
                  <a:moveTo>
                    <a:pt x="1420" y="1"/>
                  </a:moveTo>
                  <a:cubicBezTo>
                    <a:pt x="1405" y="1"/>
                    <a:pt x="1390" y="4"/>
                    <a:pt x="1375" y="11"/>
                  </a:cubicBezTo>
                  <a:lnTo>
                    <a:pt x="94" y="478"/>
                  </a:lnTo>
                  <a:cubicBezTo>
                    <a:pt x="39" y="491"/>
                    <a:pt x="1" y="546"/>
                    <a:pt x="26" y="600"/>
                  </a:cubicBezTo>
                  <a:cubicBezTo>
                    <a:pt x="36" y="640"/>
                    <a:pt x="79" y="674"/>
                    <a:pt x="123" y="674"/>
                  </a:cubicBezTo>
                  <a:cubicBezTo>
                    <a:pt x="136" y="674"/>
                    <a:pt x="149" y="671"/>
                    <a:pt x="161" y="664"/>
                  </a:cubicBezTo>
                  <a:lnTo>
                    <a:pt x="1442" y="200"/>
                  </a:lnTo>
                  <a:cubicBezTo>
                    <a:pt x="1497" y="184"/>
                    <a:pt x="1522" y="120"/>
                    <a:pt x="1510" y="65"/>
                  </a:cubicBezTo>
                  <a:cubicBezTo>
                    <a:pt x="1500" y="25"/>
                    <a:pt x="1461" y="1"/>
                    <a:pt x="142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2" name="Google Shape;3052;p20"/>
            <p:cNvSpPr/>
            <p:nvPr/>
          </p:nvSpPr>
          <p:spPr>
            <a:xfrm>
              <a:off x="3401196" y="4137005"/>
              <a:ext cx="91742" cy="90064"/>
            </a:xfrm>
            <a:custGeom>
              <a:avLst/>
              <a:gdLst/>
              <a:ahLst/>
              <a:cxnLst/>
              <a:rect l="l" t="t" r="r" b="b"/>
              <a:pathLst>
                <a:path w="1148" h="1127" extrusionOk="0">
                  <a:moveTo>
                    <a:pt x="676" y="1"/>
                  </a:moveTo>
                  <a:cubicBezTo>
                    <a:pt x="643" y="1"/>
                    <a:pt x="612" y="15"/>
                    <a:pt x="602" y="44"/>
                  </a:cubicBezTo>
                  <a:lnTo>
                    <a:pt x="522" y="217"/>
                  </a:lnTo>
                  <a:cubicBezTo>
                    <a:pt x="502" y="247"/>
                    <a:pt x="469" y="269"/>
                    <a:pt x="437" y="269"/>
                  </a:cubicBezTo>
                  <a:cubicBezTo>
                    <a:pt x="424" y="269"/>
                    <a:pt x="412" y="266"/>
                    <a:pt x="401" y="259"/>
                  </a:cubicBezTo>
                  <a:lnTo>
                    <a:pt x="228" y="179"/>
                  </a:lnTo>
                  <a:cubicBezTo>
                    <a:pt x="217" y="175"/>
                    <a:pt x="206" y="174"/>
                    <a:pt x="195" y="174"/>
                  </a:cubicBezTo>
                  <a:cubicBezTo>
                    <a:pt x="163" y="174"/>
                    <a:pt x="132" y="188"/>
                    <a:pt x="122" y="217"/>
                  </a:cubicBezTo>
                  <a:lnTo>
                    <a:pt x="13" y="432"/>
                  </a:lnTo>
                  <a:cubicBezTo>
                    <a:pt x="0" y="473"/>
                    <a:pt x="13" y="525"/>
                    <a:pt x="55" y="537"/>
                  </a:cubicBezTo>
                  <a:lnTo>
                    <a:pt x="228" y="617"/>
                  </a:lnTo>
                  <a:cubicBezTo>
                    <a:pt x="266" y="646"/>
                    <a:pt x="295" y="698"/>
                    <a:pt x="266" y="739"/>
                  </a:cubicBezTo>
                  <a:lnTo>
                    <a:pt x="186" y="912"/>
                  </a:lnTo>
                  <a:cubicBezTo>
                    <a:pt x="173" y="954"/>
                    <a:pt x="186" y="1005"/>
                    <a:pt x="228" y="1018"/>
                  </a:cubicBezTo>
                  <a:lnTo>
                    <a:pt x="442" y="1114"/>
                  </a:lnTo>
                  <a:cubicBezTo>
                    <a:pt x="455" y="1122"/>
                    <a:pt x="469" y="1127"/>
                    <a:pt x="483" y="1127"/>
                  </a:cubicBezTo>
                  <a:cubicBezTo>
                    <a:pt x="512" y="1127"/>
                    <a:pt x="539" y="1109"/>
                    <a:pt x="548" y="1072"/>
                  </a:cubicBezTo>
                  <a:lnTo>
                    <a:pt x="628" y="912"/>
                  </a:lnTo>
                  <a:cubicBezTo>
                    <a:pt x="648" y="870"/>
                    <a:pt x="684" y="853"/>
                    <a:pt x="718" y="853"/>
                  </a:cubicBezTo>
                  <a:cubicBezTo>
                    <a:pt x="728" y="853"/>
                    <a:pt x="738" y="855"/>
                    <a:pt x="747" y="858"/>
                  </a:cubicBezTo>
                  <a:lnTo>
                    <a:pt x="923" y="938"/>
                  </a:lnTo>
                  <a:cubicBezTo>
                    <a:pt x="936" y="948"/>
                    <a:pt x="951" y="953"/>
                    <a:pt x="966" y="953"/>
                  </a:cubicBezTo>
                  <a:cubicBezTo>
                    <a:pt x="994" y="953"/>
                    <a:pt x="1020" y="935"/>
                    <a:pt x="1029" y="899"/>
                  </a:cubicBezTo>
                  <a:lnTo>
                    <a:pt x="1134" y="698"/>
                  </a:lnTo>
                  <a:cubicBezTo>
                    <a:pt x="1147" y="659"/>
                    <a:pt x="1134" y="605"/>
                    <a:pt x="1096" y="579"/>
                  </a:cubicBezTo>
                  <a:lnTo>
                    <a:pt x="923" y="499"/>
                  </a:lnTo>
                  <a:cubicBezTo>
                    <a:pt x="881" y="486"/>
                    <a:pt x="856" y="432"/>
                    <a:pt x="881" y="393"/>
                  </a:cubicBezTo>
                  <a:lnTo>
                    <a:pt x="961" y="217"/>
                  </a:lnTo>
                  <a:cubicBezTo>
                    <a:pt x="974" y="179"/>
                    <a:pt x="961" y="124"/>
                    <a:pt x="923" y="98"/>
                  </a:cubicBezTo>
                  <a:lnTo>
                    <a:pt x="708" y="6"/>
                  </a:lnTo>
                  <a:cubicBezTo>
                    <a:pt x="698" y="2"/>
                    <a:pt x="687" y="1"/>
                    <a:pt x="676" y="1"/>
                  </a:cubicBezTo>
                  <a:close/>
                </a:path>
              </a:pathLst>
            </a:custGeom>
            <a:solidFill>
              <a:srgbClr val="122B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3" name="Google Shape;3053;p20"/>
            <p:cNvSpPr/>
            <p:nvPr/>
          </p:nvSpPr>
          <p:spPr>
            <a:xfrm>
              <a:off x="3432122" y="4168251"/>
              <a:ext cx="30048" cy="27491"/>
            </a:xfrm>
            <a:custGeom>
              <a:avLst/>
              <a:gdLst/>
              <a:ahLst/>
              <a:cxnLst/>
              <a:rect l="l" t="t" r="r" b="b"/>
              <a:pathLst>
                <a:path w="376" h="344" extrusionOk="0">
                  <a:moveTo>
                    <a:pt x="195" y="1"/>
                  </a:moveTo>
                  <a:cubicBezTo>
                    <a:pt x="175" y="1"/>
                    <a:pt x="154" y="5"/>
                    <a:pt x="135" y="15"/>
                  </a:cubicBezTo>
                  <a:cubicBezTo>
                    <a:pt x="39" y="41"/>
                    <a:pt x="1" y="134"/>
                    <a:pt x="26" y="226"/>
                  </a:cubicBezTo>
                  <a:cubicBezTo>
                    <a:pt x="49" y="303"/>
                    <a:pt x="121" y="343"/>
                    <a:pt x="190" y="343"/>
                  </a:cubicBezTo>
                  <a:cubicBezTo>
                    <a:pt x="208" y="343"/>
                    <a:pt x="225" y="341"/>
                    <a:pt x="241" y="335"/>
                  </a:cubicBezTo>
                  <a:cubicBezTo>
                    <a:pt x="334" y="294"/>
                    <a:pt x="376" y="201"/>
                    <a:pt x="347" y="108"/>
                  </a:cubicBezTo>
                  <a:cubicBezTo>
                    <a:pt x="327" y="47"/>
                    <a:pt x="261" y="1"/>
                    <a:pt x="195" y="1"/>
                  </a:cubicBez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4" name="Google Shape;3054;p20"/>
            <p:cNvSpPr/>
            <p:nvPr/>
          </p:nvSpPr>
          <p:spPr>
            <a:xfrm>
              <a:off x="3336146" y="3964471"/>
              <a:ext cx="173895" cy="153836"/>
            </a:xfrm>
            <a:custGeom>
              <a:avLst/>
              <a:gdLst/>
              <a:ahLst/>
              <a:cxnLst/>
              <a:rect l="l" t="t" r="r" b="b"/>
              <a:pathLst>
                <a:path w="2176" h="1925" extrusionOk="0">
                  <a:moveTo>
                    <a:pt x="1076" y="1"/>
                  </a:moveTo>
                  <a:cubicBezTo>
                    <a:pt x="971" y="1"/>
                    <a:pt x="865" y="18"/>
                    <a:pt x="760" y="53"/>
                  </a:cubicBezTo>
                  <a:cubicBezTo>
                    <a:pt x="266" y="242"/>
                    <a:pt x="0" y="790"/>
                    <a:pt x="186" y="1284"/>
                  </a:cubicBezTo>
                  <a:cubicBezTo>
                    <a:pt x="323" y="1682"/>
                    <a:pt x="692" y="1924"/>
                    <a:pt x="1091" y="1924"/>
                  </a:cubicBezTo>
                  <a:cubicBezTo>
                    <a:pt x="1199" y="1924"/>
                    <a:pt x="1308" y="1907"/>
                    <a:pt x="1416" y="1870"/>
                  </a:cubicBezTo>
                  <a:cubicBezTo>
                    <a:pt x="1910" y="1697"/>
                    <a:pt x="2176" y="1149"/>
                    <a:pt x="1990" y="643"/>
                  </a:cubicBezTo>
                  <a:cubicBezTo>
                    <a:pt x="1853" y="251"/>
                    <a:pt x="1479" y="1"/>
                    <a:pt x="1076" y="1"/>
                  </a:cubicBezTo>
                  <a:close/>
                </a:path>
              </a:pathLst>
            </a:custGeom>
            <a:gradFill>
              <a:gsLst>
                <a:gs pos="0">
                  <a:srgbClr val="385DAB"/>
                </a:gs>
                <a:gs pos="100000">
                  <a:srgbClr val="1C2945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5" name="Google Shape;3055;p20"/>
            <p:cNvSpPr/>
            <p:nvPr/>
          </p:nvSpPr>
          <p:spPr>
            <a:xfrm>
              <a:off x="3364835" y="3990283"/>
              <a:ext cx="116516" cy="103250"/>
            </a:xfrm>
            <a:custGeom>
              <a:avLst/>
              <a:gdLst/>
              <a:ahLst/>
              <a:cxnLst/>
              <a:rect l="l" t="t" r="r" b="b"/>
              <a:pathLst>
                <a:path w="1458" h="1292" extrusionOk="0">
                  <a:moveTo>
                    <a:pt x="731" y="1"/>
                  </a:moveTo>
                  <a:cubicBezTo>
                    <a:pt x="658" y="1"/>
                    <a:pt x="584" y="13"/>
                    <a:pt x="510" y="38"/>
                  </a:cubicBezTo>
                  <a:cubicBezTo>
                    <a:pt x="176" y="160"/>
                    <a:pt x="0" y="519"/>
                    <a:pt x="122" y="868"/>
                  </a:cubicBezTo>
                  <a:cubicBezTo>
                    <a:pt x="215" y="1128"/>
                    <a:pt x="465" y="1291"/>
                    <a:pt x="729" y="1291"/>
                  </a:cubicBezTo>
                  <a:cubicBezTo>
                    <a:pt x="802" y="1291"/>
                    <a:pt x="876" y="1279"/>
                    <a:pt x="949" y="1252"/>
                  </a:cubicBezTo>
                  <a:cubicBezTo>
                    <a:pt x="1282" y="1134"/>
                    <a:pt x="1458" y="759"/>
                    <a:pt x="1336" y="426"/>
                  </a:cubicBezTo>
                  <a:cubicBezTo>
                    <a:pt x="1243" y="164"/>
                    <a:pt x="999" y="1"/>
                    <a:pt x="7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6" name="Google Shape;3056;p20"/>
            <p:cNvSpPr/>
            <p:nvPr/>
          </p:nvSpPr>
          <p:spPr>
            <a:xfrm>
              <a:off x="3385293" y="4008424"/>
              <a:ext cx="75600" cy="67049"/>
            </a:xfrm>
            <a:custGeom>
              <a:avLst/>
              <a:gdLst/>
              <a:ahLst/>
              <a:cxnLst/>
              <a:rect l="l" t="t" r="r" b="b"/>
              <a:pathLst>
                <a:path w="946" h="839" extrusionOk="0">
                  <a:moveTo>
                    <a:pt x="471" y="0"/>
                  </a:moveTo>
                  <a:cubicBezTo>
                    <a:pt x="425" y="0"/>
                    <a:pt x="379" y="9"/>
                    <a:pt x="334" y="26"/>
                  </a:cubicBezTo>
                  <a:cubicBezTo>
                    <a:pt x="119" y="106"/>
                    <a:pt x="1" y="333"/>
                    <a:pt x="81" y="561"/>
                  </a:cubicBezTo>
                  <a:cubicBezTo>
                    <a:pt x="144" y="727"/>
                    <a:pt x="307" y="838"/>
                    <a:pt x="477" y="838"/>
                  </a:cubicBezTo>
                  <a:cubicBezTo>
                    <a:pt x="522" y="838"/>
                    <a:pt x="568" y="831"/>
                    <a:pt x="612" y="814"/>
                  </a:cubicBezTo>
                  <a:cubicBezTo>
                    <a:pt x="827" y="734"/>
                    <a:pt x="946" y="493"/>
                    <a:pt x="866" y="279"/>
                  </a:cubicBezTo>
                  <a:cubicBezTo>
                    <a:pt x="803" y="110"/>
                    <a:pt x="640" y="0"/>
                    <a:pt x="471" y="0"/>
                  </a:cubicBez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57" name="Google Shape;3057;p20"/>
          <p:cNvGrpSpPr/>
          <p:nvPr/>
        </p:nvGrpSpPr>
        <p:grpSpPr>
          <a:xfrm>
            <a:off x="593104" y="593204"/>
            <a:ext cx="1129918" cy="278457"/>
            <a:chOff x="713231" y="815211"/>
            <a:chExt cx="894914" cy="220542"/>
          </a:xfrm>
        </p:grpSpPr>
        <p:sp>
          <p:nvSpPr>
            <p:cNvPr id="3058" name="Google Shape;3058;p20"/>
            <p:cNvSpPr/>
            <p:nvPr/>
          </p:nvSpPr>
          <p:spPr>
            <a:xfrm>
              <a:off x="1387603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9" name="Google Shape;3059;p20"/>
            <p:cNvSpPr/>
            <p:nvPr/>
          </p:nvSpPr>
          <p:spPr>
            <a:xfrm>
              <a:off x="713231" y="815211"/>
              <a:ext cx="222044" cy="220542"/>
            </a:xfrm>
            <a:custGeom>
              <a:avLst/>
              <a:gdLst/>
              <a:ahLst/>
              <a:cxnLst/>
              <a:rect l="l" t="t" r="r" b="b"/>
              <a:pathLst>
                <a:path w="1775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0" name="Google Shape;3060;p20"/>
            <p:cNvSpPr/>
            <p:nvPr/>
          </p:nvSpPr>
          <p:spPr>
            <a:xfrm>
              <a:off x="1050229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61" name="Google Shape;3061;p20"/>
          <p:cNvGrpSpPr/>
          <p:nvPr/>
        </p:nvGrpSpPr>
        <p:grpSpPr>
          <a:xfrm>
            <a:off x="7107181" y="1539125"/>
            <a:ext cx="1197217" cy="985790"/>
            <a:chOff x="1421488" y="3951845"/>
            <a:chExt cx="698697" cy="575308"/>
          </a:xfrm>
        </p:grpSpPr>
        <p:sp>
          <p:nvSpPr>
            <p:cNvPr id="3062" name="Google Shape;3062;p20"/>
            <p:cNvSpPr/>
            <p:nvPr/>
          </p:nvSpPr>
          <p:spPr>
            <a:xfrm>
              <a:off x="1431956" y="3951845"/>
              <a:ext cx="668009" cy="575308"/>
            </a:xfrm>
            <a:custGeom>
              <a:avLst/>
              <a:gdLst/>
              <a:ahLst/>
              <a:cxnLst/>
              <a:rect l="l" t="t" r="r" b="b"/>
              <a:pathLst>
                <a:path w="8359" h="7199" extrusionOk="0">
                  <a:moveTo>
                    <a:pt x="5286" y="0"/>
                  </a:moveTo>
                  <a:cubicBezTo>
                    <a:pt x="5286" y="0"/>
                    <a:pt x="1" y="2508"/>
                    <a:pt x="696" y="4873"/>
                  </a:cubicBezTo>
                  <a:cubicBezTo>
                    <a:pt x="898" y="5526"/>
                    <a:pt x="1070" y="5818"/>
                    <a:pt x="1163" y="5927"/>
                  </a:cubicBezTo>
                  <a:cubicBezTo>
                    <a:pt x="1202" y="5978"/>
                    <a:pt x="1243" y="6032"/>
                    <a:pt x="1269" y="6087"/>
                  </a:cubicBezTo>
                  <a:cubicBezTo>
                    <a:pt x="1349" y="6205"/>
                    <a:pt x="1564" y="6474"/>
                    <a:pt x="2124" y="6888"/>
                  </a:cubicBezTo>
                  <a:cubicBezTo>
                    <a:pt x="2421" y="7106"/>
                    <a:pt x="2766" y="7198"/>
                    <a:pt x="3138" y="7198"/>
                  </a:cubicBezTo>
                  <a:cubicBezTo>
                    <a:pt x="5251" y="7198"/>
                    <a:pt x="8250" y="4216"/>
                    <a:pt x="8250" y="4216"/>
                  </a:cubicBezTo>
                  <a:lnTo>
                    <a:pt x="8359" y="3271"/>
                  </a:lnTo>
                  <a:lnTo>
                    <a:pt x="7638" y="1509"/>
                  </a:lnTo>
                  <a:lnTo>
                    <a:pt x="6222" y="227"/>
                  </a:lnTo>
                  <a:lnTo>
                    <a:pt x="5286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50000">
                  <a:schemeClr val="accent2"/>
                </a:gs>
                <a:gs pos="100000">
                  <a:schemeClr val="lt1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3" name="Google Shape;3063;p20"/>
            <p:cNvSpPr/>
            <p:nvPr/>
          </p:nvSpPr>
          <p:spPr>
            <a:xfrm>
              <a:off x="1421488" y="3951845"/>
              <a:ext cx="698697" cy="541264"/>
            </a:xfrm>
            <a:custGeom>
              <a:avLst/>
              <a:gdLst/>
              <a:ahLst/>
              <a:cxnLst/>
              <a:rect l="l" t="t" r="r" b="b"/>
              <a:pathLst>
                <a:path w="8743" h="6773" extrusionOk="0">
                  <a:moveTo>
                    <a:pt x="6340" y="0"/>
                  </a:moveTo>
                  <a:cubicBezTo>
                    <a:pt x="3229" y="1374"/>
                    <a:pt x="0" y="3296"/>
                    <a:pt x="1720" y="5754"/>
                  </a:cubicBezTo>
                  <a:cubicBezTo>
                    <a:pt x="2229" y="6474"/>
                    <a:pt x="2840" y="6773"/>
                    <a:pt x="3509" y="6773"/>
                  </a:cubicBezTo>
                  <a:cubicBezTo>
                    <a:pt x="5106" y="6773"/>
                    <a:pt x="7033" y="5071"/>
                    <a:pt x="8688" y="3351"/>
                  </a:cubicBezTo>
                  <a:cubicBezTo>
                    <a:pt x="8743" y="2854"/>
                    <a:pt x="8115" y="1253"/>
                    <a:pt x="8115" y="1253"/>
                  </a:cubicBezTo>
                  <a:cubicBezTo>
                    <a:pt x="8115" y="1253"/>
                    <a:pt x="6821" y="119"/>
                    <a:pt x="6340" y="0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35000">
                  <a:schemeClr val="accent5"/>
                </a:gs>
                <a:gs pos="49000">
                  <a:schemeClr val="accent4"/>
                </a:gs>
                <a:gs pos="73000">
                  <a:schemeClr val="accent5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4" name="Google Shape;3064;p20"/>
            <p:cNvSpPr/>
            <p:nvPr/>
          </p:nvSpPr>
          <p:spPr>
            <a:xfrm>
              <a:off x="1522818" y="3983810"/>
              <a:ext cx="582500" cy="464945"/>
            </a:xfrm>
            <a:custGeom>
              <a:avLst/>
              <a:gdLst/>
              <a:ahLst/>
              <a:cxnLst/>
              <a:rect l="l" t="t" r="r" b="b"/>
              <a:pathLst>
                <a:path w="7289" h="5818" extrusionOk="0">
                  <a:moveTo>
                    <a:pt x="5780" y="0"/>
                  </a:moveTo>
                  <a:cubicBezTo>
                    <a:pt x="5498" y="427"/>
                    <a:pt x="4777" y="1429"/>
                    <a:pt x="4018" y="2121"/>
                  </a:cubicBezTo>
                  <a:cubicBezTo>
                    <a:pt x="3015" y="3015"/>
                    <a:pt x="1535" y="3323"/>
                    <a:pt x="1055" y="3470"/>
                  </a:cubicBezTo>
                  <a:cubicBezTo>
                    <a:pt x="574" y="3617"/>
                    <a:pt x="1" y="4165"/>
                    <a:pt x="706" y="5165"/>
                  </a:cubicBezTo>
                  <a:cubicBezTo>
                    <a:pt x="1041" y="5649"/>
                    <a:pt x="1383" y="5818"/>
                    <a:pt x="1680" y="5818"/>
                  </a:cubicBezTo>
                  <a:cubicBezTo>
                    <a:pt x="1998" y="5818"/>
                    <a:pt x="2264" y="5625"/>
                    <a:pt x="2416" y="5418"/>
                  </a:cubicBezTo>
                  <a:cubicBezTo>
                    <a:pt x="2708" y="5017"/>
                    <a:pt x="3509" y="3723"/>
                    <a:pt x="4697" y="3082"/>
                  </a:cubicBezTo>
                  <a:cubicBezTo>
                    <a:pt x="5607" y="2589"/>
                    <a:pt x="6779" y="2269"/>
                    <a:pt x="7289" y="2134"/>
                  </a:cubicBezTo>
                  <a:cubicBezTo>
                    <a:pt x="7113" y="1535"/>
                    <a:pt x="6847" y="853"/>
                    <a:pt x="6847" y="853"/>
                  </a:cubicBezTo>
                  <a:cubicBezTo>
                    <a:pt x="6847" y="853"/>
                    <a:pt x="6299" y="372"/>
                    <a:pt x="5780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1000">
                  <a:schemeClr val="accent1"/>
                </a:gs>
                <a:gs pos="47000">
                  <a:schemeClr val="accent3"/>
                </a:gs>
                <a:gs pos="74000">
                  <a:schemeClr val="accent1"/>
                </a:gs>
                <a:gs pos="100000">
                  <a:schemeClr val="accent3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5" name="Google Shape;3065;p20"/>
            <p:cNvSpPr/>
            <p:nvPr/>
          </p:nvSpPr>
          <p:spPr>
            <a:xfrm>
              <a:off x="1731714" y="4057251"/>
              <a:ext cx="328850" cy="234870"/>
            </a:xfrm>
            <a:custGeom>
              <a:avLst/>
              <a:gdLst/>
              <a:ahLst/>
              <a:cxnLst/>
              <a:rect l="l" t="t" r="r" b="b"/>
              <a:pathLst>
                <a:path w="4115" h="2939" extrusionOk="0">
                  <a:moveTo>
                    <a:pt x="4047" y="1"/>
                  </a:moveTo>
                  <a:lnTo>
                    <a:pt x="1" y="2858"/>
                  </a:lnTo>
                  <a:lnTo>
                    <a:pt x="55" y="2939"/>
                  </a:lnTo>
                  <a:lnTo>
                    <a:pt x="4114" y="94"/>
                  </a:lnTo>
                  <a:lnTo>
                    <a:pt x="4047" y="1"/>
                  </a:lnTo>
                  <a:close/>
                </a:path>
              </a:pathLst>
            </a:custGeom>
            <a:solidFill>
              <a:srgbClr val="A105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6" name="Google Shape;3066;p20"/>
            <p:cNvSpPr/>
            <p:nvPr/>
          </p:nvSpPr>
          <p:spPr>
            <a:xfrm>
              <a:off x="1899133" y="4083782"/>
              <a:ext cx="115317" cy="93341"/>
            </a:xfrm>
            <a:custGeom>
              <a:avLst/>
              <a:gdLst/>
              <a:ahLst/>
              <a:cxnLst/>
              <a:rect l="l" t="t" r="r" b="b"/>
              <a:pathLst>
                <a:path w="1443" h="1168" extrusionOk="0">
                  <a:moveTo>
                    <a:pt x="1038" y="0"/>
                  </a:moveTo>
                  <a:cubicBezTo>
                    <a:pt x="963" y="0"/>
                    <a:pt x="886" y="22"/>
                    <a:pt x="818" y="69"/>
                  </a:cubicBezTo>
                  <a:lnTo>
                    <a:pt x="203" y="499"/>
                  </a:lnTo>
                  <a:cubicBezTo>
                    <a:pt x="43" y="617"/>
                    <a:pt x="1" y="845"/>
                    <a:pt x="123" y="1005"/>
                  </a:cubicBezTo>
                  <a:cubicBezTo>
                    <a:pt x="187" y="1111"/>
                    <a:pt x="303" y="1167"/>
                    <a:pt x="419" y="1167"/>
                  </a:cubicBezTo>
                  <a:cubicBezTo>
                    <a:pt x="493" y="1167"/>
                    <a:pt x="567" y="1145"/>
                    <a:pt x="629" y="1098"/>
                  </a:cubicBezTo>
                  <a:lnTo>
                    <a:pt x="1244" y="672"/>
                  </a:lnTo>
                  <a:cubicBezTo>
                    <a:pt x="1404" y="550"/>
                    <a:pt x="1443" y="322"/>
                    <a:pt x="1337" y="149"/>
                  </a:cubicBezTo>
                  <a:cubicBezTo>
                    <a:pt x="1265" y="53"/>
                    <a:pt x="1154" y="0"/>
                    <a:pt x="1038" y="0"/>
                  </a:cubicBezTo>
                  <a:close/>
                </a:path>
              </a:pathLst>
            </a:custGeom>
            <a:solidFill>
              <a:srgbClr val="A105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7" name="Google Shape;3067;p20"/>
            <p:cNvSpPr/>
            <p:nvPr/>
          </p:nvSpPr>
          <p:spPr>
            <a:xfrm>
              <a:off x="1776545" y="4247206"/>
              <a:ext cx="312707" cy="232553"/>
            </a:xfrm>
            <a:custGeom>
              <a:avLst/>
              <a:gdLst/>
              <a:ahLst/>
              <a:cxnLst/>
              <a:rect l="l" t="t" r="r" b="b"/>
              <a:pathLst>
                <a:path w="3913" h="2910" extrusionOk="0">
                  <a:moveTo>
                    <a:pt x="3912" y="1"/>
                  </a:moveTo>
                  <a:lnTo>
                    <a:pt x="3912" y="1"/>
                  </a:lnTo>
                  <a:cubicBezTo>
                    <a:pt x="2711" y="241"/>
                    <a:pt x="455" y="936"/>
                    <a:pt x="0" y="2910"/>
                  </a:cubicBezTo>
                  <a:cubicBezTo>
                    <a:pt x="1269" y="2471"/>
                    <a:pt x="2656" y="1282"/>
                    <a:pt x="39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8" name="Google Shape;3068;p20"/>
            <p:cNvSpPr/>
            <p:nvPr/>
          </p:nvSpPr>
          <p:spPr>
            <a:xfrm>
              <a:off x="1568689" y="3967668"/>
              <a:ext cx="324135" cy="216330"/>
            </a:xfrm>
            <a:custGeom>
              <a:avLst/>
              <a:gdLst/>
              <a:ahLst/>
              <a:cxnLst/>
              <a:rect l="l" t="t" r="r" b="b"/>
              <a:pathLst>
                <a:path w="4056" h="2707" extrusionOk="0">
                  <a:moveTo>
                    <a:pt x="4056" y="1"/>
                  </a:moveTo>
                  <a:lnTo>
                    <a:pt x="4056" y="1"/>
                  </a:lnTo>
                  <a:cubicBezTo>
                    <a:pt x="2428" y="750"/>
                    <a:pt x="827" y="1644"/>
                    <a:pt x="0" y="2685"/>
                  </a:cubicBezTo>
                  <a:cubicBezTo>
                    <a:pt x="118" y="2699"/>
                    <a:pt x="234" y="2706"/>
                    <a:pt x="349" y="2706"/>
                  </a:cubicBezTo>
                  <a:cubicBezTo>
                    <a:pt x="2168" y="2706"/>
                    <a:pt x="3468" y="980"/>
                    <a:pt x="405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69" name="Google Shape;3069;p20"/>
          <p:cNvGrpSpPr/>
          <p:nvPr/>
        </p:nvGrpSpPr>
        <p:grpSpPr>
          <a:xfrm>
            <a:off x="565293" y="3009776"/>
            <a:ext cx="212230" cy="1594227"/>
            <a:chOff x="425780" y="482769"/>
            <a:chExt cx="127819" cy="561525"/>
          </a:xfrm>
        </p:grpSpPr>
        <p:sp>
          <p:nvSpPr>
            <p:cNvPr id="3070" name="Google Shape;3070;p20"/>
            <p:cNvSpPr/>
            <p:nvPr/>
          </p:nvSpPr>
          <p:spPr>
            <a:xfrm>
              <a:off x="425780" y="482769"/>
              <a:ext cx="10474" cy="561525"/>
            </a:xfrm>
            <a:custGeom>
              <a:avLst/>
              <a:gdLst/>
              <a:ahLst/>
              <a:cxnLst/>
              <a:rect l="l" t="t" r="r" b="b"/>
              <a:pathLst>
                <a:path w="187" h="10025" extrusionOk="0">
                  <a:moveTo>
                    <a:pt x="1" y="0"/>
                  </a:moveTo>
                  <a:lnTo>
                    <a:pt x="1" y="10024"/>
                  </a:lnTo>
                  <a:lnTo>
                    <a:pt x="187" y="10024"/>
                  </a:lnTo>
                  <a:lnTo>
                    <a:pt x="187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1" name="Google Shape;3071;p20"/>
            <p:cNvSpPr/>
            <p:nvPr/>
          </p:nvSpPr>
          <p:spPr>
            <a:xfrm>
              <a:off x="445160" y="482769"/>
              <a:ext cx="10642" cy="561525"/>
            </a:xfrm>
            <a:custGeom>
              <a:avLst/>
              <a:gdLst/>
              <a:ahLst/>
              <a:cxnLst/>
              <a:rect l="l" t="t" r="r" b="b"/>
              <a:pathLst>
                <a:path w="190" h="10025" extrusionOk="0">
                  <a:moveTo>
                    <a:pt x="1" y="0"/>
                  </a:moveTo>
                  <a:lnTo>
                    <a:pt x="1" y="10024"/>
                  </a:lnTo>
                  <a:lnTo>
                    <a:pt x="190" y="10024"/>
                  </a:lnTo>
                  <a:lnTo>
                    <a:pt x="190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2" name="Google Shape;3072;p20"/>
            <p:cNvSpPr/>
            <p:nvPr/>
          </p:nvSpPr>
          <p:spPr>
            <a:xfrm>
              <a:off x="464708" y="482769"/>
              <a:ext cx="10474" cy="561525"/>
            </a:xfrm>
            <a:custGeom>
              <a:avLst/>
              <a:gdLst/>
              <a:ahLst/>
              <a:cxnLst/>
              <a:rect l="l" t="t" r="r" b="b"/>
              <a:pathLst>
                <a:path w="187" h="10025" extrusionOk="0">
                  <a:moveTo>
                    <a:pt x="1" y="0"/>
                  </a:moveTo>
                  <a:lnTo>
                    <a:pt x="1" y="10024"/>
                  </a:lnTo>
                  <a:lnTo>
                    <a:pt x="187" y="10024"/>
                  </a:lnTo>
                  <a:lnTo>
                    <a:pt x="187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3" name="Google Shape;3073;p20"/>
            <p:cNvSpPr/>
            <p:nvPr/>
          </p:nvSpPr>
          <p:spPr>
            <a:xfrm>
              <a:off x="484088" y="482769"/>
              <a:ext cx="10474" cy="561525"/>
            </a:xfrm>
            <a:custGeom>
              <a:avLst/>
              <a:gdLst/>
              <a:ahLst/>
              <a:cxnLst/>
              <a:rect l="l" t="t" r="r" b="b"/>
              <a:pathLst>
                <a:path w="187" h="10025" extrusionOk="0">
                  <a:moveTo>
                    <a:pt x="1" y="0"/>
                  </a:moveTo>
                  <a:lnTo>
                    <a:pt x="1" y="10024"/>
                  </a:lnTo>
                  <a:lnTo>
                    <a:pt x="187" y="10024"/>
                  </a:lnTo>
                  <a:lnTo>
                    <a:pt x="187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4" name="Google Shape;3074;p20"/>
            <p:cNvSpPr/>
            <p:nvPr/>
          </p:nvSpPr>
          <p:spPr>
            <a:xfrm>
              <a:off x="503468" y="482769"/>
              <a:ext cx="10642" cy="561525"/>
            </a:xfrm>
            <a:custGeom>
              <a:avLst/>
              <a:gdLst/>
              <a:ahLst/>
              <a:cxnLst/>
              <a:rect l="l" t="t" r="r" b="b"/>
              <a:pathLst>
                <a:path w="190" h="10025" extrusionOk="0">
                  <a:moveTo>
                    <a:pt x="1" y="0"/>
                  </a:moveTo>
                  <a:lnTo>
                    <a:pt x="1" y="10024"/>
                  </a:lnTo>
                  <a:lnTo>
                    <a:pt x="190" y="10024"/>
                  </a:lnTo>
                  <a:lnTo>
                    <a:pt x="190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5" name="Google Shape;3075;p20"/>
            <p:cNvSpPr/>
            <p:nvPr/>
          </p:nvSpPr>
          <p:spPr>
            <a:xfrm>
              <a:off x="523072" y="482769"/>
              <a:ext cx="11146" cy="561525"/>
            </a:xfrm>
            <a:custGeom>
              <a:avLst/>
              <a:gdLst/>
              <a:ahLst/>
              <a:cxnLst/>
              <a:rect l="l" t="t" r="r" b="b"/>
              <a:pathLst>
                <a:path w="199" h="10025" extrusionOk="0">
                  <a:moveTo>
                    <a:pt x="0" y="0"/>
                  </a:moveTo>
                  <a:lnTo>
                    <a:pt x="0" y="10024"/>
                  </a:lnTo>
                  <a:lnTo>
                    <a:pt x="199" y="10024"/>
                  </a:lnTo>
                  <a:lnTo>
                    <a:pt x="199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6" name="Google Shape;3076;p20"/>
            <p:cNvSpPr/>
            <p:nvPr/>
          </p:nvSpPr>
          <p:spPr>
            <a:xfrm>
              <a:off x="542452" y="482769"/>
              <a:ext cx="11146" cy="561525"/>
            </a:xfrm>
            <a:custGeom>
              <a:avLst/>
              <a:gdLst/>
              <a:ahLst/>
              <a:cxnLst/>
              <a:rect l="l" t="t" r="r" b="b"/>
              <a:pathLst>
                <a:path w="199" h="10025" extrusionOk="0">
                  <a:moveTo>
                    <a:pt x="0" y="0"/>
                  </a:moveTo>
                  <a:lnTo>
                    <a:pt x="0" y="10024"/>
                  </a:lnTo>
                  <a:lnTo>
                    <a:pt x="199" y="10024"/>
                  </a:lnTo>
                  <a:lnTo>
                    <a:pt x="199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chemeClr val="dk2"/>
            </a:gs>
            <a:gs pos="100000">
              <a:schemeClr val="lt1"/>
            </a:gs>
          </a:gsLst>
          <a:lin ang="13500032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rbitron"/>
              <a:buNone/>
              <a:defRPr sz="3200" b="1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3" r:id="rId3"/>
    <p:sldLayoutId id="2147483654" r:id="rId4"/>
    <p:sldLayoutId id="2147483655" r:id="rId5"/>
    <p:sldLayoutId id="2147483656" r:id="rId6"/>
    <p:sldLayoutId id="2147483658" r:id="rId7"/>
    <p:sldLayoutId id="2147483659" r:id="rId8"/>
    <p:sldLayoutId id="2147483664" r:id="rId9"/>
    <p:sldLayoutId id="2147483665" r:id="rId10"/>
    <p:sldLayoutId id="2147483666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87" name="Google Shape;3087;p24"/>
          <p:cNvGrpSpPr/>
          <p:nvPr/>
        </p:nvGrpSpPr>
        <p:grpSpPr>
          <a:xfrm>
            <a:off x="5340838" y="1367155"/>
            <a:ext cx="2648558" cy="1945391"/>
            <a:chOff x="296117" y="2376907"/>
            <a:chExt cx="715672" cy="525668"/>
          </a:xfrm>
        </p:grpSpPr>
        <p:sp>
          <p:nvSpPr>
            <p:cNvPr id="3088" name="Google Shape;3088;p24"/>
            <p:cNvSpPr/>
            <p:nvPr/>
          </p:nvSpPr>
          <p:spPr>
            <a:xfrm>
              <a:off x="476250" y="2376907"/>
              <a:ext cx="355343" cy="46378"/>
            </a:xfrm>
            <a:custGeom>
              <a:avLst/>
              <a:gdLst/>
              <a:ahLst/>
              <a:cxnLst/>
              <a:rect l="l" t="t" r="r" b="b"/>
              <a:pathLst>
                <a:path w="6344" h="828" extrusionOk="0">
                  <a:moveTo>
                    <a:pt x="3179" y="1"/>
                  </a:moveTo>
                  <a:cubicBezTo>
                    <a:pt x="2019" y="1"/>
                    <a:pt x="936" y="293"/>
                    <a:pt x="1" y="828"/>
                  </a:cubicBezTo>
                  <a:lnTo>
                    <a:pt x="6344" y="828"/>
                  </a:lnTo>
                  <a:cubicBezTo>
                    <a:pt x="5408" y="293"/>
                    <a:pt x="4326" y="1"/>
                    <a:pt x="3179" y="1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9" name="Google Shape;3089;p24"/>
            <p:cNvSpPr/>
            <p:nvPr/>
          </p:nvSpPr>
          <p:spPr>
            <a:xfrm>
              <a:off x="394081" y="2441881"/>
              <a:ext cx="520412" cy="47275"/>
            </a:xfrm>
            <a:custGeom>
              <a:avLst/>
              <a:gdLst/>
              <a:ahLst/>
              <a:cxnLst/>
              <a:rect l="l" t="t" r="r" b="b"/>
              <a:pathLst>
                <a:path w="9291" h="844" extrusionOk="0">
                  <a:moveTo>
                    <a:pt x="962" y="1"/>
                  </a:moveTo>
                  <a:cubicBezTo>
                    <a:pt x="616" y="241"/>
                    <a:pt x="295" y="523"/>
                    <a:pt x="1" y="843"/>
                  </a:cubicBezTo>
                  <a:lnTo>
                    <a:pt x="9291" y="843"/>
                  </a:lnTo>
                  <a:cubicBezTo>
                    <a:pt x="8996" y="523"/>
                    <a:pt x="8676" y="241"/>
                    <a:pt x="8317" y="1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0" name="Google Shape;3090;p24"/>
            <p:cNvSpPr/>
            <p:nvPr/>
          </p:nvSpPr>
          <p:spPr>
            <a:xfrm>
              <a:off x="353025" y="2507022"/>
              <a:ext cx="601854" cy="33608"/>
            </a:xfrm>
            <a:custGeom>
              <a:avLst/>
              <a:gdLst/>
              <a:ahLst/>
              <a:cxnLst/>
              <a:rect l="l" t="t" r="r" b="b"/>
              <a:pathLst>
                <a:path w="10745" h="600" extrusionOk="0">
                  <a:moveTo>
                    <a:pt x="439" y="1"/>
                  </a:moveTo>
                  <a:cubicBezTo>
                    <a:pt x="279" y="186"/>
                    <a:pt x="135" y="388"/>
                    <a:pt x="0" y="600"/>
                  </a:cubicBezTo>
                  <a:lnTo>
                    <a:pt x="10745" y="600"/>
                  </a:lnTo>
                  <a:cubicBezTo>
                    <a:pt x="10610" y="388"/>
                    <a:pt x="10466" y="186"/>
                    <a:pt x="10306" y="1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1" name="Google Shape;3091;p24"/>
            <p:cNvSpPr/>
            <p:nvPr/>
          </p:nvSpPr>
          <p:spPr>
            <a:xfrm>
              <a:off x="322330" y="2571995"/>
              <a:ext cx="663244" cy="27670"/>
            </a:xfrm>
            <a:custGeom>
              <a:avLst/>
              <a:gdLst/>
              <a:ahLst/>
              <a:cxnLst/>
              <a:rect l="l" t="t" r="r" b="b"/>
              <a:pathLst>
                <a:path w="11841" h="494" extrusionOk="0">
                  <a:moveTo>
                    <a:pt x="228" y="0"/>
                  </a:moveTo>
                  <a:cubicBezTo>
                    <a:pt x="148" y="160"/>
                    <a:pt x="68" y="333"/>
                    <a:pt x="0" y="494"/>
                  </a:cubicBezTo>
                  <a:lnTo>
                    <a:pt x="11841" y="494"/>
                  </a:lnTo>
                  <a:cubicBezTo>
                    <a:pt x="11773" y="333"/>
                    <a:pt x="11706" y="160"/>
                    <a:pt x="11613" y="0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2" name="Google Shape;3092;p24"/>
            <p:cNvSpPr/>
            <p:nvPr/>
          </p:nvSpPr>
          <p:spPr>
            <a:xfrm>
              <a:off x="303679" y="2637137"/>
              <a:ext cx="701276" cy="25318"/>
            </a:xfrm>
            <a:custGeom>
              <a:avLst/>
              <a:gdLst/>
              <a:ahLst/>
              <a:cxnLst/>
              <a:rect l="l" t="t" r="r" b="b"/>
              <a:pathLst>
                <a:path w="12520" h="452" extrusionOk="0">
                  <a:moveTo>
                    <a:pt x="106" y="0"/>
                  </a:moveTo>
                  <a:cubicBezTo>
                    <a:pt x="67" y="147"/>
                    <a:pt x="26" y="308"/>
                    <a:pt x="0" y="452"/>
                  </a:cubicBezTo>
                  <a:lnTo>
                    <a:pt x="12520" y="452"/>
                  </a:lnTo>
                  <a:cubicBezTo>
                    <a:pt x="12481" y="308"/>
                    <a:pt x="12452" y="147"/>
                    <a:pt x="12414" y="0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3" name="Google Shape;3093;p24"/>
            <p:cNvSpPr/>
            <p:nvPr/>
          </p:nvSpPr>
          <p:spPr>
            <a:xfrm>
              <a:off x="296117" y="2702054"/>
              <a:ext cx="715672" cy="21789"/>
            </a:xfrm>
            <a:custGeom>
              <a:avLst/>
              <a:gdLst/>
              <a:ahLst/>
              <a:cxnLst/>
              <a:rect l="l" t="t" r="r" b="b"/>
              <a:pathLst>
                <a:path w="12777" h="389" extrusionOk="0">
                  <a:moveTo>
                    <a:pt x="29" y="1"/>
                  </a:moveTo>
                  <a:cubicBezTo>
                    <a:pt x="13" y="135"/>
                    <a:pt x="13" y="270"/>
                    <a:pt x="1" y="388"/>
                  </a:cubicBezTo>
                  <a:lnTo>
                    <a:pt x="12776" y="388"/>
                  </a:lnTo>
                  <a:cubicBezTo>
                    <a:pt x="12776" y="270"/>
                    <a:pt x="12763" y="135"/>
                    <a:pt x="12763" y="1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4" name="Google Shape;3094;p24"/>
            <p:cNvSpPr/>
            <p:nvPr/>
          </p:nvSpPr>
          <p:spPr>
            <a:xfrm>
              <a:off x="297741" y="2767923"/>
              <a:ext cx="712423" cy="14227"/>
            </a:xfrm>
            <a:custGeom>
              <a:avLst/>
              <a:gdLst/>
              <a:ahLst/>
              <a:cxnLst/>
              <a:rect l="l" t="t" r="r" b="b"/>
              <a:pathLst>
                <a:path w="12719" h="254" extrusionOk="0">
                  <a:moveTo>
                    <a:pt x="0" y="1"/>
                  </a:moveTo>
                  <a:cubicBezTo>
                    <a:pt x="13" y="81"/>
                    <a:pt x="13" y="173"/>
                    <a:pt x="26" y="254"/>
                  </a:cubicBezTo>
                  <a:lnTo>
                    <a:pt x="12693" y="254"/>
                  </a:lnTo>
                  <a:cubicBezTo>
                    <a:pt x="12706" y="173"/>
                    <a:pt x="12718" y="81"/>
                    <a:pt x="12718" y="1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5" name="Google Shape;3095;p24"/>
            <p:cNvSpPr/>
            <p:nvPr/>
          </p:nvSpPr>
          <p:spPr>
            <a:xfrm>
              <a:off x="309560" y="2832897"/>
              <a:ext cx="688786" cy="12043"/>
            </a:xfrm>
            <a:custGeom>
              <a:avLst/>
              <a:gdLst/>
              <a:ahLst/>
              <a:cxnLst/>
              <a:rect l="l" t="t" r="r" b="b"/>
              <a:pathLst>
                <a:path w="12297" h="215" extrusionOk="0">
                  <a:moveTo>
                    <a:pt x="1" y="0"/>
                  </a:moveTo>
                  <a:cubicBezTo>
                    <a:pt x="30" y="67"/>
                    <a:pt x="55" y="148"/>
                    <a:pt x="68" y="215"/>
                  </a:cubicBezTo>
                  <a:lnTo>
                    <a:pt x="12229" y="215"/>
                  </a:lnTo>
                  <a:cubicBezTo>
                    <a:pt x="12254" y="148"/>
                    <a:pt x="12283" y="67"/>
                    <a:pt x="12296" y="0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6" name="Google Shape;3096;p24"/>
            <p:cNvSpPr/>
            <p:nvPr/>
          </p:nvSpPr>
          <p:spPr>
            <a:xfrm>
              <a:off x="335773" y="2898038"/>
              <a:ext cx="637086" cy="4537"/>
            </a:xfrm>
            <a:custGeom>
              <a:avLst/>
              <a:gdLst/>
              <a:ahLst/>
              <a:cxnLst/>
              <a:rect l="l" t="t" r="r" b="b"/>
              <a:pathLst>
                <a:path w="11374" h="81" extrusionOk="0">
                  <a:moveTo>
                    <a:pt x="1" y="0"/>
                  </a:moveTo>
                  <a:cubicBezTo>
                    <a:pt x="13" y="26"/>
                    <a:pt x="26" y="55"/>
                    <a:pt x="42" y="80"/>
                  </a:cubicBezTo>
                  <a:lnTo>
                    <a:pt x="11319" y="80"/>
                  </a:lnTo>
                  <a:cubicBezTo>
                    <a:pt x="11335" y="55"/>
                    <a:pt x="11360" y="26"/>
                    <a:pt x="11373" y="0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97" name="Google Shape;3097;p24"/>
          <p:cNvSpPr txBox="1">
            <a:spLocks noGrp="1"/>
          </p:cNvSpPr>
          <p:nvPr>
            <p:ph type="ctrTitle"/>
          </p:nvPr>
        </p:nvSpPr>
        <p:spPr>
          <a:xfrm>
            <a:off x="1204111" y="1899454"/>
            <a:ext cx="3447220" cy="85066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dirty="0">
                <a:sym typeface="Archivo ExtraBold"/>
              </a:rPr>
              <a:t>Session </a:t>
            </a:r>
            <a:r>
              <a:rPr lang="en" sz="4400" dirty="0">
                <a:solidFill>
                  <a:schemeClr val="accent4"/>
                </a:solidFill>
                <a:sym typeface="Archivo ExtraBold"/>
              </a:rPr>
              <a:t>10</a:t>
            </a:r>
            <a:endParaRPr sz="3200" dirty="0">
              <a:solidFill>
                <a:schemeClr val="accent4"/>
              </a:solidFill>
            </a:endParaRPr>
          </a:p>
        </p:txBody>
      </p:sp>
      <p:grpSp>
        <p:nvGrpSpPr>
          <p:cNvPr id="3151" name="Google Shape;3151;p24"/>
          <p:cNvGrpSpPr/>
          <p:nvPr/>
        </p:nvGrpSpPr>
        <p:grpSpPr>
          <a:xfrm>
            <a:off x="4571992" y="539504"/>
            <a:ext cx="1129918" cy="278457"/>
            <a:chOff x="713231" y="815211"/>
            <a:chExt cx="894914" cy="220542"/>
          </a:xfrm>
        </p:grpSpPr>
        <p:sp>
          <p:nvSpPr>
            <p:cNvPr id="3152" name="Google Shape;3152;p24"/>
            <p:cNvSpPr/>
            <p:nvPr/>
          </p:nvSpPr>
          <p:spPr>
            <a:xfrm>
              <a:off x="1387603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3" name="Google Shape;3153;p24"/>
            <p:cNvSpPr/>
            <p:nvPr/>
          </p:nvSpPr>
          <p:spPr>
            <a:xfrm>
              <a:off x="713231" y="815211"/>
              <a:ext cx="222044" cy="220542"/>
            </a:xfrm>
            <a:custGeom>
              <a:avLst/>
              <a:gdLst/>
              <a:ahLst/>
              <a:cxnLst/>
              <a:rect l="l" t="t" r="r" b="b"/>
              <a:pathLst>
                <a:path w="1775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4" name="Google Shape;3154;p24"/>
            <p:cNvSpPr/>
            <p:nvPr/>
          </p:nvSpPr>
          <p:spPr>
            <a:xfrm>
              <a:off x="1050229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76" name="Google Shape;3261;p28">
            <a:extLst>
              <a:ext uri="{FF2B5EF4-FFF2-40B4-BE49-F238E27FC236}">
                <a16:creationId xmlns:a16="http://schemas.microsoft.com/office/drawing/2014/main" id="{7156DCE4-49E2-5D53-BDC8-28E1DB92BC5A}"/>
              </a:ext>
            </a:extLst>
          </p:cNvPr>
          <p:cNvGrpSpPr/>
          <p:nvPr/>
        </p:nvGrpSpPr>
        <p:grpSpPr>
          <a:xfrm>
            <a:off x="5364473" y="1918854"/>
            <a:ext cx="2762209" cy="2879270"/>
            <a:chOff x="5364473" y="1918854"/>
            <a:chExt cx="2762209" cy="2879270"/>
          </a:xfrm>
        </p:grpSpPr>
        <p:grpSp>
          <p:nvGrpSpPr>
            <p:cNvPr id="3177" name="Google Shape;3262;p28">
              <a:extLst>
                <a:ext uri="{FF2B5EF4-FFF2-40B4-BE49-F238E27FC236}">
                  <a16:creationId xmlns:a16="http://schemas.microsoft.com/office/drawing/2014/main" id="{1735F785-AFDF-D82C-C9C9-C9EB6F2D4D83}"/>
                </a:ext>
              </a:extLst>
            </p:cNvPr>
            <p:cNvGrpSpPr/>
            <p:nvPr/>
          </p:nvGrpSpPr>
          <p:grpSpPr>
            <a:xfrm>
              <a:off x="7123237" y="2127277"/>
              <a:ext cx="1003444" cy="2670847"/>
              <a:chOff x="6041499" y="927782"/>
              <a:chExt cx="395899" cy="1053755"/>
            </a:xfrm>
          </p:grpSpPr>
          <p:sp>
            <p:nvSpPr>
              <p:cNvPr id="3238" name="Google Shape;3263;p28">
                <a:extLst>
                  <a:ext uri="{FF2B5EF4-FFF2-40B4-BE49-F238E27FC236}">
                    <a16:creationId xmlns:a16="http://schemas.microsoft.com/office/drawing/2014/main" id="{5063ECA8-987D-BC94-5590-5AAE950024CF}"/>
                  </a:ext>
                </a:extLst>
              </p:cNvPr>
              <p:cNvSpPr/>
              <p:nvPr/>
            </p:nvSpPr>
            <p:spPr>
              <a:xfrm>
                <a:off x="6324155" y="1217789"/>
                <a:ext cx="17182" cy="763748"/>
              </a:xfrm>
              <a:custGeom>
                <a:avLst/>
                <a:gdLst/>
                <a:ahLst/>
                <a:cxnLst/>
                <a:rect l="l" t="t" r="r" b="b"/>
                <a:pathLst>
                  <a:path w="215" h="9557" extrusionOk="0">
                    <a:moveTo>
                      <a:pt x="0" y="1"/>
                    </a:moveTo>
                    <a:lnTo>
                      <a:pt x="0" y="9557"/>
                    </a:lnTo>
                    <a:lnTo>
                      <a:pt x="215" y="9557"/>
                    </a:lnTo>
                    <a:lnTo>
                      <a:pt x="215" y="1"/>
                    </a:lnTo>
                    <a:close/>
                  </a:path>
                </a:pathLst>
              </a:custGeom>
              <a:solidFill>
                <a:srgbClr val="00C0D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9" name="Google Shape;3264;p28">
                <a:extLst>
                  <a:ext uri="{FF2B5EF4-FFF2-40B4-BE49-F238E27FC236}">
                    <a16:creationId xmlns:a16="http://schemas.microsoft.com/office/drawing/2014/main" id="{9C3E5847-D520-2845-7552-865E1210B73E}"/>
                  </a:ext>
                </a:extLst>
              </p:cNvPr>
              <p:cNvSpPr/>
              <p:nvPr/>
            </p:nvSpPr>
            <p:spPr>
              <a:xfrm>
                <a:off x="6313367" y="982043"/>
                <a:ext cx="124028" cy="267875"/>
              </a:xfrm>
              <a:custGeom>
                <a:avLst/>
                <a:gdLst/>
                <a:ahLst/>
                <a:cxnLst/>
                <a:rect l="l" t="t" r="r" b="b"/>
                <a:pathLst>
                  <a:path w="1552" h="3352" extrusionOk="0">
                    <a:moveTo>
                      <a:pt x="1" y="0"/>
                    </a:moveTo>
                    <a:lnTo>
                      <a:pt x="590" y="3351"/>
                    </a:lnTo>
                    <a:lnTo>
                      <a:pt x="1551" y="3351"/>
                    </a:lnTo>
                    <a:lnTo>
                      <a:pt x="590" y="0"/>
                    </a:lnTo>
                    <a:close/>
                  </a:path>
                </a:pathLst>
              </a:custGeom>
              <a:solidFill>
                <a:srgbClr val="FF247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0" name="Google Shape;3265;p28">
                <a:extLst>
                  <a:ext uri="{FF2B5EF4-FFF2-40B4-BE49-F238E27FC236}">
                    <a16:creationId xmlns:a16="http://schemas.microsoft.com/office/drawing/2014/main" id="{81E32D34-6D45-05DF-A6FF-825212F1E8A5}"/>
                  </a:ext>
                </a:extLst>
              </p:cNvPr>
              <p:cNvSpPr/>
              <p:nvPr/>
            </p:nvSpPr>
            <p:spPr>
              <a:xfrm>
                <a:off x="6068111" y="927782"/>
                <a:ext cx="369287" cy="406368"/>
              </a:xfrm>
              <a:custGeom>
                <a:avLst/>
                <a:gdLst/>
                <a:ahLst/>
                <a:cxnLst/>
                <a:rect l="l" t="t" r="r" b="b"/>
                <a:pathLst>
                  <a:path w="4621" h="5085" extrusionOk="0">
                    <a:moveTo>
                      <a:pt x="1" y="0"/>
                    </a:moveTo>
                    <a:lnTo>
                      <a:pt x="1788" y="5084"/>
                    </a:lnTo>
                    <a:lnTo>
                      <a:pt x="4620" y="5084"/>
                    </a:lnTo>
                    <a:lnTo>
                      <a:pt x="3099" y="0"/>
                    </a:lnTo>
                    <a:close/>
                  </a:path>
                </a:pathLst>
              </a:custGeom>
              <a:solidFill>
                <a:srgbClr val="00C0D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1" name="Google Shape;3266;p28">
                <a:extLst>
                  <a:ext uri="{FF2B5EF4-FFF2-40B4-BE49-F238E27FC236}">
                    <a16:creationId xmlns:a16="http://schemas.microsoft.com/office/drawing/2014/main" id="{B0B532E0-7B62-73B3-D9AD-916E7F906E8C}"/>
                  </a:ext>
                </a:extLst>
              </p:cNvPr>
              <p:cNvSpPr/>
              <p:nvPr/>
            </p:nvSpPr>
            <p:spPr>
              <a:xfrm>
                <a:off x="6041499" y="927782"/>
                <a:ext cx="368009" cy="406368"/>
              </a:xfrm>
              <a:custGeom>
                <a:avLst/>
                <a:gdLst/>
                <a:ahLst/>
                <a:cxnLst/>
                <a:rect l="l" t="t" r="r" b="b"/>
                <a:pathLst>
                  <a:path w="4605" h="5085" extrusionOk="0">
                    <a:moveTo>
                      <a:pt x="1" y="0"/>
                    </a:moveTo>
                    <a:lnTo>
                      <a:pt x="1775" y="5084"/>
                    </a:lnTo>
                    <a:lnTo>
                      <a:pt x="4604" y="5084"/>
                    </a:lnTo>
                    <a:lnTo>
                      <a:pt x="308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2" name="Google Shape;3267;p28">
                <a:extLst>
                  <a:ext uri="{FF2B5EF4-FFF2-40B4-BE49-F238E27FC236}">
                    <a16:creationId xmlns:a16="http://schemas.microsoft.com/office/drawing/2014/main" id="{8830E4FE-662D-736E-4F45-F2FE70018594}"/>
                  </a:ext>
                </a:extLst>
              </p:cNvPr>
              <p:cNvSpPr/>
              <p:nvPr/>
            </p:nvSpPr>
            <p:spPr>
              <a:xfrm>
                <a:off x="6041499" y="927782"/>
                <a:ext cx="368009" cy="406368"/>
              </a:xfrm>
              <a:custGeom>
                <a:avLst/>
                <a:gdLst/>
                <a:ahLst/>
                <a:cxnLst/>
                <a:rect l="l" t="t" r="r" b="b"/>
                <a:pathLst>
                  <a:path w="4605" h="5085" extrusionOk="0">
                    <a:moveTo>
                      <a:pt x="1" y="0"/>
                    </a:moveTo>
                    <a:lnTo>
                      <a:pt x="1775" y="5084"/>
                    </a:lnTo>
                    <a:lnTo>
                      <a:pt x="4604" y="5084"/>
                    </a:lnTo>
                    <a:lnTo>
                      <a:pt x="308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257175" dist="11430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178" name="Google Shape;3268;p28">
              <a:extLst>
                <a:ext uri="{FF2B5EF4-FFF2-40B4-BE49-F238E27FC236}">
                  <a16:creationId xmlns:a16="http://schemas.microsoft.com/office/drawing/2014/main" id="{DCBF111F-1DB7-C27B-F822-16DB2FE0C64B}"/>
                </a:ext>
              </a:extLst>
            </p:cNvPr>
            <p:cNvGrpSpPr/>
            <p:nvPr/>
          </p:nvGrpSpPr>
          <p:grpSpPr>
            <a:xfrm>
              <a:off x="5364473" y="2127277"/>
              <a:ext cx="1006078" cy="2670847"/>
              <a:chOff x="4234325" y="927782"/>
              <a:chExt cx="396937" cy="1053755"/>
            </a:xfrm>
          </p:grpSpPr>
          <p:sp>
            <p:nvSpPr>
              <p:cNvPr id="3233" name="Google Shape;3269;p28">
                <a:extLst>
                  <a:ext uri="{FF2B5EF4-FFF2-40B4-BE49-F238E27FC236}">
                    <a16:creationId xmlns:a16="http://schemas.microsoft.com/office/drawing/2014/main" id="{BEC12F10-56E8-3C9D-1F2B-24A9CBF9EB9D}"/>
                  </a:ext>
                </a:extLst>
              </p:cNvPr>
              <p:cNvSpPr/>
              <p:nvPr/>
            </p:nvSpPr>
            <p:spPr>
              <a:xfrm>
                <a:off x="4331661" y="1217789"/>
                <a:ext cx="15903" cy="763748"/>
              </a:xfrm>
              <a:custGeom>
                <a:avLst/>
                <a:gdLst/>
                <a:ahLst/>
                <a:cxnLst/>
                <a:rect l="l" t="t" r="r" b="b"/>
                <a:pathLst>
                  <a:path w="199" h="9557" extrusionOk="0">
                    <a:moveTo>
                      <a:pt x="0" y="1"/>
                    </a:moveTo>
                    <a:lnTo>
                      <a:pt x="0" y="9557"/>
                    </a:lnTo>
                    <a:lnTo>
                      <a:pt x="199" y="9557"/>
                    </a:lnTo>
                    <a:lnTo>
                      <a:pt x="199" y="1"/>
                    </a:lnTo>
                    <a:close/>
                  </a:path>
                </a:pathLst>
              </a:custGeom>
              <a:solidFill>
                <a:srgbClr val="00C0D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4" name="Google Shape;3270;p28">
                <a:extLst>
                  <a:ext uri="{FF2B5EF4-FFF2-40B4-BE49-F238E27FC236}">
                    <a16:creationId xmlns:a16="http://schemas.microsoft.com/office/drawing/2014/main" id="{8448991F-2C65-4035-D4B2-9F2B49E9CF93}"/>
                  </a:ext>
                </a:extLst>
              </p:cNvPr>
              <p:cNvSpPr/>
              <p:nvPr/>
            </p:nvSpPr>
            <p:spPr>
              <a:xfrm>
                <a:off x="4234325" y="982043"/>
                <a:ext cx="125067" cy="267875"/>
              </a:xfrm>
              <a:custGeom>
                <a:avLst/>
                <a:gdLst/>
                <a:ahLst/>
                <a:cxnLst/>
                <a:rect l="l" t="t" r="r" b="b"/>
                <a:pathLst>
                  <a:path w="1565" h="3352" extrusionOk="0">
                    <a:moveTo>
                      <a:pt x="978" y="0"/>
                    </a:moveTo>
                    <a:lnTo>
                      <a:pt x="1" y="3351"/>
                    </a:lnTo>
                    <a:lnTo>
                      <a:pt x="978" y="3351"/>
                    </a:lnTo>
                    <a:lnTo>
                      <a:pt x="1564" y="0"/>
                    </a:lnTo>
                    <a:close/>
                  </a:path>
                </a:pathLst>
              </a:custGeom>
              <a:solidFill>
                <a:srgbClr val="FF247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5" name="Google Shape;3271;p28">
                <a:extLst>
                  <a:ext uri="{FF2B5EF4-FFF2-40B4-BE49-F238E27FC236}">
                    <a16:creationId xmlns:a16="http://schemas.microsoft.com/office/drawing/2014/main" id="{562F5ACE-4F3D-89DF-958A-E4F67ECBD96E}"/>
                  </a:ext>
                </a:extLst>
              </p:cNvPr>
              <p:cNvSpPr/>
              <p:nvPr/>
            </p:nvSpPr>
            <p:spPr>
              <a:xfrm>
                <a:off x="4234325" y="927782"/>
                <a:ext cx="369287" cy="406368"/>
              </a:xfrm>
              <a:custGeom>
                <a:avLst/>
                <a:gdLst/>
                <a:ahLst/>
                <a:cxnLst/>
                <a:rect l="l" t="t" r="r" b="b"/>
                <a:pathLst>
                  <a:path w="4621" h="5085" extrusionOk="0">
                    <a:moveTo>
                      <a:pt x="1522" y="0"/>
                    </a:moveTo>
                    <a:lnTo>
                      <a:pt x="1" y="5084"/>
                    </a:lnTo>
                    <a:lnTo>
                      <a:pt x="2833" y="5084"/>
                    </a:lnTo>
                    <a:lnTo>
                      <a:pt x="4620" y="0"/>
                    </a:lnTo>
                    <a:close/>
                  </a:path>
                </a:pathLst>
              </a:custGeom>
              <a:solidFill>
                <a:srgbClr val="00C0D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6" name="Google Shape;3272;p28">
                <a:extLst>
                  <a:ext uri="{FF2B5EF4-FFF2-40B4-BE49-F238E27FC236}">
                    <a16:creationId xmlns:a16="http://schemas.microsoft.com/office/drawing/2014/main" id="{1E59F848-B73D-F1CC-AEE7-A90FCDCCB02C}"/>
                  </a:ext>
                </a:extLst>
              </p:cNvPr>
              <p:cNvSpPr/>
              <p:nvPr/>
            </p:nvSpPr>
            <p:spPr>
              <a:xfrm>
                <a:off x="4262215" y="927782"/>
                <a:ext cx="369047" cy="406368"/>
              </a:xfrm>
              <a:custGeom>
                <a:avLst/>
                <a:gdLst/>
                <a:ahLst/>
                <a:cxnLst/>
                <a:rect l="l" t="t" r="r" b="b"/>
                <a:pathLst>
                  <a:path w="4618" h="5085" extrusionOk="0">
                    <a:moveTo>
                      <a:pt x="1523" y="0"/>
                    </a:moveTo>
                    <a:lnTo>
                      <a:pt x="1" y="5084"/>
                    </a:lnTo>
                    <a:lnTo>
                      <a:pt x="2830" y="5084"/>
                    </a:lnTo>
                    <a:lnTo>
                      <a:pt x="461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7" name="Google Shape;3273;p28">
                <a:extLst>
                  <a:ext uri="{FF2B5EF4-FFF2-40B4-BE49-F238E27FC236}">
                    <a16:creationId xmlns:a16="http://schemas.microsoft.com/office/drawing/2014/main" id="{DE6D91BA-2E64-B200-02C3-298C6960689E}"/>
                  </a:ext>
                </a:extLst>
              </p:cNvPr>
              <p:cNvSpPr/>
              <p:nvPr/>
            </p:nvSpPr>
            <p:spPr>
              <a:xfrm>
                <a:off x="4262215" y="927782"/>
                <a:ext cx="369047" cy="406368"/>
              </a:xfrm>
              <a:custGeom>
                <a:avLst/>
                <a:gdLst/>
                <a:ahLst/>
                <a:cxnLst/>
                <a:rect l="l" t="t" r="r" b="b"/>
                <a:pathLst>
                  <a:path w="4618" h="5085" extrusionOk="0">
                    <a:moveTo>
                      <a:pt x="1523" y="0"/>
                    </a:moveTo>
                    <a:lnTo>
                      <a:pt x="1" y="5084"/>
                    </a:lnTo>
                    <a:lnTo>
                      <a:pt x="2830" y="5084"/>
                    </a:lnTo>
                    <a:lnTo>
                      <a:pt x="461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214313" dist="11430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179" name="Google Shape;3274;p28">
              <a:extLst>
                <a:ext uri="{FF2B5EF4-FFF2-40B4-BE49-F238E27FC236}">
                  <a16:creationId xmlns:a16="http://schemas.microsoft.com/office/drawing/2014/main" id="{A4E98383-FE3F-C29B-AFD6-A23F3AC7A289}"/>
                </a:ext>
              </a:extLst>
            </p:cNvPr>
            <p:cNvGrpSpPr/>
            <p:nvPr/>
          </p:nvGrpSpPr>
          <p:grpSpPr>
            <a:xfrm>
              <a:off x="5790231" y="1918854"/>
              <a:ext cx="1987851" cy="2879270"/>
              <a:chOff x="4950115" y="845551"/>
              <a:chExt cx="784286" cy="1135986"/>
            </a:xfrm>
          </p:grpSpPr>
          <p:sp>
            <p:nvSpPr>
              <p:cNvPr id="3180" name="Google Shape;3275;p28">
                <a:extLst>
                  <a:ext uri="{FF2B5EF4-FFF2-40B4-BE49-F238E27FC236}">
                    <a16:creationId xmlns:a16="http://schemas.microsoft.com/office/drawing/2014/main" id="{AD8ECDBA-E569-05F1-31CB-3F39891863EF}"/>
                  </a:ext>
                </a:extLst>
              </p:cNvPr>
              <p:cNvSpPr/>
              <p:nvPr/>
            </p:nvSpPr>
            <p:spPr>
              <a:xfrm>
                <a:off x="4951153" y="1212435"/>
                <a:ext cx="783247" cy="769102"/>
              </a:xfrm>
              <a:custGeom>
                <a:avLst/>
                <a:gdLst/>
                <a:ahLst/>
                <a:cxnLst/>
                <a:rect l="l" t="t" r="r" b="b"/>
                <a:pathLst>
                  <a:path w="9801" h="9624" extrusionOk="0">
                    <a:moveTo>
                      <a:pt x="2804" y="1"/>
                    </a:moveTo>
                    <a:lnTo>
                      <a:pt x="1176" y="1135"/>
                    </a:lnTo>
                    <a:cubicBezTo>
                      <a:pt x="430" y="1657"/>
                      <a:pt x="1" y="2509"/>
                      <a:pt x="1" y="3406"/>
                    </a:cubicBezTo>
                    <a:lnTo>
                      <a:pt x="1" y="7048"/>
                    </a:lnTo>
                    <a:lnTo>
                      <a:pt x="1618" y="6555"/>
                    </a:lnTo>
                    <a:lnTo>
                      <a:pt x="1618" y="9624"/>
                    </a:lnTo>
                    <a:lnTo>
                      <a:pt x="8170" y="9624"/>
                    </a:lnTo>
                    <a:lnTo>
                      <a:pt x="8170" y="6555"/>
                    </a:lnTo>
                    <a:lnTo>
                      <a:pt x="9800" y="7048"/>
                    </a:lnTo>
                    <a:lnTo>
                      <a:pt x="9800" y="3406"/>
                    </a:lnTo>
                    <a:cubicBezTo>
                      <a:pt x="9800" y="2509"/>
                      <a:pt x="9358" y="1657"/>
                      <a:pt x="8612" y="1135"/>
                    </a:cubicBezTo>
                    <a:lnTo>
                      <a:pt x="6984" y="1"/>
                    </a:lnTo>
                    <a:lnTo>
                      <a:pt x="4902" y="1682"/>
                    </a:lnTo>
                    <a:lnTo>
                      <a:pt x="280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4"/>
                  </a:gs>
                  <a:gs pos="35000">
                    <a:schemeClr val="accent5"/>
                  </a:gs>
                  <a:gs pos="49000">
                    <a:schemeClr val="accent4"/>
                  </a:gs>
                  <a:gs pos="73000">
                    <a:schemeClr val="accent5"/>
                  </a:gs>
                  <a:gs pos="100000">
                    <a:schemeClr val="accent4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1" name="Google Shape;3276;p28">
                <a:extLst>
                  <a:ext uri="{FF2B5EF4-FFF2-40B4-BE49-F238E27FC236}">
                    <a16:creationId xmlns:a16="http://schemas.microsoft.com/office/drawing/2014/main" id="{EEDD724C-8FDC-4332-B46D-7406DEBF2CE5}"/>
                  </a:ext>
                </a:extLst>
              </p:cNvPr>
              <p:cNvSpPr/>
              <p:nvPr/>
            </p:nvSpPr>
            <p:spPr>
              <a:xfrm>
                <a:off x="4951153" y="1278523"/>
                <a:ext cx="129382" cy="463187"/>
              </a:xfrm>
              <a:custGeom>
                <a:avLst/>
                <a:gdLst/>
                <a:ahLst/>
                <a:cxnLst/>
                <a:rect l="l" t="t" r="r" b="b"/>
                <a:pathLst>
                  <a:path w="1619" h="5796" extrusionOk="0">
                    <a:moveTo>
                      <a:pt x="1618" y="0"/>
                    </a:moveTo>
                    <a:lnTo>
                      <a:pt x="1176" y="308"/>
                    </a:lnTo>
                    <a:cubicBezTo>
                      <a:pt x="430" y="830"/>
                      <a:pt x="1" y="1682"/>
                      <a:pt x="1" y="2579"/>
                    </a:cubicBezTo>
                    <a:lnTo>
                      <a:pt x="1" y="5420"/>
                    </a:lnTo>
                    <a:lnTo>
                      <a:pt x="1417" y="5795"/>
                    </a:lnTo>
                    <a:lnTo>
                      <a:pt x="1618" y="5728"/>
                    </a:lnTo>
                    <a:lnTo>
                      <a:pt x="161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2" name="Google Shape;3277;p28">
                <a:extLst>
                  <a:ext uri="{FF2B5EF4-FFF2-40B4-BE49-F238E27FC236}">
                    <a16:creationId xmlns:a16="http://schemas.microsoft.com/office/drawing/2014/main" id="{905F87BD-BBB5-5484-C919-1B134D76D6F9}"/>
                  </a:ext>
                </a:extLst>
              </p:cNvPr>
              <p:cNvSpPr/>
              <p:nvPr/>
            </p:nvSpPr>
            <p:spPr>
              <a:xfrm>
                <a:off x="5154934" y="1212435"/>
                <a:ext cx="374642" cy="200507"/>
              </a:xfrm>
              <a:custGeom>
                <a:avLst/>
                <a:gdLst/>
                <a:ahLst/>
                <a:cxnLst/>
                <a:rect l="l" t="t" r="r" b="b"/>
                <a:pathLst>
                  <a:path w="4688" h="2509" extrusionOk="0">
                    <a:moveTo>
                      <a:pt x="254" y="1"/>
                    </a:moveTo>
                    <a:lnTo>
                      <a:pt x="1" y="174"/>
                    </a:lnTo>
                    <a:cubicBezTo>
                      <a:pt x="375" y="683"/>
                      <a:pt x="1189" y="1708"/>
                      <a:pt x="2352" y="2509"/>
                    </a:cubicBezTo>
                    <a:cubicBezTo>
                      <a:pt x="3499" y="1708"/>
                      <a:pt x="4313" y="683"/>
                      <a:pt x="4687" y="174"/>
                    </a:cubicBezTo>
                    <a:lnTo>
                      <a:pt x="4434" y="1"/>
                    </a:lnTo>
                    <a:lnTo>
                      <a:pt x="2352" y="1682"/>
                    </a:lnTo>
                    <a:lnTo>
                      <a:pt x="254" y="1"/>
                    </a:lnTo>
                    <a:close/>
                  </a:path>
                </a:pathLst>
              </a:custGeom>
              <a:solidFill>
                <a:srgbClr val="B60C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3" name="Google Shape;3278;p28">
                <a:extLst>
                  <a:ext uri="{FF2B5EF4-FFF2-40B4-BE49-F238E27FC236}">
                    <a16:creationId xmlns:a16="http://schemas.microsoft.com/office/drawing/2014/main" id="{3B00A1AD-13FF-8574-758C-8B7A84D47BCA}"/>
                  </a:ext>
                </a:extLst>
              </p:cNvPr>
              <p:cNvSpPr/>
              <p:nvPr/>
            </p:nvSpPr>
            <p:spPr>
              <a:xfrm>
                <a:off x="5225338" y="1183746"/>
                <a:ext cx="240224" cy="152398"/>
              </a:xfrm>
              <a:custGeom>
                <a:avLst/>
                <a:gdLst/>
                <a:ahLst/>
                <a:cxnLst/>
                <a:rect l="l" t="t" r="r" b="b"/>
                <a:pathLst>
                  <a:path w="3006" h="1907" extrusionOk="0">
                    <a:moveTo>
                      <a:pt x="1" y="1"/>
                    </a:moveTo>
                    <a:lnTo>
                      <a:pt x="1631" y="1907"/>
                    </a:lnTo>
                    <a:lnTo>
                      <a:pt x="2631" y="895"/>
                    </a:lnTo>
                    <a:lnTo>
                      <a:pt x="3006" y="1"/>
                    </a:lnTo>
                    <a:close/>
                  </a:path>
                </a:pathLst>
              </a:custGeom>
              <a:solidFill>
                <a:srgbClr val="A105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4" name="Google Shape;3279;p28">
                <a:extLst>
                  <a:ext uri="{FF2B5EF4-FFF2-40B4-BE49-F238E27FC236}">
                    <a16:creationId xmlns:a16="http://schemas.microsoft.com/office/drawing/2014/main" id="{412B97D8-BD3F-2A5A-581B-1A7C186EA532}"/>
                  </a:ext>
                </a:extLst>
              </p:cNvPr>
              <p:cNvSpPr/>
              <p:nvPr/>
            </p:nvSpPr>
            <p:spPr>
              <a:xfrm>
                <a:off x="5263777" y="1132601"/>
                <a:ext cx="157992" cy="180288"/>
              </a:xfrm>
              <a:custGeom>
                <a:avLst/>
                <a:gdLst/>
                <a:ahLst/>
                <a:cxnLst/>
                <a:rect l="l" t="t" r="r" b="b"/>
                <a:pathLst>
                  <a:path w="1977" h="2256" extrusionOk="0">
                    <a:moveTo>
                      <a:pt x="0" y="0"/>
                    </a:moveTo>
                    <a:lnTo>
                      <a:pt x="0" y="1173"/>
                    </a:lnTo>
                    <a:lnTo>
                      <a:pt x="990" y="2255"/>
                    </a:lnTo>
                    <a:lnTo>
                      <a:pt x="1977" y="1173"/>
                    </a:lnTo>
                    <a:lnTo>
                      <a:pt x="1977" y="0"/>
                    </a:lnTo>
                    <a:lnTo>
                      <a:pt x="990" y="93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C0D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5" name="Google Shape;3280;p28">
                <a:extLst>
                  <a:ext uri="{FF2B5EF4-FFF2-40B4-BE49-F238E27FC236}">
                    <a16:creationId xmlns:a16="http://schemas.microsoft.com/office/drawing/2014/main" id="{02AB42D1-42FE-0D18-976E-0A4CA4D0198D}"/>
                  </a:ext>
                </a:extLst>
              </p:cNvPr>
              <p:cNvSpPr/>
              <p:nvPr/>
            </p:nvSpPr>
            <p:spPr>
              <a:xfrm>
                <a:off x="5263777" y="1111024"/>
                <a:ext cx="119633" cy="147283"/>
              </a:xfrm>
              <a:custGeom>
                <a:avLst/>
                <a:gdLst/>
                <a:ahLst/>
                <a:cxnLst/>
                <a:rect l="l" t="t" r="r" b="b"/>
                <a:pathLst>
                  <a:path w="1497" h="1843" extrusionOk="0">
                    <a:moveTo>
                      <a:pt x="0" y="1"/>
                    </a:moveTo>
                    <a:lnTo>
                      <a:pt x="0" y="1443"/>
                    </a:lnTo>
                    <a:lnTo>
                      <a:pt x="362" y="1843"/>
                    </a:lnTo>
                    <a:cubicBezTo>
                      <a:pt x="1096" y="1712"/>
                      <a:pt x="1496" y="1257"/>
                      <a:pt x="1496" y="1257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A105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6" name="Google Shape;3281;p28">
                <a:extLst>
                  <a:ext uri="{FF2B5EF4-FFF2-40B4-BE49-F238E27FC236}">
                    <a16:creationId xmlns:a16="http://schemas.microsoft.com/office/drawing/2014/main" id="{254D5D23-FC8A-D98C-3628-34DBB18069FA}"/>
                  </a:ext>
                </a:extLst>
              </p:cNvPr>
              <p:cNvSpPr/>
              <p:nvPr/>
            </p:nvSpPr>
            <p:spPr>
              <a:xfrm>
                <a:off x="5445261" y="976689"/>
                <a:ext cx="43634" cy="112520"/>
              </a:xfrm>
              <a:custGeom>
                <a:avLst/>
                <a:gdLst/>
                <a:ahLst/>
                <a:cxnLst/>
                <a:rect l="l" t="t" r="r" b="b"/>
                <a:pathLst>
                  <a:path w="546" h="1408" extrusionOk="0">
                    <a:moveTo>
                      <a:pt x="106" y="0"/>
                    </a:moveTo>
                    <a:lnTo>
                      <a:pt x="1" y="1403"/>
                    </a:lnTo>
                    <a:cubicBezTo>
                      <a:pt x="1" y="1403"/>
                      <a:pt x="48" y="1408"/>
                      <a:pt x="110" y="1408"/>
                    </a:cubicBezTo>
                    <a:cubicBezTo>
                      <a:pt x="231" y="1408"/>
                      <a:pt x="410" y="1391"/>
                      <a:pt x="427" y="1294"/>
                    </a:cubicBezTo>
                    <a:cubicBezTo>
                      <a:pt x="452" y="1150"/>
                      <a:pt x="545" y="493"/>
                      <a:pt x="507" y="333"/>
                    </a:cubicBezTo>
                    <a:cubicBezTo>
                      <a:pt x="452" y="173"/>
                      <a:pt x="106" y="0"/>
                      <a:pt x="106" y="0"/>
                    </a:cubicBezTo>
                    <a:close/>
                  </a:path>
                </a:pathLst>
              </a:custGeom>
              <a:solidFill>
                <a:srgbClr val="FF247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7" name="Google Shape;3282;p28">
                <a:extLst>
                  <a:ext uri="{FF2B5EF4-FFF2-40B4-BE49-F238E27FC236}">
                    <a16:creationId xmlns:a16="http://schemas.microsoft.com/office/drawing/2014/main" id="{A16575BF-1372-67A2-3792-D6FD6479FB34}"/>
                  </a:ext>
                </a:extLst>
              </p:cNvPr>
              <p:cNvSpPr/>
              <p:nvPr/>
            </p:nvSpPr>
            <p:spPr>
              <a:xfrm>
                <a:off x="5469555" y="990514"/>
                <a:ext cx="19339" cy="97336"/>
              </a:xfrm>
              <a:custGeom>
                <a:avLst/>
                <a:gdLst/>
                <a:ahLst/>
                <a:cxnLst/>
                <a:rect l="l" t="t" r="r" b="b"/>
                <a:pathLst>
                  <a:path w="242" h="1218" extrusionOk="0">
                    <a:moveTo>
                      <a:pt x="68" y="0"/>
                    </a:moveTo>
                    <a:cubicBezTo>
                      <a:pt x="81" y="215"/>
                      <a:pt x="97" y="657"/>
                      <a:pt x="1" y="1217"/>
                    </a:cubicBezTo>
                    <a:cubicBezTo>
                      <a:pt x="55" y="1201"/>
                      <a:pt x="110" y="1176"/>
                      <a:pt x="123" y="1121"/>
                    </a:cubicBezTo>
                    <a:cubicBezTo>
                      <a:pt x="148" y="977"/>
                      <a:pt x="241" y="320"/>
                      <a:pt x="203" y="160"/>
                    </a:cubicBezTo>
                    <a:cubicBezTo>
                      <a:pt x="177" y="109"/>
                      <a:pt x="135" y="55"/>
                      <a:pt x="6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8" name="Google Shape;3283;p28">
                <a:extLst>
                  <a:ext uri="{FF2B5EF4-FFF2-40B4-BE49-F238E27FC236}">
                    <a16:creationId xmlns:a16="http://schemas.microsoft.com/office/drawing/2014/main" id="{40221072-313F-FF30-7DF4-F2629E8D50B2}"/>
                  </a:ext>
                </a:extLst>
              </p:cNvPr>
              <p:cNvSpPr/>
              <p:nvPr/>
            </p:nvSpPr>
            <p:spPr>
              <a:xfrm>
                <a:off x="5420648" y="958469"/>
                <a:ext cx="43873" cy="147283"/>
              </a:xfrm>
              <a:custGeom>
                <a:avLst/>
                <a:gdLst/>
                <a:ahLst/>
                <a:cxnLst/>
                <a:rect l="l" t="t" r="r" b="b"/>
                <a:pathLst>
                  <a:path w="549" h="1843" extrusionOk="0">
                    <a:moveTo>
                      <a:pt x="132" y="1"/>
                    </a:moveTo>
                    <a:lnTo>
                      <a:pt x="1" y="1843"/>
                    </a:lnTo>
                    <a:cubicBezTo>
                      <a:pt x="1" y="1843"/>
                      <a:pt x="321" y="1830"/>
                      <a:pt x="414" y="1670"/>
                    </a:cubicBezTo>
                    <a:cubicBezTo>
                      <a:pt x="507" y="1497"/>
                      <a:pt x="549" y="641"/>
                      <a:pt x="507" y="350"/>
                    </a:cubicBezTo>
                    <a:cubicBezTo>
                      <a:pt x="469" y="55"/>
                      <a:pt x="132" y="1"/>
                      <a:pt x="132" y="1"/>
                    </a:cubicBezTo>
                    <a:close/>
                  </a:path>
                </a:pathLst>
              </a:custGeom>
              <a:solidFill>
                <a:srgbClr val="122B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9" name="Google Shape;3284;p28">
                <a:extLst>
                  <a:ext uri="{FF2B5EF4-FFF2-40B4-BE49-F238E27FC236}">
                    <a16:creationId xmlns:a16="http://schemas.microsoft.com/office/drawing/2014/main" id="{34A871CA-6E4E-5D62-C6BB-C2353F03A293}"/>
                  </a:ext>
                </a:extLst>
              </p:cNvPr>
              <p:cNvSpPr/>
              <p:nvPr/>
            </p:nvSpPr>
            <p:spPr>
              <a:xfrm>
                <a:off x="5216867" y="845551"/>
                <a:ext cx="251812" cy="164225"/>
              </a:xfrm>
              <a:custGeom>
                <a:avLst/>
                <a:gdLst/>
                <a:ahLst/>
                <a:cxnLst/>
                <a:rect l="l" t="t" r="r" b="b"/>
                <a:pathLst>
                  <a:path w="3151" h="2055" extrusionOk="0">
                    <a:moveTo>
                      <a:pt x="1577" y="1"/>
                    </a:moveTo>
                    <a:cubicBezTo>
                      <a:pt x="1535" y="1"/>
                      <a:pt x="440" y="14"/>
                      <a:pt x="216" y="600"/>
                    </a:cubicBezTo>
                    <a:cubicBezTo>
                      <a:pt x="1" y="1202"/>
                      <a:pt x="27" y="2054"/>
                      <a:pt x="27" y="2054"/>
                    </a:cubicBezTo>
                    <a:lnTo>
                      <a:pt x="267" y="2054"/>
                    </a:lnTo>
                    <a:cubicBezTo>
                      <a:pt x="267" y="2054"/>
                      <a:pt x="55" y="372"/>
                      <a:pt x="1068" y="321"/>
                    </a:cubicBezTo>
                    <a:lnTo>
                      <a:pt x="1577" y="267"/>
                    </a:lnTo>
                    <a:lnTo>
                      <a:pt x="2083" y="321"/>
                    </a:lnTo>
                    <a:cubicBezTo>
                      <a:pt x="3099" y="372"/>
                      <a:pt x="2884" y="2054"/>
                      <a:pt x="2884" y="2054"/>
                    </a:cubicBezTo>
                    <a:lnTo>
                      <a:pt x="3112" y="2054"/>
                    </a:lnTo>
                    <a:cubicBezTo>
                      <a:pt x="3112" y="2054"/>
                      <a:pt x="3150" y="1202"/>
                      <a:pt x="2923" y="600"/>
                    </a:cubicBezTo>
                    <a:cubicBezTo>
                      <a:pt x="2698" y="14"/>
                      <a:pt x="1616" y="1"/>
                      <a:pt x="1577" y="1"/>
                    </a:cubicBezTo>
                    <a:close/>
                  </a:path>
                </a:pathLst>
              </a:custGeom>
              <a:solidFill>
                <a:srgbClr val="00C0D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0" name="Google Shape;3285;p28">
                <a:extLst>
                  <a:ext uri="{FF2B5EF4-FFF2-40B4-BE49-F238E27FC236}">
                    <a16:creationId xmlns:a16="http://schemas.microsoft.com/office/drawing/2014/main" id="{9D794FE1-877B-867C-7C77-CC455C022815}"/>
                  </a:ext>
                </a:extLst>
              </p:cNvPr>
              <p:cNvSpPr/>
              <p:nvPr/>
            </p:nvSpPr>
            <p:spPr>
              <a:xfrm>
                <a:off x="5195690" y="976689"/>
                <a:ext cx="44832" cy="112520"/>
              </a:xfrm>
              <a:custGeom>
                <a:avLst/>
                <a:gdLst/>
                <a:ahLst/>
                <a:cxnLst/>
                <a:rect l="l" t="t" r="r" b="b"/>
                <a:pathLst>
                  <a:path w="561" h="1408" extrusionOk="0">
                    <a:moveTo>
                      <a:pt x="439" y="0"/>
                    </a:moveTo>
                    <a:cubicBezTo>
                      <a:pt x="439" y="0"/>
                      <a:pt x="93" y="173"/>
                      <a:pt x="51" y="333"/>
                    </a:cubicBezTo>
                    <a:cubicBezTo>
                      <a:pt x="0" y="493"/>
                      <a:pt x="106" y="1150"/>
                      <a:pt x="131" y="1294"/>
                    </a:cubicBezTo>
                    <a:cubicBezTo>
                      <a:pt x="140" y="1391"/>
                      <a:pt x="323" y="1408"/>
                      <a:pt x="447" y="1408"/>
                    </a:cubicBezTo>
                    <a:cubicBezTo>
                      <a:pt x="512" y="1408"/>
                      <a:pt x="561" y="1403"/>
                      <a:pt x="561" y="1403"/>
                    </a:cubicBezTo>
                    <a:lnTo>
                      <a:pt x="439" y="0"/>
                    </a:lnTo>
                    <a:close/>
                  </a:path>
                </a:pathLst>
              </a:custGeom>
              <a:solidFill>
                <a:srgbClr val="FF247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1" name="Google Shape;3286;p28">
                <a:extLst>
                  <a:ext uri="{FF2B5EF4-FFF2-40B4-BE49-F238E27FC236}">
                    <a16:creationId xmlns:a16="http://schemas.microsoft.com/office/drawing/2014/main" id="{3212A033-5070-1D57-8124-B53D5CB3906A}"/>
                  </a:ext>
                </a:extLst>
              </p:cNvPr>
              <p:cNvSpPr/>
              <p:nvPr/>
            </p:nvSpPr>
            <p:spPr>
              <a:xfrm>
                <a:off x="5195690" y="990514"/>
                <a:ext cx="20298" cy="97336"/>
              </a:xfrm>
              <a:custGeom>
                <a:avLst/>
                <a:gdLst/>
                <a:ahLst/>
                <a:cxnLst/>
                <a:rect l="l" t="t" r="r" b="b"/>
                <a:pathLst>
                  <a:path w="254" h="1218" extrusionOk="0">
                    <a:moveTo>
                      <a:pt x="173" y="0"/>
                    </a:moveTo>
                    <a:cubicBezTo>
                      <a:pt x="119" y="55"/>
                      <a:pt x="64" y="109"/>
                      <a:pt x="51" y="160"/>
                    </a:cubicBezTo>
                    <a:cubicBezTo>
                      <a:pt x="0" y="320"/>
                      <a:pt x="106" y="977"/>
                      <a:pt x="131" y="1121"/>
                    </a:cubicBezTo>
                    <a:cubicBezTo>
                      <a:pt x="131" y="1176"/>
                      <a:pt x="186" y="1201"/>
                      <a:pt x="253" y="1217"/>
                    </a:cubicBezTo>
                    <a:cubicBezTo>
                      <a:pt x="160" y="657"/>
                      <a:pt x="160" y="215"/>
                      <a:pt x="17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2" name="Google Shape;3287;p28">
                <a:extLst>
                  <a:ext uri="{FF2B5EF4-FFF2-40B4-BE49-F238E27FC236}">
                    <a16:creationId xmlns:a16="http://schemas.microsoft.com/office/drawing/2014/main" id="{A1E6A4C4-9551-F0FE-981F-B717ABCC15D0}"/>
                  </a:ext>
                </a:extLst>
              </p:cNvPr>
              <p:cNvSpPr/>
              <p:nvPr/>
            </p:nvSpPr>
            <p:spPr>
              <a:xfrm>
                <a:off x="5221263" y="958469"/>
                <a:ext cx="42595" cy="147283"/>
              </a:xfrm>
              <a:custGeom>
                <a:avLst/>
                <a:gdLst/>
                <a:ahLst/>
                <a:cxnLst/>
                <a:rect l="l" t="t" r="r" b="b"/>
                <a:pathLst>
                  <a:path w="533" h="1843" extrusionOk="0">
                    <a:moveTo>
                      <a:pt x="401" y="1"/>
                    </a:moveTo>
                    <a:cubicBezTo>
                      <a:pt x="401" y="1"/>
                      <a:pt x="64" y="55"/>
                      <a:pt x="39" y="350"/>
                    </a:cubicBezTo>
                    <a:cubicBezTo>
                      <a:pt x="0" y="641"/>
                      <a:pt x="39" y="1497"/>
                      <a:pt x="132" y="1670"/>
                    </a:cubicBezTo>
                    <a:cubicBezTo>
                      <a:pt x="225" y="1830"/>
                      <a:pt x="532" y="1843"/>
                      <a:pt x="532" y="1843"/>
                    </a:cubicBezTo>
                    <a:lnTo>
                      <a:pt x="401" y="1"/>
                    </a:lnTo>
                    <a:close/>
                  </a:path>
                </a:pathLst>
              </a:custGeom>
              <a:solidFill>
                <a:srgbClr val="122B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3" name="Google Shape;3288;p28">
                <a:extLst>
                  <a:ext uri="{FF2B5EF4-FFF2-40B4-BE49-F238E27FC236}">
                    <a16:creationId xmlns:a16="http://schemas.microsoft.com/office/drawing/2014/main" id="{6D718EE5-C084-CEC7-0DF4-2C9A8BA606D1}"/>
                  </a:ext>
                </a:extLst>
              </p:cNvPr>
              <p:cNvSpPr/>
              <p:nvPr/>
            </p:nvSpPr>
            <p:spPr>
              <a:xfrm>
                <a:off x="5239163" y="858417"/>
                <a:ext cx="207220" cy="100133"/>
              </a:xfrm>
              <a:custGeom>
                <a:avLst/>
                <a:gdLst/>
                <a:ahLst/>
                <a:cxnLst/>
                <a:rect l="l" t="t" r="r" b="b"/>
                <a:pathLst>
                  <a:path w="2593" h="1253" extrusionOk="0">
                    <a:moveTo>
                      <a:pt x="1298" y="0"/>
                    </a:moveTo>
                    <a:cubicBezTo>
                      <a:pt x="1" y="0"/>
                      <a:pt x="177" y="1253"/>
                      <a:pt x="177" y="1253"/>
                    </a:cubicBezTo>
                    <a:lnTo>
                      <a:pt x="1298" y="1201"/>
                    </a:lnTo>
                    <a:lnTo>
                      <a:pt x="2403" y="1253"/>
                    </a:lnTo>
                    <a:cubicBezTo>
                      <a:pt x="2403" y="1253"/>
                      <a:pt x="2592" y="0"/>
                      <a:pt x="1298" y="0"/>
                    </a:cubicBezTo>
                    <a:close/>
                  </a:path>
                </a:pathLst>
              </a:custGeom>
              <a:solidFill>
                <a:srgbClr val="FF247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4" name="Google Shape;3289;p28">
                <a:extLst>
                  <a:ext uri="{FF2B5EF4-FFF2-40B4-BE49-F238E27FC236}">
                    <a16:creationId xmlns:a16="http://schemas.microsoft.com/office/drawing/2014/main" id="{0A530963-6D44-A466-91BC-4CE75079DB8F}"/>
                  </a:ext>
                </a:extLst>
              </p:cNvPr>
              <p:cNvSpPr/>
              <p:nvPr/>
            </p:nvSpPr>
            <p:spPr>
              <a:xfrm>
                <a:off x="5298060" y="885987"/>
                <a:ext cx="89665" cy="37480"/>
              </a:xfrm>
              <a:custGeom>
                <a:avLst/>
                <a:gdLst/>
                <a:ahLst/>
                <a:cxnLst/>
                <a:rect l="l" t="t" r="r" b="b"/>
                <a:pathLst>
                  <a:path w="1122" h="469" extrusionOk="0">
                    <a:moveTo>
                      <a:pt x="534" y="0"/>
                    </a:moveTo>
                    <a:cubicBezTo>
                      <a:pt x="423" y="0"/>
                      <a:pt x="0" y="29"/>
                      <a:pt x="0" y="469"/>
                    </a:cubicBezTo>
                    <a:lnTo>
                      <a:pt x="1122" y="469"/>
                    </a:lnTo>
                    <a:cubicBezTo>
                      <a:pt x="1122" y="29"/>
                      <a:pt x="699" y="0"/>
                      <a:pt x="588" y="0"/>
                    </a:cubicBezTo>
                    <a:cubicBezTo>
                      <a:pt x="571" y="0"/>
                      <a:pt x="561" y="1"/>
                      <a:pt x="561" y="1"/>
                    </a:cubicBezTo>
                    <a:cubicBezTo>
                      <a:pt x="561" y="1"/>
                      <a:pt x="551" y="0"/>
                      <a:pt x="534" y="0"/>
                    </a:cubicBezTo>
                    <a:close/>
                  </a:path>
                </a:pathLst>
              </a:custGeom>
              <a:solidFill>
                <a:srgbClr val="28417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5" name="Google Shape;3290;p28">
                <a:extLst>
                  <a:ext uri="{FF2B5EF4-FFF2-40B4-BE49-F238E27FC236}">
                    <a16:creationId xmlns:a16="http://schemas.microsoft.com/office/drawing/2014/main" id="{F7E4C7DB-A3F5-A21C-5D75-0E0E6D25B826}"/>
                  </a:ext>
                </a:extLst>
              </p:cNvPr>
              <p:cNvSpPr/>
              <p:nvPr/>
            </p:nvSpPr>
            <p:spPr>
              <a:xfrm>
                <a:off x="5367185" y="932896"/>
                <a:ext cx="7752" cy="8791"/>
              </a:xfrm>
              <a:custGeom>
                <a:avLst/>
                <a:gdLst/>
                <a:ahLst/>
                <a:cxnLst/>
                <a:rect l="l" t="t" r="r" b="b"/>
                <a:pathLst>
                  <a:path w="97" h="110" extrusionOk="0">
                    <a:moveTo>
                      <a:pt x="42" y="0"/>
                    </a:moveTo>
                    <a:cubicBezTo>
                      <a:pt x="16" y="0"/>
                      <a:pt x="0" y="29"/>
                      <a:pt x="0" y="55"/>
                    </a:cubicBezTo>
                    <a:cubicBezTo>
                      <a:pt x="0" y="80"/>
                      <a:pt x="16" y="109"/>
                      <a:pt x="42" y="109"/>
                    </a:cubicBezTo>
                    <a:cubicBezTo>
                      <a:pt x="81" y="109"/>
                      <a:pt x="97" y="80"/>
                      <a:pt x="97" y="55"/>
                    </a:cubicBezTo>
                    <a:cubicBezTo>
                      <a:pt x="97" y="29"/>
                      <a:pt x="81" y="0"/>
                      <a:pt x="42" y="0"/>
                    </a:cubicBezTo>
                    <a:close/>
                  </a:path>
                </a:pathLst>
              </a:custGeom>
              <a:solidFill>
                <a:srgbClr val="A105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6" name="Google Shape;3291;p28">
                <a:extLst>
                  <a:ext uri="{FF2B5EF4-FFF2-40B4-BE49-F238E27FC236}">
                    <a16:creationId xmlns:a16="http://schemas.microsoft.com/office/drawing/2014/main" id="{3FFEC53C-5210-77BA-38BE-9C41DE4E5B87}"/>
                  </a:ext>
                </a:extLst>
              </p:cNvPr>
              <p:cNvSpPr/>
              <p:nvPr/>
            </p:nvSpPr>
            <p:spPr>
              <a:xfrm>
                <a:off x="5338496" y="932896"/>
                <a:ext cx="8551" cy="879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10" extrusionOk="0">
                    <a:moveTo>
                      <a:pt x="55" y="0"/>
                    </a:moveTo>
                    <a:cubicBezTo>
                      <a:pt x="26" y="0"/>
                      <a:pt x="1" y="29"/>
                      <a:pt x="1" y="55"/>
                    </a:cubicBezTo>
                    <a:cubicBezTo>
                      <a:pt x="1" y="80"/>
                      <a:pt x="26" y="109"/>
                      <a:pt x="55" y="109"/>
                    </a:cubicBezTo>
                    <a:cubicBezTo>
                      <a:pt x="81" y="109"/>
                      <a:pt x="106" y="80"/>
                      <a:pt x="106" y="55"/>
                    </a:cubicBezTo>
                    <a:cubicBezTo>
                      <a:pt x="106" y="29"/>
                      <a:pt x="81" y="0"/>
                      <a:pt x="55" y="0"/>
                    </a:cubicBezTo>
                    <a:close/>
                  </a:path>
                </a:pathLst>
              </a:custGeom>
              <a:solidFill>
                <a:srgbClr val="A105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7" name="Google Shape;3292;p28">
                <a:extLst>
                  <a:ext uri="{FF2B5EF4-FFF2-40B4-BE49-F238E27FC236}">
                    <a16:creationId xmlns:a16="http://schemas.microsoft.com/office/drawing/2014/main" id="{8E71CB34-AED6-4615-520A-1D1E088DF894}"/>
                  </a:ext>
                </a:extLst>
              </p:cNvPr>
              <p:cNvSpPr/>
              <p:nvPr/>
            </p:nvSpPr>
            <p:spPr>
              <a:xfrm>
                <a:off x="5309568" y="932896"/>
                <a:ext cx="7752" cy="8791"/>
              </a:xfrm>
              <a:custGeom>
                <a:avLst/>
                <a:gdLst/>
                <a:ahLst/>
                <a:cxnLst/>
                <a:rect l="l" t="t" r="r" b="b"/>
                <a:pathLst>
                  <a:path w="97" h="110" extrusionOk="0">
                    <a:moveTo>
                      <a:pt x="42" y="0"/>
                    </a:moveTo>
                    <a:cubicBezTo>
                      <a:pt x="17" y="0"/>
                      <a:pt x="1" y="29"/>
                      <a:pt x="1" y="55"/>
                    </a:cubicBezTo>
                    <a:cubicBezTo>
                      <a:pt x="1" y="80"/>
                      <a:pt x="17" y="109"/>
                      <a:pt x="42" y="109"/>
                    </a:cubicBezTo>
                    <a:cubicBezTo>
                      <a:pt x="68" y="109"/>
                      <a:pt x="97" y="80"/>
                      <a:pt x="97" y="55"/>
                    </a:cubicBezTo>
                    <a:cubicBezTo>
                      <a:pt x="97" y="29"/>
                      <a:pt x="68" y="0"/>
                      <a:pt x="42" y="0"/>
                    </a:cubicBezTo>
                    <a:close/>
                  </a:path>
                </a:pathLst>
              </a:custGeom>
              <a:solidFill>
                <a:srgbClr val="A105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8" name="Google Shape;3293;p28">
                <a:extLst>
                  <a:ext uri="{FF2B5EF4-FFF2-40B4-BE49-F238E27FC236}">
                    <a16:creationId xmlns:a16="http://schemas.microsoft.com/office/drawing/2014/main" id="{DD9A4DDF-77CC-4288-B294-84B42906B478}"/>
                  </a:ext>
                </a:extLst>
              </p:cNvPr>
              <p:cNvSpPr/>
              <p:nvPr/>
            </p:nvSpPr>
            <p:spPr>
              <a:xfrm>
                <a:off x="5228695" y="949039"/>
                <a:ext cx="228157" cy="284737"/>
              </a:xfrm>
              <a:custGeom>
                <a:avLst/>
                <a:gdLst/>
                <a:ahLst/>
                <a:cxnLst/>
                <a:rect l="l" t="t" r="r" b="b"/>
                <a:pathLst>
                  <a:path w="2855" h="3563" extrusionOk="0">
                    <a:moveTo>
                      <a:pt x="1429" y="0"/>
                    </a:moveTo>
                    <a:cubicBezTo>
                      <a:pt x="1429" y="0"/>
                      <a:pt x="852" y="0"/>
                      <a:pt x="308" y="119"/>
                    </a:cubicBezTo>
                    <a:cubicBezTo>
                      <a:pt x="308" y="119"/>
                      <a:pt x="0" y="3258"/>
                      <a:pt x="1429" y="3562"/>
                    </a:cubicBezTo>
                    <a:cubicBezTo>
                      <a:pt x="2855" y="3258"/>
                      <a:pt x="2534" y="119"/>
                      <a:pt x="2534" y="119"/>
                    </a:cubicBezTo>
                    <a:cubicBezTo>
                      <a:pt x="1990" y="0"/>
                      <a:pt x="1429" y="0"/>
                      <a:pt x="1429" y="0"/>
                    </a:cubicBezTo>
                    <a:close/>
                  </a:path>
                </a:pathLst>
              </a:custGeom>
              <a:solidFill>
                <a:srgbClr val="00C0D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9" name="Google Shape;3294;p28">
                <a:extLst>
                  <a:ext uri="{FF2B5EF4-FFF2-40B4-BE49-F238E27FC236}">
                    <a16:creationId xmlns:a16="http://schemas.microsoft.com/office/drawing/2014/main" id="{1B566990-B3FB-E826-1DFB-9F65F64C4F6C}"/>
                  </a:ext>
                </a:extLst>
              </p:cNvPr>
              <p:cNvSpPr/>
              <p:nvPr/>
            </p:nvSpPr>
            <p:spPr>
              <a:xfrm>
                <a:off x="5358715" y="1022959"/>
                <a:ext cx="64092" cy="19739"/>
              </a:xfrm>
              <a:custGeom>
                <a:avLst/>
                <a:gdLst/>
                <a:ahLst/>
                <a:cxnLst/>
                <a:rect l="l" t="t" r="r" b="b"/>
                <a:pathLst>
                  <a:path w="802" h="247" extrusionOk="0">
                    <a:moveTo>
                      <a:pt x="556" y="1"/>
                    </a:moveTo>
                    <a:cubicBezTo>
                      <a:pt x="127" y="1"/>
                      <a:pt x="1" y="235"/>
                      <a:pt x="1" y="235"/>
                    </a:cubicBezTo>
                    <a:cubicBezTo>
                      <a:pt x="97" y="240"/>
                      <a:pt x="194" y="246"/>
                      <a:pt x="288" y="246"/>
                    </a:cubicBezTo>
                    <a:cubicBezTo>
                      <a:pt x="504" y="246"/>
                      <a:pt x="698" y="209"/>
                      <a:pt x="802" y="23"/>
                    </a:cubicBezTo>
                    <a:cubicBezTo>
                      <a:pt x="710" y="8"/>
                      <a:pt x="629" y="1"/>
                      <a:pt x="55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2" name="Google Shape;3295;p28">
                <a:extLst>
                  <a:ext uri="{FF2B5EF4-FFF2-40B4-BE49-F238E27FC236}">
                    <a16:creationId xmlns:a16="http://schemas.microsoft.com/office/drawing/2014/main" id="{3A64F53B-14CE-B261-003C-ABD51E60FF92}"/>
                  </a:ext>
                </a:extLst>
              </p:cNvPr>
              <p:cNvSpPr/>
              <p:nvPr/>
            </p:nvSpPr>
            <p:spPr>
              <a:xfrm>
                <a:off x="5405544" y="954393"/>
                <a:ext cx="35482" cy="178290"/>
              </a:xfrm>
              <a:custGeom>
                <a:avLst/>
                <a:gdLst/>
                <a:ahLst/>
                <a:cxnLst/>
                <a:rect l="l" t="t" r="r" b="b"/>
                <a:pathLst>
                  <a:path w="444" h="2231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43" y="321"/>
                      <a:pt x="110" y="1080"/>
                      <a:pt x="30" y="1733"/>
                    </a:cubicBezTo>
                    <a:cubicBezTo>
                      <a:pt x="1" y="1974"/>
                      <a:pt x="68" y="2134"/>
                      <a:pt x="203" y="2230"/>
                    </a:cubicBezTo>
                    <a:cubicBezTo>
                      <a:pt x="443" y="1240"/>
                      <a:pt x="321" y="52"/>
                      <a:pt x="321" y="52"/>
                    </a:cubicBezTo>
                    <a:cubicBezTo>
                      <a:pt x="216" y="26"/>
                      <a:pt x="110" y="13"/>
                      <a:pt x="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3" name="Google Shape;3296;p28">
                <a:extLst>
                  <a:ext uri="{FF2B5EF4-FFF2-40B4-BE49-F238E27FC236}">
                    <a16:creationId xmlns:a16="http://schemas.microsoft.com/office/drawing/2014/main" id="{C0D3D4D2-1CF2-8C58-0822-F48EA7394664}"/>
                  </a:ext>
                </a:extLst>
              </p:cNvPr>
              <p:cNvSpPr/>
              <p:nvPr/>
            </p:nvSpPr>
            <p:spPr>
              <a:xfrm>
                <a:off x="5373579" y="1023439"/>
                <a:ext cx="36441" cy="19579"/>
              </a:xfrm>
              <a:custGeom>
                <a:avLst/>
                <a:gdLst/>
                <a:ahLst/>
                <a:cxnLst/>
                <a:rect l="l" t="t" r="r" b="b"/>
                <a:pathLst>
                  <a:path w="456" h="245" extrusionOk="0">
                    <a:moveTo>
                      <a:pt x="336" y="1"/>
                    </a:moveTo>
                    <a:cubicBezTo>
                      <a:pt x="193" y="1"/>
                      <a:pt x="95" y="36"/>
                      <a:pt x="17" y="69"/>
                    </a:cubicBezTo>
                    <a:cubicBezTo>
                      <a:pt x="1" y="85"/>
                      <a:pt x="1" y="97"/>
                      <a:pt x="1" y="123"/>
                    </a:cubicBezTo>
                    <a:cubicBezTo>
                      <a:pt x="1" y="165"/>
                      <a:pt x="17" y="203"/>
                      <a:pt x="42" y="245"/>
                    </a:cubicBezTo>
                    <a:cubicBezTo>
                      <a:pt x="190" y="245"/>
                      <a:pt x="337" y="245"/>
                      <a:pt x="443" y="178"/>
                    </a:cubicBezTo>
                    <a:cubicBezTo>
                      <a:pt x="455" y="165"/>
                      <a:pt x="455" y="136"/>
                      <a:pt x="455" y="123"/>
                    </a:cubicBezTo>
                    <a:cubicBezTo>
                      <a:pt x="455" y="69"/>
                      <a:pt x="443" y="30"/>
                      <a:pt x="417" y="5"/>
                    </a:cubicBezTo>
                    <a:cubicBezTo>
                      <a:pt x="388" y="2"/>
                      <a:pt x="362" y="1"/>
                      <a:pt x="336" y="1"/>
                    </a:cubicBezTo>
                    <a:close/>
                  </a:path>
                </a:pathLst>
              </a:custGeom>
              <a:solidFill>
                <a:srgbClr val="A105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4" name="Google Shape;3297;p28">
                <a:extLst>
                  <a:ext uri="{FF2B5EF4-FFF2-40B4-BE49-F238E27FC236}">
                    <a16:creationId xmlns:a16="http://schemas.microsoft.com/office/drawing/2014/main" id="{A9F8921F-D391-2425-CBF1-FE362F130B66}"/>
                  </a:ext>
                </a:extLst>
              </p:cNvPr>
              <p:cNvSpPr/>
              <p:nvPr/>
            </p:nvSpPr>
            <p:spPr>
              <a:xfrm>
                <a:off x="5359833" y="988596"/>
                <a:ext cx="62973" cy="18061"/>
              </a:xfrm>
              <a:custGeom>
                <a:avLst/>
                <a:gdLst/>
                <a:ahLst/>
                <a:cxnLst/>
                <a:rect l="l" t="t" r="r" b="b"/>
                <a:pathLst>
                  <a:path w="788" h="226" extrusionOk="0">
                    <a:moveTo>
                      <a:pt x="268" y="1"/>
                    </a:moveTo>
                    <a:cubicBezTo>
                      <a:pt x="214" y="1"/>
                      <a:pt x="155" y="4"/>
                      <a:pt x="92" y="11"/>
                    </a:cubicBezTo>
                    <a:cubicBezTo>
                      <a:pt x="54" y="11"/>
                      <a:pt x="28" y="53"/>
                      <a:pt x="12" y="91"/>
                    </a:cubicBezTo>
                    <a:cubicBezTo>
                      <a:pt x="1" y="152"/>
                      <a:pt x="54" y="202"/>
                      <a:pt x="105" y="202"/>
                    </a:cubicBezTo>
                    <a:cubicBezTo>
                      <a:pt x="110" y="202"/>
                      <a:pt x="116" y="202"/>
                      <a:pt x="121" y="200"/>
                    </a:cubicBezTo>
                    <a:cubicBezTo>
                      <a:pt x="187" y="186"/>
                      <a:pt x="280" y="172"/>
                      <a:pt x="393" y="172"/>
                    </a:cubicBezTo>
                    <a:cubicBezTo>
                      <a:pt x="506" y="172"/>
                      <a:pt x="640" y="186"/>
                      <a:pt x="788" y="226"/>
                    </a:cubicBezTo>
                    <a:cubicBezTo>
                      <a:pt x="766" y="121"/>
                      <a:pt x="595" y="1"/>
                      <a:pt x="268" y="1"/>
                    </a:cubicBezTo>
                    <a:close/>
                  </a:path>
                </a:pathLst>
              </a:custGeom>
              <a:solidFill>
                <a:srgbClr val="A105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5" name="Google Shape;3298;p28">
                <a:extLst>
                  <a:ext uri="{FF2B5EF4-FFF2-40B4-BE49-F238E27FC236}">
                    <a16:creationId xmlns:a16="http://schemas.microsoft.com/office/drawing/2014/main" id="{E656D512-B8CB-FF15-D9D3-24FDDA410AF7}"/>
                  </a:ext>
                </a:extLst>
              </p:cNvPr>
              <p:cNvSpPr/>
              <p:nvPr/>
            </p:nvSpPr>
            <p:spPr>
              <a:xfrm>
                <a:off x="5262738" y="1022959"/>
                <a:ext cx="63053" cy="19739"/>
              </a:xfrm>
              <a:custGeom>
                <a:avLst/>
                <a:gdLst/>
                <a:ahLst/>
                <a:cxnLst/>
                <a:rect l="l" t="t" r="r" b="b"/>
                <a:pathLst>
                  <a:path w="789" h="247" extrusionOk="0">
                    <a:moveTo>
                      <a:pt x="241" y="1"/>
                    </a:moveTo>
                    <a:cubicBezTo>
                      <a:pt x="170" y="1"/>
                      <a:pt x="90" y="8"/>
                      <a:pt x="0" y="23"/>
                    </a:cubicBezTo>
                    <a:cubicBezTo>
                      <a:pt x="94" y="209"/>
                      <a:pt x="286" y="246"/>
                      <a:pt x="502" y="246"/>
                    </a:cubicBezTo>
                    <a:cubicBezTo>
                      <a:pt x="595" y="246"/>
                      <a:pt x="692" y="240"/>
                      <a:pt x="788" y="235"/>
                    </a:cubicBezTo>
                    <a:cubicBezTo>
                      <a:pt x="788" y="235"/>
                      <a:pt x="662" y="1"/>
                      <a:pt x="24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6" name="Google Shape;3299;p28">
                <a:extLst>
                  <a:ext uri="{FF2B5EF4-FFF2-40B4-BE49-F238E27FC236}">
                    <a16:creationId xmlns:a16="http://schemas.microsoft.com/office/drawing/2014/main" id="{F401F9E8-7942-E120-795C-35055CC7F445}"/>
                  </a:ext>
                </a:extLst>
              </p:cNvPr>
              <p:cNvSpPr/>
              <p:nvPr/>
            </p:nvSpPr>
            <p:spPr>
              <a:xfrm>
                <a:off x="5275524" y="1023439"/>
                <a:ext cx="35402" cy="19579"/>
              </a:xfrm>
              <a:custGeom>
                <a:avLst/>
                <a:gdLst/>
                <a:ahLst/>
                <a:cxnLst/>
                <a:rect l="l" t="t" r="r" b="b"/>
                <a:pathLst>
                  <a:path w="443" h="245" extrusionOk="0">
                    <a:moveTo>
                      <a:pt x="108" y="1"/>
                    </a:moveTo>
                    <a:cubicBezTo>
                      <a:pt x="82" y="1"/>
                      <a:pt x="55" y="2"/>
                      <a:pt x="26" y="5"/>
                    </a:cubicBezTo>
                    <a:cubicBezTo>
                      <a:pt x="13" y="30"/>
                      <a:pt x="1" y="69"/>
                      <a:pt x="1" y="123"/>
                    </a:cubicBezTo>
                    <a:lnTo>
                      <a:pt x="1" y="178"/>
                    </a:lnTo>
                    <a:cubicBezTo>
                      <a:pt x="122" y="245"/>
                      <a:pt x="254" y="245"/>
                      <a:pt x="414" y="245"/>
                    </a:cubicBezTo>
                    <a:cubicBezTo>
                      <a:pt x="427" y="203"/>
                      <a:pt x="443" y="165"/>
                      <a:pt x="443" y="123"/>
                    </a:cubicBezTo>
                    <a:lnTo>
                      <a:pt x="443" y="69"/>
                    </a:lnTo>
                    <a:cubicBezTo>
                      <a:pt x="361" y="36"/>
                      <a:pt x="254" y="1"/>
                      <a:pt x="108" y="1"/>
                    </a:cubicBezTo>
                    <a:close/>
                  </a:path>
                </a:pathLst>
              </a:custGeom>
              <a:solidFill>
                <a:srgbClr val="A105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7" name="Google Shape;3300;p28">
                <a:extLst>
                  <a:ext uri="{FF2B5EF4-FFF2-40B4-BE49-F238E27FC236}">
                    <a16:creationId xmlns:a16="http://schemas.microsoft.com/office/drawing/2014/main" id="{FCA1CE52-0B4E-5C01-63C2-B9A0F351E37A}"/>
                  </a:ext>
                </a:extLst>
              </p:cNvPr>
              <p:cNvSpPr/>
              <p:nvPr/>
            </p:nvSpPr>
            <p:spPr>
              <a:xfrm>
                <a:off x="5262738" y="988596"/>
                <a:ext cx="61934" cy="18061"/>
              </a:xfrm>
              <a:custGeom>
                <a:avLst/>
                <a:gdLst/>
                <a:ahLst/>
                <a:cxnLst/>
                <a:rect l="l" t="t" r="r" b="b"/>
                <a:pathLst>
                  <a:path w="775" h="226" extrusionOk="0">
                    <a:moveTo>
                      <a:pt x="507" y="1"/>
                    </a:moveTo>
                    <a:cubicBezTo>
                      <a:pt x="180" y="1"/>
                      <a:pt x="11" y="121"/>
                      <a:pt x="0" y="226"/>
                    </a:cubicBezTo>
                    <a:cubicBezTo>
                      <a:pt x="141" y="186"/>
                      <a:pt x="275" y="172"/>
                      <a:pt x="388" y="172"/>
                    </a:cubicBezTo>
                    <a:cubicBezTo>
                      <a:pt x="502" y="172"/>
                      <a:pt x="595" y="186"/>
                      <a:pt x="654" y="200"/>
                    </a:cubicBezTo>
                    <a:cubicBezTo>
                      <a:pt x="661" y="202"/>
                      <a:pt x="667" y="202"/>
                      <a:pt x="673" y="202"/>
                    </a:cubicBezTo>
                    <a:cubicBezTo>
                      <a:pt x="731" y="202"/>
                      <a:pt x="774" y="152"/>
                      <a:pt x="763" y="91"/>
                    </a:cubicBezTo>
                    <a:cubicBezTo>
                      <a:pt x="763" y="53"/>
                      <a:pt x="721" y="11"/>
                      <a:pt x="683" y="11"/>
                    </a:cubicBezTo>
                    <a:cubicBezTo>
                      <a:pt x="620" y="4"/>
                      <a:pt x="561" y="1"/>
                      <a:pt x="507" y="1"/>
                    </a:cubicBezTo>
                    <a:close/>
                  </a:path>
                </a:pathLst>
              </a:custGeom>
              <a:solidFill>
                <a:srgbClr val="A105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8" name="Google Shape;3301;p28">
                <a:extLst>
                  <a:ext uri="{FF2B5EF4-FFF2-40B4-BE49-F238E27FC236}">
                    <a16:creationId xmlns:a16="http://schemas.microsoft.com/office/drawing/2014/main" id="{A0C0A0C5-7BE2-2DBF-0617-48B161816A18}"/>
                  </a:ext>
                </a:extLst>
              </p:cNvPr>
              <p:cNvSpPr/>
              <p:nvPr/>
            </p:nvSpPr>
            <p:spPr>
              <a:xfrm>
                <a:off x="5603970" y="1278523"/>
                <a:ext cx="130421" cy="463187"/>
              </a:xfrm>
              <a:custGeom>
                <a:avLst/>
                <a:gdLst/>
                <a:ahLst/>
                <a:cxnLst/>
                <a:rect l="l" t="t" r="r" b="b"/>
                <a:pathLst>
                  <a:path w="1632" h="5796" extrusionOk="0">
                    <a:moveTo>
                      <a:pt x="1" y="0"/>
                    </a:moveTo>
                    <a:lnTo>
                      <a:pt x="1" y="5728"/>
                    </a:lnTo>
                    <a:lnTo>
                      <a:pt x="203" y="5795"/>
                    </a:lnTo>
                    <a:lnTo>
                      <a:pt x="1631" y="5420"/>
                    </a:lnTo>
                    <a:lnTo>
                      <a:pt x="1631" y="2579"/>
                    </a:lnTo>
                    <a:cubicBezTo>
                      <a:pt x="1631" y="1682"/>
                      <a:pt x="1189" y="830"/>
                      <a:pt x="443" y="308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9" name="Google Shape;3302;p28">
                <a:extLst>
                  <a:ext uri="{FF2B5EF4-FFF2-40B4-BE49-F238E27FC236}">
                    <a16:creationId xmlns:a16="http://schemas.microsoft.com/office/drawing/2014/main" id="{66413B3B-3A27-73FB-D9BF-288E0E1ED0F8}"/>
                  </a:ext>
                </a:extLst>
              </p:cNvPr>
              <p:cNvSpPr/>
              <p:nvPr/>
            </p:nvSpPr>
            <p:spPr>
              <a:xfrm>
                <a:off x="5251950" y="1042938"/>
                <a:ext cx="181647" cy="190837"/>
              </a:xfrm>
              <a:custGeom>
                <a:avLst/>
                <a:gdLst/>
                <a:ahLst/>
                <a:cxnLst/>
                <a:rect l="l" t="t" r="r" b="b"/>
                <a:pathLst>
                  <a:path w="2273" h="2388" extrusionOk="0">
                    <a:moveTo>
                      <a:pt x="2272" y="1"/>
                    </a:moveTo>
                    <a:cubicBezTo>
                      <a:pt x="2230" y="174"/>
                      <a:pt x="2045" y="773"/>
                      <a:pt x="1138" y="786"/>
                    </a:cubicBezTo>
                    <a:cubicBezTo>
                      <a:pt x="215" y="773"/>
                      <a:pt x="30" y="174"/>
                      <a:pt x="1" y="1"/>
                    </a:cubicBezTo>
                    <a:lnTo>
                      <a:pt x="1" y="1"/>
                    </a:lnTo>
                    <a:cubicBezTo>
                      <a:pt x="42" y="946"/>
                      <a:pt x="257" y="2202"/>
                      <a:pt x="1138" y="2387"/>
                    </a:cubicBezTo>
                    <a:cubicBezTo>
                      <a:pt x="2003" y="2202"/>
                      <a:pt x="2230" y="946"/>
                      <a:pt x="2272" y="1"/>
                    </a:cubicBezTo>
                    <a:close/>
                  </a:path>
                </a:pathLst>
              </a:custGeom>
              <a:solidFill>
                <a:srgbClr val="28417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0" name="Google Shape;3303;p28">
                <a:extLst>
                  <a:ext uri="{FF2B5EF4-FFF2-40B4-BE49-F238E27FC236}">
                    <a16:creationId xmlns:a16="http://schemas.microsoft.com/office/drawing/2014/main" id="{A7893DDF-B2FA-3AFF-B1A4-BCFCF18778B6}"/>
                  </a:ext>
                </a:extLst>
              </p:cNvPr>
              <p:cNvSpPr/>
              <p:nvPr/>
            </p:nvSpPr>
            <p:spPr>
              <a:xfrm>
                <a:off x="5342892" y="1042938"/>
                <a:ext cx="90704" cy="190837"/>
              </a:xfrm>
              <a:custGeom>
                <a:avLst/>
                <a:gdLst/>
                <a:ahLst/>
                <a:cxnLst/>
                <a:rect l="l" t="t" r="r" b="b"/>
                <a:pathLst>
                  <a:path w="1135" h="2388" extrusionOk="0">
                    <a:moveTo>
                      <a:pt x="1134" y="1"/>
                    </a:moveTo>
                    <a:cubicBezTo>
                      <a:pt x="1134" y="1"/>
                      <a:pt x="1041" y="747"/>
                      <a:pt x="561" y="1253"/>
                    </a:cubicBezTo>
                    <a:cubicBezTo>
                      <a:pt x="64" y="1763"/>
                      <a:pt x="0" y="2189"/>
                      <a:pt x="0" y="2387"/>
                    </a:cubicBezTo>
                    <a:cubicBezTo>
                      <a:pt x="865" y="2202"/>
                      <a:pt x="1092" y="946"/>
                      <a:pt x="113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1" name="Google Shape;3304;p28">
                <a:extLst>
                  <a:ext uri="{FF2B5EF4-FFF2-40B4-BE49-F238E27FC236}">
                    <a16:creationId xmlns:a16="http://schemas.microsoft.com/office/drawing/2014/main" id="{DEDE37C9-2470-F7D6-507A-7248EB1F9229}"/>
                  </a:ext>
                </a:extLst>
              </p:cNvPr>
              <p:cNvSpPr/>
              <p:nvPr/>
            </p:nvSpPr>
            <p:spPr>
              <a:xfrm>
                <a:off x="5251950" y="1042938"/>
                <a:ext cx="91023" cy="190837"/>
              </a:xfrm>
              <a:custGeom>
                <a:avLst/>
                <a:gdLst/>
                <a:ahLst/>
                <a:cxnLst/>
                <a:rect l="l" t="t" r="r" b="b"/>
                <a:pathLst>
                  <a:path w="1139" h="2388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42" y="946"/>
                      <a:pt x="257" y="2202"/>
                      <a:pt x="1138" y="2387"/>
                    </a:cubicBezTo>
                    <a:cubicBezTo>
                      <a:pt x="1138" y="2189"/>
                      <a:pt x="1058" y="1763"/>
                      <a:pt x="577" y="1253"/>
                    </a:cubicBezTo>
                    <a:cubicBezTo>
                      <a:pt x="81" y="747"/>
                      <a:pt x="1" y="1"/>
                      <a:pt x="1" y="1"/>
                    </a:cubicBezTo>
                    <a:close/>
                  </a:path>
                </a:pathLst>
              </a:custGeom>
              <a:solidFill>
                <a:srgbClr val="522C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2" name="Google Shape;3305;p28">
                <a:extLst>
                  <a:ext uri="{FF2B5EF4-FFF2-40B4-BE49-F238E27FC236}">
                    <a16:creationId xmlns:a16="http://schemas.microsoft.com/office/drawing/2014/main" id="{723FA7E3-4403-BC75-B9EB-09A8AA36D572}"/>
                  </a:ext>
                </a:extLst>
              </p:cNvPr>
              <p:cNvSpPr/>
              <p:nvPr/>
            </p:nvSpPr>
            <p:spPr>
              <a:xfrm>
                <a:off x="5176431" y="1164486"/>
                <a:ext cx="332926" cy="221844"/>
              </a:xfrm>
              <a:custGeom>
                <a:avLst/>
                <a:gdLst/>
                <a:ahLst/>
                <a:cxnLst/>
                <a:rect l="l" t="t" r="r" b="b"/>
                <a:pathLst>
                  <a:path w="4166" h="2776" extrusionOk="0">
                    <a:moveTo>
                      <a:pt x="1039" y="0"/>
                    </a:moveTo>
                    <a:cubicBezTo>
                      <a:pt x="832" y="0"/>
                      <a:pt x="102" y="40"/>
                      <a:pt x="1" y="601"/>
                    </a:cubicBezTo>
                    <a:cubicBezTo>
                      <a:pt x="1426" y="2430"/>
                      <a:pt x="2003" y="2737"/>
                      <a:pt x="2083" y="2776"/>
                    </a:cubicBezTo>
                    <a:cubicBezTo>
                      <a:pt x="2147" y="2737"/>
                      <a:pt x="2737" y="2430"/>
                      <a:pt x="4165" y="601"/>
                    </a:cubicBezTo>
                    <a:cubicBezTo>
                      <a:pt x="4061" y="40"/>
                      <a:pt x="3331" y="0"/>
                      <a:pt x="3124" y="0"/>
                    </a:cubicBezTo>
                    <a:cubicBezTo>
                      <a:pt x="3090" y="0"/>
                      <a:pt x="3070" y="1"/>
                      <a:pt x="3070" y="1"/>
                    </a:cubicBezTo>
                    <a:lnTo>
                      <a:pt x="3070" y="322"/>
                    </a:lnTo>
                    <a:lnTo>
                      <a:pt x="3365" y="322"/>
                    </a:lnTo>
                    <a:lnTo>
                      <a:pt x="2083" y="1856"/>
                    </a:lnTo>
                    <a:lnTo>
                      <a:pt x="802" y="322"/>
                    </a:lnTo>
                    <a:lnTo>
                      <a:pt x="1093" y="322"/>
                    </a:lnTo>
                    <a:lnTo>
                      <a:pt x="1093" y="1"/>
                    </a:lnTo>
                    <a:cubicBezTo>
                      <a:pt x="1093" y="1"/>
                      <a:pt x="1073" y="0"/>
                      <a:pt x="1039" y="0"/>
                    </a:cubicBezTo>
                    <a:close/>
                  </a:path>
                </a:pathLst>
              </a:custGeom>
              <a:solidFill>
                <a:srgbClr val="FF247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3" name="Google Shape;3306;p28">
                <a:extLst>
                  <a:ext uri="{FF2B5EF4-FFF2-40B4-BE49-F238E27FC236}">
                    <a16:creationId xmlns:a16="http://schemas.microsoft.com/office/drawing/2014/main" id="{6D0055E1-B98A-0E67-DB9B-E78BC879BFA8}"/>
                  </a:ext>
                </a:extLst>
              </p:cNvPr>
              <p:cNvSpPr/>
              <p:nvPr/>
            </p:nvSpPr>
            <p:spPr>
              <a:xfrm>
                <a:off x="5342892" y="1205962"/>
                <a:ext cx="137853" cy="140970"/>
              </a:xfrm>
              <a:custGeom>
                <a:avLst/>
                <a:gdLst/>
                <a:ahLst/>
                <a:cxnLst/>
                <a:rect l="l" t="t" r="r" b="b"/>
                <a:pathLst>
                  <a:path w="1725" h="1764" extrusionOk="0">
                    <a:moveTo>
                      <a:pt x="1501" y="1"/>
                    </a:moveTo>
                    <a:cubicBezTo>
                      <a:pt x="1498" y="1"/>
                      <a:pt x="1496" y="1"/>
                      <a:pt x="1493" y="1"/>
                    </a:cubicBezTo>
                    <a:cubicBezTo>
                      <a:pt x="1227" y="56"/>
                      <a:pt x="0" y="1763"/>
                      <a:pt x="0" y="1763"/>
                    </a:cubicBezTo>
                    <a:cubicBezTo>
                      <a:pt x="0" y="1763"/>
                      <a:pt x="1725" y="1"/>
                      <a:pt x="1501" y="1"/>
                    </a:cubicBezTo>
                    <a:close/>
                  </a:path>
                </a:pathLst>
              </a:custGeom>
              <a:solidFill>
                <a:srgbClr val="4B03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4" name="Google Shape;3307;p28">
                <a:extLst>
                  <a:ext uri="{FF2B5EF4-FFF2-40B4-BE49-F238E27FC236}">
                    <a16:creationId xmlns:a16="http://schemas.microsoft.com/office/drawing/2014/main" id="{900C70A7-6999-9DB6-10A4-3D7A2E9AD828}"/>
                  </a:ext>
                </a:extLst>
              </p:cNvPr>
              <p:cNvSpPr/>
              <p:nvPr/>
            </p:nvSpPr>
            <p:spPr>
              <a:xfrm>
                <a:off x="5203761" y="1205962"/>
                <a:ext cx="139212" cy="140970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764" extrusionOk="0">
                    <a:moveTo>
                      <a:pt x="224" y="1"/>
                    </a:moveTo>
                    <a:cubicBezTo>
                      <a:pt x="0" y="1"/>
                      <a:pt x="1741" y="1763"/>
                      <a:pt x="1741" y="1763"/>
                    </a:cubicBezTo>
                    <a:cubicBezTo>
                      <a:pt x="1741" y="1763"/>
                      <a:pt x="511" y="56"/>
                      <a:pt x="232" y="1"/>
                    </a:cubicBezTo>
                    <a:cubicBezTo>
                      <a:pt x="229" y="1"/>
                      <a:pt x="227" y="1"/>
                      <a:pt x="224" y="1"/>
                    </a:cubicBezTo>
                    <a:close/>
                  </a:path>
                </a:pathLst>
              </a:custGeom>
              <a:solidFill>
                <a:srgbClr val="4B03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5" name="Google Shape;3308;p28">
                <a:extLst>
                  <a:ext uri="{FF2B5EF4-FFF2-40B4-BE49-F238E27FC236}">
                    <a16:creationId xmlns:a16="http://schemas.microsoft.com/office/drawing/2014/main" id="{9E7BB9D3-40F2-E517-394B-0733374948B9}"/>
                  </a:ext>
                </a:extLst>
              </p:cNvPr>
              <p:cNvSpPr/>
              <p:nvPr/>
            </p:nvSpPr>
            <p:spPr>
              <a:xfrm>
                <a:off x="5507994" y="1236009"/>
                <a:ext cx="226399" cy="431941"/>
              </a:xfrm>
              <a:custGeom>
                <a:avLst/>
                <a:gdLst/>
                <a:ahLst/>
                <a:cxnLst/>
                <a:rect l="l" t="t" r="r" b="b"/>
                <a:pathLst>
                  <a:path w="2833" h="5405" extrusionOk="0">
                    <a:moveTo>
                      <a:pt x="430" y="0"/>
                    </a:moveTo>
                    <a:cubicBezTo>
                      <a:pt x="350" y="106"/>
                      <a:pt x="0" y="628"/>
                      <a:pt x="375" y="1041"/>
                    </a:cubicBezTo>
                    <a:cubicBezTo>
                      <a:pt x="788" y="1493"/>
                      <a:pt x="2272" y="2188"/>
                      <a:pt x="2272" y="2951"/>
                    </a:cubicBezTo>
                    <a:cubicBezTo>
                      <a:pt x="2272" y="3697"/>
                      <a:pt x="2284" y="4924"/>
                      <a:pt x="2284" y="4924"/>
                    </a:cubicBezTo>
                    <a:lnTo>
                      <a:pt x="2832" y="5405"/>
                    </a:lnTo>
                    <a:lnTo>
                      <a:pt x="2832" y="3111"/>
                    </a:lnTo>
                    <a:cubicBezTo>
                      <a:pt x="2832" y="2214"/>
                      <a:pt x="2390" y="1362"/>
                      <a:pt x="1644" y="840"/>
                    </a:cubicBezTo>
                    <a:lnTo>
                      <a:pt x="430" y="0"/>
                    </a:lnTo>
                    <a:close/>
                  </a:path>
                </a:pathLst>
              </a:custGeom>
              <a:solidFill>
                <a:srgbClr val="A105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6" name="Google Shape;3309;p28">
                <a:extLst>
                  <a:ext uri="{FF2B5EF4-FFF2-40B4-BE49-F238E27FC236}">
                    <a16:creationId xmlns:a16="http://schemas.microsoft.com/office/drawing/2014/main" id="{B2BA1F4F-DF89-CA83-7C20-FB81F6232457}"/>
                  </a:ext>
                </a:extLst>
              </p:cNvPr>
              <p:cNvSpPr/>
              <p:nvPr/>
            </p:nvSpPr>
            <p:spPr>
              <a:xfrm>
                <a:off x="4951153" y="1236009"/>
                <a:ext cx="226399" cy="431941"/>
              </a:xfrm>
              <a:custGeom>
                <a:avLst/>
                <a:gdLst/>
                <a:ahLst/>
                <a:cxnLst/>
                <a:rect l="l" t="t" r="r" b="b"/>
                <a:pathLst>
                  <a:path w="2833" h="5405" extrusionOk="0">
                    <a:moveTo>
                      <a:pt x="2403" y="0"/>
                    </a:moveTo>
                    <a:lnTo>
                      <a:pt x="1176" y="840"/>
                    </a:lnTo>
                    <a:cubicBezTo>
                      <a:pt x="443" y="1362"/>
                      <a:pt x="1" y="2214"/>
                      <a:pt x="1" y="3111"/>
                    </a:cubicBezTo>
                    <a:lnTo>
                      <a:pt x="1" y="5405"/>
                    </a:lnTo>
                    <a:lnTo>
                      <a:pt x="548" y="4924"/>
                    </a:lnTo>
                    <a:cubicBezTo>
                      <a:pt x="548" y="4924"/>
                      <a:pt x="561" y="3697"/>
                      <a:pt x="561" y="2951"/>
                    </a:cubicBezTo>
                    <a:cubicBezTo>
                      <a:pt x="561" y="2188"/>
                      <a:pt x="2045" y="1493"/>
                      <a:pt x="2458" y="1041"/>
                    </a:cubicBezTo>
                    <a:cubicBezTo>
                      <a:pt x="2833" y="628"/>
                      <a:pt x="2483" y="106"/>
                      <a:pt x="2403" y="0"/>
                    </a:cubicBezTo>
                    <a:close/>
                  </a:path>
                </a:pathLst>
              </a:custGeom>
              <a:solidFill>
                <a:srgbClr val="A105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8" name="Google Shape;3310;p28">
                <a:extLst>
                  <a:ext uri="{FF2B5EF4-FFF2-40B4-BE49-F238E27FC236}">
                    <a16:creationId xmlns:a16="http://schemas.microsoft.com/office/drawing/2014/main" id="{DB06DF2B-3EA9-BBB9-EFE3-0C96240446FB}"/>
                  </a:ext>
                </a:extLst>
              </p:cNvPr>
              <p:cNvSpPr/>
              <p:nvPr/>
            </p:nvSpPr>
            <p:spPr>
              <a:xfrm>
                <a:off x="5080454" y="1539841"/>
                <a:ext cx="523603" cy="299921"/>
              </a:xfrm>
              <a:custGeom>
                <a:avLst/>
                <a:gdLst/>
                <a:ahLst/>
                <a:cxnLst/>
                <a:rect l="l" t="t" r="r" b="b"/>
                <a:pathLst>
                  <a:path w="6552" h="3753" extrusionOk="0">
                    <a:moveTo>
                      <a:pt x="2509" y="1"/>
                    </a:moveTo>
                    <a:lnTo>
                      <a:pt x="359" y="456"/>
                    </a:lnTo>
                    <a:lnTo>
                      <a:pt x="0" y="2391"/>
                    </a:lnTo>
                    <a:lnTo>
                      <a:pt x="0" y="3752"/>
                    </a:lnTo>
                    <a:cubicBezTo>
                      <a:pt x="0" y="3752"/>
                      <a:pt x="519" y="3057"/>
                      <a:pt x="865" y="2458"/>
                    </a:cubicBezTo>
                    <a:cubicBezTo>
                      <a:pt x="1202" y="1856"/>
                      <a:pt x="1227" y="1295"/>
                      <a:pt x="1227" y="1295"/>
                    </a:cubicBezTo>
                    <a:lnTo>
                      <a:pt x="1586" y="1164"/>
                    </a:lnTo>
                    <a:cubicBezTo>
                      <a:pt x="1948" y="1029"/>
                      <a:pt x="2269" y="481"/>
                      <a:pt x="2269" y="481"/>
                    </a:cubicBezTo>
                    <a:lnTo>
                      <a:pt x="4284" y="481"/>
                    </a:lnTo>
                    <a:cubicBezTo>
                      <a:pt x="4284" y="481"/>
                      <a:pt x="4617" y="1029"/>
                      <a:pt x="4966" y="1164"/>
                    </a:cubicBezTo>
                    <a:lnTo>
                      <a:pt x="5325" y="1295"/>
                    </a:lnTo>
                    <a:cubicBezTo>
                      <a:pt x="5325" y="1295"/>
                      <a:pt x="5350" y="1856"/>
                      <a:pt x="5700" y="2458"/>
                    </a:cubicBezTo>
                    <a:cubicBezTo>
                      <a:pt x="6033" y="3057"/>
                      <a:pt x="6552" y="3752"/>
                      <a:pt x="6552" y="3752"/>
                    </a:cubicBezTo>
                    <a:lnTo>
                      <a:pt x="6552" y="2391"/>
                    </a:lnTo>
                    <a:lnTo>
                      <a:pt x="6193" y="456"/>
                    </a:lnTo>
                    <a:lnTo>
                      <a:pt x="4043" y="1"/>
                    </a:lnTo>
                    <a:lnTo>
                      <a:pt x="3284" y="94"/>
                    </a:lnTo>
                    <a:lnTo>
                      <a:pt x="2509" y="1"/>
                    </a:lnTo>
                    <a:close/>
                  </a:path>
                </a:pathLst>
              </a:custGeom>
              <a:solidFill>
                <a:srgbClr val="A105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0" name="Google Shape;3311;p28">
                <a:extLst>
                  <a:ext uri="{FF2B5EF4-FFF2-40B4-BE49-F238E27FC236}">
                    <a16:creationId xmlns:a16="http://schemas.microsoft.com/office/drawing/2014/main" id="{A871700F-613B-F298-1E7F-1B6CEAC5B305}"/>
                  </a:ext>
                </a:extLst>
              </p:cNvPr>
              <p:cNvSpPr/>
              <p:nvPr/>
            </p:nvSpPr>
            <p:spPr>
              <a:xfrm>
                <a:off x="5218945" y="1440828"/>
                <a:ext cx="65131" cy="14864"/>
              </a:xfrm>
              <a:custGeom>
                <a:avLst/>
                <a:gdLst/>
                <a:ahLst/>
                <a:cxnLst/>
                <a:rect l="l" t="t" r="r" b="b"/>
                <a:pathLst>
                  <a:path w="815" h="186" extrusionOk="0">
                    <a:moveTo>
                      <a:pt x="93" y="0"/>
                    </a:moveTo>
                    <a:cubicBezTo>
                      <a:pt x="42" y="0"/>
                      <a:pt x="1" y="51"/>
                      <a:pt x="1" y="93"/>
                    </a:cubicBezTo>
                    <a:cubicBezTo>
                      <a:pt x="1" y="147"/>
                      <a:pt x="42" y="186"/>
                      <a:pt x="93" y="186"/>
                    </a:cubicBezTo>
                    <a:lnTo>
                      <a:pt x="734" y="186"/>
                    </a:lnTo>
                    <a:cubicBezTo>
                      <a:pt x="776" y="186"/>
                      <a:pt x="814" y="147"/>
                      <a:pt x="814" y="93"/>
                    </a:cubicBezTo>
                    <a:cubicBezTo>
                      <a:pt x="814" y="51"/>
                      <a:pt x="776" y="0"/>
                      <a:pt x="734" y="0"/>
                    </a:cubicBezTo>
                    <a:close/>
                  </a:path>
                </a:pathLst>
              </a:custGeom>
              <a:solidFill>
                <a:srgbClr val="A105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1" name="Google Shape;3312;p28">
                <a:extLst>
                  <a:ext uri="{FF2B5EF4-FFF2-40B4-BE49-F238E27FC236}">
                    <a16:creationId xmlns:a16="http://schemas.microsoft.com/office/drawing/2014/main" id="{E7886A02-11D9-680D-6523-FA6C02D94531}"/>
                  </a:ext>
                </a:extLst>
              </p:cNvPr>
              <p:cNvSpPr/>
              <p:nvPr/>
            </p:nvSpPr>
            <p:spPr>
              <a:xfrm>
                <a:off x="5171077" y="1475830"/>
                <a:ext cx="343395" cy="84310"/>
              </a:xfrm>
              <a:custGeom>
                <a:avLst/>
                <a:gdLst/>
                <a:ahLst/>
                <a:cxnLst/>
                <a:rect l="l" t="t" r="r" b="b"/>
                <a:pathLst>
                  <a:path w="4297" h="1055" extrusionOk="0">
                    <a:moveTo>
                      <a:pt x="1" y="1"/>
                    </a:moveTo>
                    <a:lnTo>
                      <a:pt x="1" y="1055"/>
                    </a:lnTo>
                    <a:lnTo>
                      <a:pt x="4296" y="1055"/>
                    </a:lnTo>
                    <a:lnTo>
                      <a:pt x="4296" y="1"/>
                    </a:lnTo>
                    <a:close/>
                  </a:path>
                </a:pathLst>
              </a:custGeom>
              <a:solidFill>
                <a:srgbClr val="28417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2" name="Google Shape;3313;p28">
                <a:extLst>
                  <a:ext uri="{FF2B5EF4-FFF2-40B4-BE49-F238E27FC236}">
                    <a16:creationId xmlns:a16="http://schemas.microsoft.com/office/drawing/2014/main" id="{718B9E50-E19C-3B88-BD84-EF45C254989E}"/>
                  </a:ext>
                </a:extLst>
              </p:cNvPr>
              <p:cNvSpPr/>
              <p:nvPr/>
            </p:nvSpPr>
            <p:spPr>
              <a:xfrm>
                <a:off x="5184902" y="1487658"/>
                <a:ext cx="126026" cy="25653"/>
              </a:xfrm>
              <a:custGeom>
                <a:avLst/>
                <a:gdLst/>
                <a:ahLst/>
                <a:cxnLst/>
                <a:rect l="l" t="t" r="r" b="b"/>
                <a:pathLst>
                  <a:path w="1577" h="321" extrusionOk="0">
                    <a:moveTo>
                      <a:pt x="161" y="0"/>
                    </a:moveTo>
                    <a:cubicBezTo>
                      <a:pt x="81" y="0"/>
                      <a:pt x="0" y="68"/>
                      <a:pt x="0" y="161"/>
                    </a:cubicBezTo>
                    <a:cubicBezTo>
                      <a:pt x="0" y="253"/>
                      <a:pt x="81" y="321"/>
                      <a:pt x="161" y="321"/>
                    </a:cubicBezTo>
                    <a:lnTo>
                      <a:pt x="1416" y="321"/>
                    </a:lnTo>
                    <a:cubicBezTo>
                      <a:pt x="1509" y="321"/>
                      <a:pt x="1577" y="253"/>
                      <a:pt x="1577" y="161"/>
                    </a:cubicBezTo>
                    <a:cubicBezTo>
                      <a:pt x="1577" y="68"/>
                      <a:pt x="1509" y="0"/>
                      <a:pt x="141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3" name="Google Shape;3314;p28">
                <a:extLst>
                  <a:ext uri="{FF2B5EF4-FFF2-40B4-BE49-F238E27FC236}">
                    <a16:creationId xmlns:a16="http://schemas.microsoft.com/office/drawing/2014/main" id="{19BBB6D6-8757-E2A7-254B-1C1BAB5AD471}"/>
                  </a:ext>
                </a:extLst>
              </p:cNvPr>
              <p:cNvSpPr/>
              <p:nvPr/>
            </p:nvSpPr>
            <p:spPr>
              <a:xfrm>
                <a:off x="5423765" y="1455612"/>
                <a:ext cx="19260" cy="30048"/>
              </a:xfrm>
              <a:custGeom>
                <a:avLst/>
                <a:gdLst/>
                <a:ahLst/>
                <a:cxnLst/>
                <a:rect l="l" t="t" r="r" b="b"/>
                <a:pathLst>
                  <a:path w="241" h="376" extrusionOk="0">
                    <a:moveTo>
                      <a:pt x="0" y="1"/>
                    </a:moveTo>
                    <a:lnTo>
                      <a:pt x="0" y="376"/>
                    </a:lnTo>
                    <a:lnTo>
                      <a:pt x="241" y="376"/>
                    </a:lnTo>
                    <a:lnTo>
                      <a:pt x="241" y="1"/>
                    </a:lnTo>
                    <a:close/>
                  </a:path>
                </a:pathLst>
              </a:custGeom>
              <a:solidFill>
                <a:srgbClr val="4B03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4" name="Google Shape;3315;p28">
                <a:extLst>
                  <a:ext uri="{FF2B5EF4-FFF2-40B4-BE49-F238E27FC236}">
                    <a16:creationId xmlns:a16="http://schemas.microsoft.com/office/drawing/2014/main" id="{6DC724A4-4B0B-1BE2-68E3-FAC72649E147}"/>
                  </a:ext>
                </a:extLst>
              </p:cNvPr>
              <p:cNvSpPr/>
              <p:nvPr/>
            </p:nvSpPr>
            <p:spPr>
              <a:xfrm>
                <a:off x="5242520" y="1455612"/>
                <a:ext cx="19260" cy="30048"/>
              </a:xfrm>
              <a:custGeom>
                <a:avLst/>
                <a:gdLst/>
                <a:ahLst/>
                <a:cxnLst/>
                <a:rect l="l" t="t" r="r" b="b"/>
                <a:pathLst>
                  <a:path w="241" h="376" extrusionOk="0">
                    <a:moveTo>
                      <a:pt x="0" y="1"/>
                    </a:moveTo>
                    <a:lnTo>
                      <a:pt x="0" y="376"/>
                    </a:lnTo>
                    <a:lnTo>
                      <a:pt x="241" y="376"/>
                    </a:lnTo>
                    <a:lnTo>
                      <a:pt x="241" y="1"/>
                    </a:lnTo>
                    <a:close/>
                  </a:path>
                </a:pathLst>
              </a:custGeom>
              <a:solidFill>
                <a:srgbClr val="4B03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5" name="Google Shape;3316;p28">
                <a:extLst>
                  <a:ext uri="{FF2B5EF4-FFF2-40B4-BE49-F238E27FC236}">
                    <a16:creationId xmlns:a16="http://schemas.microsoft.com/office/drawing/2014/main" id="{57E2AEC4-4B94-40DF-AC36-029A69BCF736}"/>
                  </a:ext>
                </a:extLst>
              </p:cNvPr>
              <p:cNvSpPr/>
              <p:nvPr/>
            </p:nvSpPr>
            <p:spPr>
              <a:xfrm>
                <a:off x="5400430" y="1440828"/>
                <a:ext cx="65131" cy="14864"/>
              </a:xfrm>
              <a:custGeom>
                <a:avLst/>
                <a:gdLst/>
                <a:ahLst/>
                <a:cxnLst/>
                <a:rect l="l" t="t" r="r" b="b"/>
                <a:pathLst>
                  <a:path w="815" h="186" extrusionOk="0">
                    <a:moveTo>
                      <a:pt x="94" y="0"/>
                    </a:moveTo>
                    <a:cubicBezTo>
                      <a:pt x="39" y="0"/>
                      <a:pt x="1" y="51"/>
                      <a:pt x="1" y="93"/>
                    </a:cubicBezTo>
                    <a:cubicBezTo>
                      <a:pt x="1" y="147"/>
                      <a:pt x="39" y="186"/>
                      <a:pt x="94" y="186"/>
                    </a:cubicBezTo>
                    <a:lnTo>
                      <a:pt x="722" y="186"/>
                    </a:lnTo>
                    <a:cubicBezTo>
                      <a:pt x="773" y="186"/>
                      <a:pt x="815" y="147"/>
                      <a:pt x="815" y="93"/>
                    </a:cubicBezTo>
                    <a:cubicBezTo>
                      <a:pt x="815" y="51"/>
                      <a:pt x="773" y="0"/>
                      <a:pt x="722" y="0"/>
                    </a:cubicBezTo>
                    <a:close/>
                  </a:path>
                </a:pathLst>
              </a:custGeom>
              <a:solidFill>
                <a:srgbClr val="A105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6" name="Google Shape;3317;p28">
                <a:extLst>
                  <a:ext uri="{FF2B5EF4-FFF2-40B4-BE49-F238E27FC236}">
                    <a16:creationId xmlns:a16="http://schemas.microsoft.com/office/drawing/2014/main" id="{6B831CF6-5AAE-9115-E21A-878CA1CA7CBE}"/>
                  </a:ext>
                </a:extLst>
              </p:cNvPr>
              <p:cNvSpPr/>
              <p:nvPr/>
            </p:nvSpPr>
            <p:spPr>
              <a:xfrm>
                <a:off x="5373579" y="1487658"/>
                <a:ext cx="126026" cy="25653"/>
              </a:xfrm>
              <a:custGeom>
                <a:avLst/>
                <a:gdLst/>
                <a:ahLst/>
                <a:cxnLst/>
                <a:rect l="l" t="t" r="r" b="b"/>
                <a:pathLst>
                  <a:path w="1577" h="321" extrusionOk="0">
                    <a:moveTo>
                      <a:pt x="161" y="0"/>
                    </a:moveTo>
                    <a:cubicBezTo>
                      <a:pt x="81" y="0"/>
                      <a:pt x="1" y="68"/>
                      <a:pt x="1" y="161"/>
                    </a:cubicBezTo>
                    <a:cubicBezTo>
                      <a:pt x="1" y="253"/>
                      <a:pt x="81" y="321"/>
                      <a:pt x="161" y="321"/>
                    </a:cubicBezTo>
                    <a:lnTo>
                      <a:pt x="1416" y="321"/>
                    </a:lnTo>
                    <a:cubicBezTo>
                      <a:pt x="1509" y="321"/>
                      <a:pt x="1577" y="253"/>
                      <a:pt x="1577" y="161"/>
                    </a:cubicBezTo>
                    <a:cubicBezTo>
                      <a:pt x="1577" y="68"/>
                      <a:pt x="1509" y="0"/>
                      <a:pt x="141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7" name="Google Shape;3318;p28">
                <a:extLst>
                  <a:ext uri="{FF2B5EF4-FFF2-40B4-BE49-F238E27FC236}">
                    <a16:creationId xmlns:a16="http://schemas.microsoft.com/office/drawing/2014/main" id="{4DBA2287-16C9-8ABA-05C7-9528873BC1EC}"/>
                  </a:ext>
                </a:extLst>
              </p:cNvPr>
              <p:cNvSpPr/>
              <p:nvPr/>
            </p:nvSpPr>
            <p:spPr>
              <a:xfrm>
                <a:off x="5138072" y="1430120"/>
                <a:ext cx="93980" cy="76798"/>
              </a:xfrm>
              <a:custGeom>
                <a:avLst/>
                <a:gdLst/>
                <a:ahLst/>
                <a:cxnLst/>
                <a:rect l="l" t="t" r="r" b="b"/>
                <a:pathLst>
                  <a:path w="1176" h="961" extrusionOk="0">
                    <a:moveTo>
                      <a:pt x="1110" y="1"/>
                    </a:moveTo>
                    <a:cubicBezTo>
                      <a:pt x="985" y="1"/>
                      <a:pt x="707" y="266"/>
                      <a:pt x="586" y="307"/>
                    </a:cubicBezTo>
                    <a:cubicBezTo>
                      <a:pt x="439" y="374"/>
                      <a:pt x="0" y="961"/>
                      <a:pt x="0" y="961"/>
                    </a:cubicBezTo>
                    <a:lnTo>
                      <a:pt x="692" y="826"/>
                    </a:lnTo>
                    <a:cubicBezTo>
                      <a:pt x="692" y="826"/>
                      <a:pt x="1160" y="413"/>
                      <a:pt x="1173" y="105"/>
                    </a:cubicBezTo>
                    <a:cubicBezTo>
                      <a:pt x="1176" y="30"/>
                      <a:pt x="1151" y="1"/>
                      <a:pt x="1110" y="1"/>
                    </a:cubicBezTo>
                    <a:close/>
                  </a:path>
                </a:pathLst>
              </a:custGeom>
              <a:solidFill>
                <a:srgbClr val="00C0D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8" name="Google Shape;3319;p28">
                <a:extLst>
                  <a:ext uri="{FF2B5EF4-FFF2-40B4-BE49-F238E27FC236}">
                    <a16:creationId xmlns:a16="http://schemas.microsoft.com/office/drawing/2014/main" id="{A70336C7-A0B4-F441-795C-E36B3182225F}"/>
                  </a:ext>
                </a:extLst>
              </p:cNvPr>
              <p:cNvSpPr/>
              <p:nvPr/>
            </p:nvSpPr>
            <p:spPr>
              <a:xfrm>
                <a:off x="5080454" y="1567811"/>
                <a:ext cx="26692" cy="86308"/>
              </a:xfrm>
              <a:custGeom>
                <a:avLst/>
                <a:gdLst/>
                <a:ahLst/>
                <a:cxnLst/>
                <a:rect l="l" t="t" r="r" b="b"/>
                <a:pathLst>
                  <a:path w="334" h="1080" extrusionOk="0">
                    <a:moveTo>
                      <a:pt x="0" y="0"/>
                    </a:moveTo>
                    <a:lnTo>
                      <a:pt x="0" y="907"/>
                    </a:lnTo>
                    <a:cubicBezTo>
                      <a:pt x="52" y="974"/>
                      <a:pt x="106" y="1025"/>
                      <a:pt x="173" y="1080"/>
                    </a:cubicBezTo>
                    <a:lnTo>
                      <a:pt x="334" y="224"/>
                    </a:lnTo>
                    <a:cubicBezTo>
                      <a:pt x="241" y="144"/>
                      <a:pt x="132" y="80"/>
                      <a:pt x="0" y="0"/>
                    </a:cubicBezTo>
                    <a:close/>
                  </a:path>
                </a:pathLst>
              </a:custGeom>
              <a:solidFill>
                <a:srgbClr val="B60C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9" name="Google Shape;3320;p28">
                <a:extLst>
                  <a:ext uri="{FF2B5EF4-FFF2-40B4-BE49-F238E27FC236}">
                    <a16:creationId xmlns:a16="http://schemas.microsoft.com/office/drawing/2014/main" id="{FC88271D-5642-E659-B2C0-EEF3C50D0BAA}"/>
                  </a:ext>
                </a:extLst>
              </p:cNvPr>
              <p:cNvSpPr/>
              <p:nvPr/>
            </p:nvSpPr>
            <p:spPr>
              <a:xfrm>
                <a:off x="5058957" y="1563416"/>
                <a:ext cx="21577" cy="76878"/>
              </a:xfrm>
              <a:custGeom>
                <a:avLst/>
                <a:gdLst/>
                <a:ahLst/>
                <a:cxnLst/>
                <a:rect l="l" t="t" r="r" b="b"/>
                <a:pathLst>
                  <a:path w="270" h="962" extrusionOk="0">
                    <a:moveTo>
                      <a:pt x="148" y="1"/>
                    </a:moveTo>
                    <a:lnTo>
                      <a:pt x="148" y="1"/>
                    </a:lnTo>
                    <a:cubicBezTo>
                      <a:pt x="0" y="321"/>
                      <a:pt x="55" y="680"/>
                      <a:pt x="269" y="962"/>
                    </a:cubicBezTo>
                    <a:lnTo>
                      <a:pt x="269" y="55"/>
                    </a:lnTo>
                    <a:cubicBezTo>
                      <a:pt x="228" y="39"/>
                      <a:pt x="189" y="13"/>
                      <a:pt x="148" y="1"/>
                    </a:cubicBezTo>
                    <a:close/>
                  </a:path>
                </a:pathLst>
              </a:custGeom>
              <a:solidFill>
                <a:srgbClr val="B63C7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0" name="Google Shape;3321;p28">
                <a:extLst>
                  <a:ext uri="{FF2B5EF4-FFF2-40B4-BE49-F238E27FC236}">
                    <a16:creationId xmlns:a16="http://schemas.microsoft.com/office/drawing/2014/main" id="{8552AE20-0561-105F-AD79-E88C5E250BDA}"/>
                  </a:ext>
                </a:extLst>
              </p:cNvPr>
              <p:cNvSpPr/>
              <p:nvPr/>
            </p:nvSpPr>
            <p:spPr>
              <a:xfrm>
                <a:off x="5094279" y="1585712"/>
                <a:ext cx="69446" cy="88626"/>
              </a:xfrm>
              <a:custGeom>
                <a:avLst/>
                <a:gdLst/>
                <a:ahLst/>
                <a:cxnLst/>
                <a:rect l="l" t="t" r="r" b="b"/>
                <a:pathLst>
                  <a:path w="869" h="1109" extrusionOk="0">
                    <a:moveTo>
                      <a:pt x="161" y="0"/>
                    </a:moveTo>
                    <a:lnTo>
                      <a:pt x="0" y="856"/>
                    </a:lnTo>
                    <a:cubicBezTo>
                      <a:pt x="173" y="990"/>
                      <a:pt x="401" y="1083"/>
                      <a:pt x="667" y="1109"/>
                    </a:cubicBezTo>
                    <a:cubicBezTo>
                      <a:pt x="667" y="1109"/>
                      <a:pt x="869" y="548"/>
                      <a:pt x="161" y="0"/>
                    </a:cubicBezTo>
                    <a:close/>
                  </a:path>
                </a:pathLst>
              </a:custGeom>
              <a:solidFill>
                <a:srgbClr val="A105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1" name="Google Shape;3322;p28">
                <a:extLst>
                  <a:ext uri="{FF2B5EF4-FFF2-40B4-BE49-F238E27FC236}">
                    <a16:creationId xmlns:a16="http://schemas.microsoft.com/office/drawing/2014/main" id="{43F7B603-6484-4C9F-134F-1E57DC1FAEFD}"/>
                  </a:ext>
                </a:extLst>
              </p:cNvPr>
              <p:cNvSpPr/>
              <p:nvPr/>
            </p:nvSpPr>
            <p:spPr>
              <a:xfrm>
                <a:off x="5062234" y="1470236"/>
                <a:ext cx="226159" cy="192355"/>
              </a:xfrm>
              <a:custGeom>
                <a:avLst/>
                <a:gdLst/>
                <a:ahLst/>
                <a:cxnLst/>
                <a:rect l="l" t="t" r="r" b="b"/>
                <a:pathLst>
                  <a:path w="2830" h="2407" extrusionOk="0">
                    <a:moveTo>
                      <a:pt x="2089" y="0"/>
                    </a:moveTo>
                    <a:cubicBezTo>
                      <a:pt x="1729" y="0"/>
                      <a:pt x="1296" y="35"/>
                      <a:pt x="1029" y="193"/>
                    </a:cubicBezTo>
                    <a:cubicBezTo>
                      <a:pt x="709" y="379"/>
                      <a:pt x="27" y="1247"/>
                      <a:pt x="27" y="1247"/>
                    </a:cubicBezTo>
                    <a:cubicBezTo>
                      <a:pt x="1" y="2086"/>
                      <a:pt x="549" y="2406"/>
                      <a:pt x="549" y="2406"/>
                    </a:cubicBezTo>
                    <a:lnTo>
                      <a:pt x="1173" y="1753"/>
                    </a:lnTo>
                    <a:lnTo>
                      <a:pt x="1414" y="1782"/>
                    </a:lnTo>
                    <a:cubicBezTo>
                      <a:pt x="1449" y="1784"/>
                      <a:pt x="1481" y="1785"/>
                      <a:pt x="1511" y="1785"/>
                    </a:cubicBezTo>
                    <a:cubicBezTo>
                      <a:pt x="1871" y="1785"/>
                      <a:pt x="1891" y="1648"/>
                      <a:pt x="2003" y="1500"/>
                    </a:cubicBezTo>
                    <a:cubicBezTo>
                      <a:pt x="2215" y="1461"/>
                      <a:pt x="2215" y="1125"/>
                      <a:pt x="2215" y="1125"/>
                    </a:cubicBezTo>
                    <a:cubicBezTo>
                      <a:pt x="2215" y="1125"/>
                      <a:pt x="2442" y="1086"/>
                      <a:pt x="2471" y="965"/>
                    </a:cubicBezTo>
                    <a:cubicBezTo>
                      <a:pt x="2484" y="833"/>
                      <a:pt x="2564" y="699"/>
                      <a:pt x="1708" y="699"/>
                    </a:cubicBezTo>
                    <a:cubicBezTo>
                      <a:pt x="1696" y="551"/>
                      <a:pt x="1776" y="433"/>
                      <a:pt x="1962" y="420"/>
                    </a:cubicBezTo>
                    <a:cubicBezTo>
                      <a:pt x="2151" y="404"/>
                      <a:pt x="2509" y="420"/>
                      <a:pt x="2670" y="353"/>
                    </a:cubicBezTo>
                    <a:cubicBezTo>
                      <a:pt x="2830" y="273"/>
                      <a:pt x="2682" y="33"/>
                      <a:pt x="2295" y="4"/>
                    </a:cubicBezTo>
                    <a:cubicBezTo>
                      <a:pt x="2230" y="2"/>
                      <a:pt x="2161" y="0"/>
                      <a:pt x="2089" y="0"/>
                    </a:cubicBezTo>
                    <a:close/>
                  </a:path>
                </a:pathLst>
              </a:custGeom>
              <a:solidFill>
                <a:srgbClr val="00C0D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2" name="Google Shape;3323;p28">
                <a:extLst>
                  <a:ext uri="{FF2B5EF4-FFF2-40B4-BE49-F238E27FC236}">
                    <a16:creationId xmlns:a16="http://schemas.microsoft.com/office/drawing/2014/main" id="{5C56EC86-AAF6-F45E-28B5-D62C4295826E}"/>
                  </a:ext>
                </a:extLst>
              </p:cNvPr>
              <p:cNvSpPr/>
              <p:nvPr/>
            </p:nvSpPr>
            <p:spPr>
              <a:xfrm>
                <a:off x="4950115" y="1563416"/>
                <a:ext cx="197470" cy="288253"/>
              </a:xfrm>
              <a:custGeom>
                <a:avLst/>
                <a:gdLst/>
                <a:ahLst/>
                <a:cxnLst/>
                <a:rect l="l" t="t" r="r" b="b"/>
                <a:pathLst>
                  <a:path w="2471" h="3607" extrusionOk="0">
                    <a:moveTo>
                      <a:pt x="1510" y="1"/>
                    </a:moveTo>
                    <a:lnTo>
                      <a:pt x="1" y="1308"/>
                    </a:lnTo>
                    <a:lnTo>
                      <a:pt x="1" y="2336"/>
                    </a:lnTo>
                    <a:cubicBezTo>
                      <a:pt x="1" y="3321"/>
                      <a:pt x="356" y="3606"/>
                      <a:pt x="738" y="3606"/>
                    </a:cubicBezTo>
                    <a:cubicBezTo>
                      <a:pt x="755" y="3606"/>
                      <a:pt x="772" y="3606"/>
                      <a:pt x="789" y="3605"/>
                    </a:cubicBezTo>
                    <a:cubicBezTo>
                      <a:pt x="1202" y="3579"/>
                      <a:pt x="1497" y="2951"/>
                      <a:pt x="2471" y="1388"/>
                    </a:cubicBezTo>
                    <a:cubicBezTo>
                      <a:pt x="1295" y="1067"/>
                      <a:pt x="1510" y="1"/>
                      <a:pt x="151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3" name="Google Shape;3324;p28">
                <a:extLst>
                  <a:ext uri="{FF2B5EF4-FFF2-40B4-BE49-F238E27FC236}">
                    <a16:creationId xmlns:a16="http://schemas.microsoft.com/office/drawing/2014/main" id="{911B573F-1883-85F6-B0B0-32DCEA65E2EE}"/>
                  </a:ext>
                </a:extLst>
              </p:cNvPr>
              <p:cNvSpPr/>
              <p:nvPr/>
            </p:nvSpPr>
            <p:spPr>
              <a:xfrm>
                <a:off x="5206159" y="1470476"/>
                <a:ext cx="82233" cy="33404"/>
              </a:xfrm>
              <a:custGeom>
                <a:avLst/>
                <a:gdLst/>
                <a:ahLst/>
                <a:cxnLst/>
                <a:rect l="l" t="t" r="r" b="b"/>
                <a:pathLst>
                  <a:path w="1029" h="418" extrusionOk="0">
                    <a:moveTo>
                      <a:pt x="253" y="1"/>
                    </a:moveTo>
                    <a:cubicBezTo>
                      <a:pt x="173" y="68"/>
                      <a:pt x="0" y="283"/>
                      <a:pt x="308" y="417"/>
                    </a:cubicBezTo>
                    <a:cubicBezTo>
                      <a:pt x="494" y="401"/>
                      <a:pt x="750" y="401"/>
                      <a:pt x="869" y="350"/>
                    </a:cubicBezTo>
                    <a:cubicBezTo>
                      <a:pt x="1029" y="270"/>
                      <a:pt x="881" y="30"/>
                      <a:pt x="494" y="1"/>
                    </a:cubicBezTo>
                    <a:close/>
                  </a:path>
                </a:pathLst>
              </a:custGeom>
              <a:solidFill>
                <a:srgbClr val="00C0D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4" name="Google Shape;3325;p28">
                <a:extLst>
                  <a:ext uri="{FF2B5EF4-FFF2-40B4-BE49-F238E27FC236}">
                    <a16:creationId xmlns:a16="http://schemas.microsoft.com/office/drawing/2014/main" id="{78D568F0-7244-FF80-2476-6D4E131543FA}"/>
                  </a:ext>
                </a:extLst>
              </p:cNvPr>
              <p:cNvSpPr/>
              <p:nvPr/>
            </p:nvSpPr>
            <p:spPr>
              <a:xfrm>
                <a:off x="4953471" y="1778943"/>
                <a:ext cx="97097" cy="72723"/>
              </a:xfrm>
              <a:custGeom>
                <a:avLst/>
                <a:gdLst/>
                <a:ahLst/>
                <a:cxnLst/>
                <a:rect l="l" t="t" r="r" b="b"/>
                <a:pathLst>
                  <a:path w="1215" h="910" extrusionOk="0">
                    <a:moveTo>
                      <a:pt x="372" y="1"/>
                    </a:moveTo>
                    <a:cubicBezTo>
                      <a:pt x="241" y="1"/>
                      <a:pt x="106" y="27"/>
                      <a:pt x="0" y="81"/>
                    </a:cubicBezTo>
                    <a:cubicBezTo>
                      <a:pt x="88" y="708"/>
                      <a:pt x="377" y="910"/>
                      <a:pt x="689" y="910"/>
                    </a:cubicBezTo>
                    <a:cubicBezTo>
                      <a:pt x="708" y="910"/>
                      <a:pt x="727" y="909"/>
                      <a:pt x="747" y="908"/>
                    </a:cubicBezTo>
                    <a:cubicBezTo>
                      <a:pt x="907" y="895"/>
                      <a:pt x="1042" y="802"/>
                      <a:pt x="1215" y="587"/>
                    </a:cubicBezTo>
                    <a:cubicBezTo>
                      <a:pt x="1080" y="254"/>
                      <a:pt x="760" y="1"/>
                      <a:pt x="372" y="1"/>
                    </a:cubicBezTo>
                    <a:close/>
                  </a:path>
                </a:pathLst>
              </a:custGeom>
              <a:solidFill>
                <a:srgbClr val="FF247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5" name="Google Shape;3326;p28">
                <a:extLst>
                  <a:ext uri="{FF2B5EF4-FFF2-40B4-BE49-F238E27FC236}">
                    <a16:creationId xmlns:a16="http://schemas.microsoft.com/office/drawing/2014/main" id="{E766DDF5-B4A9-0CAE-3A41-4794DF770927}"/>
                  </a:ext>
                </a:extLst>
              </p:cNvPr>
              <p:cNvSpPr/>
              <p:nvPr/>
            </p:nvSpPr>
            <p:spPr>
              <a:xfrm>
                <a:off x="5452693" y="1430120"/>
                <a:ext cx="93740" cy="76798"/>
              </a:xfrm>
              <a:custGeom>
                <a:avLst/>
                <a:gdLst/>
                <a:ahLst/>
                <a:cxnLst/>
                <a:rect l="l" t="t" r="r" b="b"/>
                <a:pathLst>
                  <a:path w="1173" h="961" extrusionOk="0">
                    <a:moveTo>
                      <a:pt x="69" y="1"/>
                    </a:moveTo>
                    <a:cubicBezTo>
                      <a:pt x="27" y="1"/>
                      <a:pt x="0" y="30"/>
                      <a:pt x="0" y="105"/>
                    </a:cubicBezTo>
                    <a:cubicBezTo>
                      <a:pt x="13" y="413"/>
                      <a:pt x="481" y="826"/>
                      <a:pt x="481" y="826"/>
                    </a:cubicBezTo>
                    <a:lnTo>
                      <a:pt x="1173" y="961"/>
                    </a:lnTo>
                    <a:cubicBezTo>
                      <a:pt x="1173" y="961"/>
                      <a:pt x="734" y="374"/>
                      <a:pt x="587" y="307"/>
                    </a:cubicBezTo>
                    <a:cubicBezTo>
                      <a:pt x="466" y="266"/>
                      <a:pt x="196" y="1"/>
                      <a:pt x="69" y="1"/>
                    </a:cubicBezTo>
                    <a:close/>
                  </a:path>
                </a:pathLst>
              </a:custGeom>
              <a:solidFill>
                <a:srgbClr val="00C0D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6" name="Google Shape;3327;p28">
                <a:extLst>
                  <a:ext uri="{FF2B5EF4-FFF2-40B4-BE49-F238E27FC236}">
                    <a16:creationId xmlns:a16="http://schemas.microsoft.com/office/drawing/2014/main" id="{D020A70D-816A-4176-4B64-746CFD3DB486}"/>
                  </a:ext>
                </a:extLst>
              </p:cNvPr>
              <p:cNvSpPr/>
              <p:nvPr/>
            </p:nvSpPr>
            <p:spPr>
              <a:xfrm>
                <a:off x="5577359" y="1567811"/>
                <a:ext cx="26692" cy="86308"/>
              </a:xfrm>
              <a:custGeom>
                <a:avLst/>
                <a:gdLst/>
                <a:ahLst/>
                <a:cxnLst/>
                <a:rect l="l" t="t" r="r" b="b"/>
                <a:pathLst>
                  <a:path w="334" h="1080" extrusionOk="0">
                    <a:moveTo>
                      <a:pt x="334" y="0"/>
                    </a:moveTo>
                    <a:cubicBezTo>
                      <a:pt x="202" y="80"/>
                      <a:pt x="93" y="144"/>
                      <a:pt x="1" y="224"/>
                    </a:cubicBezTo>
                    <a:lnTo>
                      <a:pt x="161" y="1080"/>
                    </a:lnTo>
                    <a:cubicBezTo>
                      <a:pt x="228" y="1025"/>
                      <a:pt x="295" y="974"/>
                      <a:pt x="334" y="907"/>
                    </a:cubicBezTo>
                    <a:lnTo>
                      <a:pt x="334" y="0"/>
                    </a:lnTo>
                    <a:close/>
                  </a:path>
                </a:pathLst>
              </a:custGeom>
              <a:solidFill>
                <a:srgbClr val="B60C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7" name="Google Shape;3328;p28">
                <a:extLst>
                  <a:ext uri="{FF2B5EF4-FFF2-40B4-BE49-F238E27FC236}">
                    <a16:creationId xmlns:a16="http://schemas.microsoft.com/office/drawing/2014/main" id="{880B4DB3-5D0A-C79F-0061-697959A8D246}"/>
                  </a:ext>
                </a:extLst>
              </p:cNvPr>
              <p:cNvSpPr/>
              <p:nvPr/>
            </p:nvSpPr>
            <p:spPr>
              <a:xfrm>
                <a:off x="5603970" y="1563416"/>
                <a:ext cx="21577" cy="76878"/>
              </a:xfrm>
              <a:custGeom>
                <a:avLst/>
                <a:gdLst/>
                <a:ahLst/>
                <a:cxnLst/>
                <a:rect l="l" t="t" r="r" b="b"/>
                <a:pathLst>
                  <a:path w="270" h="962" extrusionOk="0">
                    <a:moveTo>
                      <a:pt x="135" y="1"/>
                    </a:moveTo>
                    <a:lnTo>
                      <a:pt x="135" y="1"/>
                    </a:lnTo>
                    <a:cubicBezTo>
                      <a:pt x="81" y="13"/>
                      <a:pt x="42" y="39"/>
                      <a:pt x="1" y="55"/>
                    </a:cubicBezTo>
                    <a:lnTo>
                      <a:pt x="1" y="962"/>
                    </a:lnTo>
                    <a:cubicBezTo>
                      <a:pt x="215" y="680"/>
                      <a:pt x="270" y="321"/>
                      <a:pt x="135" y="1"/>
                    </a:cubicBezTo>
                    <a:close/>
                  </a:path>
                </a:pathLst>
              </a:custGeom>
              <a:solidFill>
                <a:srgbClr val="B63C7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8" name="Google Shape;3329;p28">
                <a:extLst>
                  <a:ext uri="{FF2B5EF4-FFF2-40B4-BE49-F238E27FC236}">
                    <a16:creationId xmlns:a16="http://schemas.microsoft.com/office/drawing/2014/main" id="{06A2CB4D-42F5-CEB5-636D-27CF3A7ECDBE}"/>
                  </a:ext>
                </a:extLst>
              </p:cNvPr>
              <p:cNvSpPr/>
              <p:nvPr/>
            </p:nvSpPr>
            <p:spPr>
              <a:xfrm>
                <a:off x="5520780" y="1585712"/>
                <a:ext cx="69446" cy="88626"/>
              </a:xfrm>
              <a:custGeom>
                <a:avLst/>
                <a:gdLst/>
                <a:ahLst/>
                <a:cxnLst/>
                <a:rect l="l" t="t" r="r" b="b"/>
                <a:pathLst>
                  <a:path w="869" h="1109" extrusionOk="0">
                    <a:moveTo>
                      <a:pt x="709" y="0"/>
                    </a:moveTo>
                    <a:cubicBezTo>
                      <a:pt x="1" y="548"/>
                      <a:pt x="215" y="1109"/>
                      <a:pt x="215" y="1109"/>
                    </a:cubicBezTo>
                    <a:cubicBezTo>
                      <a:pt x="481" y="1083"/>
                      <a:pt x="696" y="990"/>
                      <a:pt x="869" y="856"/>
                    </a:cubicBezTo>
                    <a:lnTo>
                      <a:pt x="709" y="0"/>
                    </a:lnTo>
                    <a:close/>
                  </a:path>
                </a:pathLst>
              </a:custGeom>
              <a:solidFill>
                <a:srgbClr val="A105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9" name="Google Shape;3330;p28">
                <a:extLst>
                  <a:ext uri="{FF2B5EF4-FFF2-40B4-BE49-F238E27FC236}">
                    <a16:creationId xmlns:a16="http://schemas.microsoft.com/office/drawing/2014/main" id="{CA851EB4-0696-A239-0A63-29079BC344CB}"/>
                  </a:ext>
                </a:extLst>
              </p:cNvPr>
              <p:cNvSpPr/>
              <p:nvPr/>
            </p:nvSpPr>
            <p:spPr>
              <a:xfrm>
                <a:off x="5396114" y="1470236"/>
                <a:ext cx="226159" cy="192355"/>
              </a:xfrm>
              <a:custGeom>
                <a:avLst/>
                <a:gdLst/>
                <a:ahLst/>
                <a:cxnLst/>
                <a:rect l="l" t="t" r="r" b="b"/>
                <a:pathLst>
                  <a:path w="2830" h="2407" extrusionOk="0">
                    <a:moveTo>
                      <a:pt x="747" y="0"/>
                    </a:moveTo>
                    <a:cubicBezTo>
                      <a:pt x="674" y="0"/>
                      <a:pt x="603" y="2"/>
                      <a:pt x="535" y="4"/>
                    </a:cubicBezTo>
                    <a:cubicBezTo>
                      <a:pt x="148" y="33"/>
                      <a:pt x="0" y="273"/>
                      <a:pt x="161" y="353"/>
                    </a:cubicBezTo>
                    <a:cubicBezTo>
                      <a:pt x="321" y="420"/>
                      <a:pt x="680" y="404"/>
                      <a:pt x="869" y="420"/>
                    </a:cubicBezTo>
                    <a:cubicBezTo>
                      <a:pt x="1054" y="433"/>
                      <a:pt x="1147" y="551"/>
                      <a:pt x="1134" y="699"/>
                    </a:cubicBezTo>
                    <a:cubicBezTo>
                      <a:pt x="279" y="699"/>
                      <a:pt x="346" y="833"/>
                      <a:pt x="375" y="965"/>
                    </a:cubicBezTo>
                    <a:cubicBezTo>
                      <a:pt x="388" y="1086"/>
                      <a:pt x="616" y="1125"/>
                      <a:pt x="616" y="1125"/>
                    </a:cubicBezTo>
                    <a:cubicBezTo>
                      <a:pt x="616" y="1125"/>
                      <a:pt x="628" y="1461"/>
                      <a:pt x="827" y="1500"/>
                    </a:cubicBezTo>
                    <a:cubicBezTo>
                      <a:pt x="951" y="1648"/>
                      <a:pt x="961" y="1785"/>
                      <a:pt x="1319" y="1785"/>
                    </a:cubicBezTo>
                    <a:cubicBezTo>
                      <a:pt x="1349" y="1785"/>
                      <a:pt x="1381" y="1784"/>
                      <a:pt x="1416" y="1782"/>
                    </a:cubicBezTo>
                    <a:lnTo>
                      <a:pt x="1657" y="1753"/>
                    </a:lnTo>
                    <a:lnTo>
                      <a:pt x="2281" y="2406"/>
                    </a:lnTo>
                    <a:cubicBezTo>
                      <a:pt x="2281" y="2406"/>
                      <a:pt x="2829" y="2086"/>
                      <a:pt x="2804" y="1247"/>
                    </a:cubicBezTo>
                    <a:cubicBezTo>
                      <a:pt x="2804" y="1247"/>
                      <a:pt x="2121" y="379"/>
                      <a:pt x="1801" y="193"/>
                    </a:cubicBezTo>
                    <a:cubicBezTo>
                      <a:pt x="1534" y="35"/>
                      <a:pt x="1112" y="0"/>
                      <a:pt x="747" y="0"/>
                    </a:cubicBezTo>
                    <a:close/>
                  </a:path>
                </a:pathLst>
              </a:custGeom>
              <a:solidFill>
                <a:srgbClr val="00C0D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0" name="Google Shape;3331;p28">
                <a:extLst>
                  <a:ext uri="{FF2B5EF4-FFF2-40B4-BE49-F238E27FC236}">
                    <a16:creationId xmlns:a16="http://schemas.microsoft.com/office/drawing/2014/main" id="{577A9899-9927-ED65-FCFB-6BBEFA1A143C}"/>
                  </a:ext>
                </a:extLst>
              </p:cNvPr>
              <p:cNvSpPr/>
              <p:nvPr/>
            </p:nvSpPr>
            <p:spPr>
              <a:xfrm>
                <a:off x="5537962" y="1563416"/>
                <a:ext cx="196431" cy="288253"/>
              </a:xfrm>
              <a:custGeom>
                <a:avLst/>
                <a:gdLst/>
                <a:ahLst/>
                <a:cxnLst/>
                <a:rect l="l" t="t" r="r" b="b"/>
                <a:pathLst>
                  <a:path w="2458" h="3607" extrusionOk="0">
                    <a:moveTo>
                      <a:pt x="961" y="1"/>
                    </a:moveTo>
                    <a:lnTo>
                      <a:pt x="961" y="1"/>
                    </a:lnTo>
                    <a:cubicBezTo>
                      <a:pt x="961" y="1"/>
                      <a:pt x="1163" y="1067"/>
                      <a:pt x="0" y="1388"/>
                    </a:cubicBezTo>
                    <a:cubicBezTo>
                      <a:pt x="974" y="2951"/>
                      <a:pt x="1256" y="3579"/>
                      <a:pt x="1669" y="3605"/>
                    </a:cubicBezTo>
                    <a:cubicBezTo>
                      <a:pt x="1686" y="3606"/>
                      <a:pt x="1703" y="3606"/>
                      <a:pt x="1720" y="3606"/>
                    </a:cubicBezTo>
                    <a:cubicBezTo>
                      <a:pt x="2102" y="3606"/>
                      <a:pt x="2457" y="3321"/>
                      <a:pt x="2457" y="2336"/>
                    </a:cubicBezTo>
                    <a:lnTo>
                      <a:pt x="2457" y="1308"/>
                    </a:lnTo>
                    <a:lnTo>
                      <a:pt x="96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1" name="Google Shape;3332;p28">
                <a:extLst>
                  <a:ext uri="{FF2B5EF4-FFF2-40B4-BE49-F238E27FC236}">
                    <a16:creationId xmlns:a16="http://schemas.microsoft.com/office/drawing/2014/main" id="{DC248487-9507-2BE1-8231-940A0D85BE00}"/>
                  </a:ext>
                </a:extLst>
              </p:cNvPr>
              <p:cNvSpPr/>
              <p:nvPr/>
            </p:nvSpPr>
            <p:spPr>
              <a:xfrm>
                <a:off x="5396114" y="1470476"/>
                <a:ext cx="82233" cy="33404"/>
              </a:xfrm>
              <a:custGeom>
                <a:avLst/>
                <a:gdLst/>
                <a:ahLst/>
                <a:cxnLst/>
                <a:rect l="l" t="t" r="r" b="b"/>
                <a:pathLst>
                  <a:path w="1029" h="418" extrusionOk="0">
                    <a:moveTo>
                      <a:pt x="535" y="1"/>
                    </a:moveTo>
                    <a:cubicBezTo>
                      <a:pt x="148" y="30"/>
                      <a:pt x="0" y="270"/>
                      <a:pt x="161" y="350"/>
                    </a:cubicBezTo>
                    <a:cubicBezTo>
                      <a:pt x="279" y="401"/>
                      <a:pt x="535" y="401"/>
                      <a:pt x="734" y="417"/>
                    </a:cubicBezTo>
                    <a:cubicBezTo>
                      <a:pt x="1029" y="283"/>
                      <a:pt x="856" y="68"/>
                      <a:pt x="776" y="1"/>
                    </a:cubicBezTo>
                    <a:close/>
                  </a:path>
                </a:pathLst>
              </a:custGeom>
              <a:solidFill>
                <a:srgbClr val="00C0D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2" name="Google Shape;3333;p28">
                <a:extLst>
                  <a:ext uri="{FF2B5EF4-FFF2-40B4-BE49-F238E27FC236}">
                    <a16:creationId xmlns:a16="http://schemas.microsoft.com/office/drawing/2014/main" id="{1D16FF5F-5D11-7817-EE13-F0F21FE6C6DF}"/>
                  </a:ext>
                </a:extLst>
              </p:cNvPr>
              <p:cNvSpPr/>
              <p:nvPr/>
            </p:nvSpPr>
            <p:spPr>
              <a:xfrm>
                <a:off x="5633938" y="1778943"/>
                <a:ext cx="98136" cy="72723"/>
              </a:xfrm>
              <a:custGeom>
                <a:avLst/>
                <a:gdLst/>
                <a:ahLst/>
                <a:cxnLst/>
                <a:rect l="l" t="t" r="r" b="b"/>
                <a:pathLst>
                  <a:path w="1228" h="910" extrusionOk="0">
                    <a:moveTo>
                      <a:pt x="856" y="1"/>
                    </a:moveTo>
                    <a:cubicBezTo>
                      <a:pt x="468" y="1"/>
                      <a:pt x="135" y="254"/>
                      <a:pt x="1" y="587"/>
                    </a:cubicBezTo>
                    <a:cubicBezTo>
                      <a:pt x="174" y="802"/>
                      <a:pt x="308" y="895"/>
                      <a:pt x="468" y="908"/>
                    </a:cubicBezTo>
                    <a:cubicBezTo>
                      <a:pt x="488" y="909"/>
                      <a:pt x="507" y="910"/>
                      <a:pt x="526" y="910"/>
                    </a:cubicBezTo>
                    <a:cubicBezTo>
                      <a:pt x="838" y="910"/>
                      <a:pt x="1128" y="708"/>
                      <a:pt x="1227" y="81"/>
                    </a:cubicBezTo>
                    <a:cubicBezTo>
                      <a:pt x="1109" y="27"/>
                      <a:pt x="987" y="1"/>
                      <a:pt x="856" y="1"/>
                    </a:cubicBezTo>
                    <a:close/>
                  </a:path>
                </a:pathLst>
              </a:custGeom>
              <a:solidFill>
                <a:srgbClr val="FF247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3" name="Google Shape;3334;p28">
                <a:extLst>
                  <a:ext uri="{FF2B5EF4-FFF2-40B4-BE49-F238E27FC236}">
                    <a16:creationId xmlns:a16="http://schemas.microsoft.com/office/drawing/2014/main" id="{12AFA0AF-761B-D986-61E4-7CCD8FE7C7C9}"/>
                  </a:ext>
                </a:extLst>
              </p:cNvPr>
              <p:cNvSpPr/>
              <p:nvPr/>
            </p:nvSpPr>
            <p:spPr>
              <a:xfrm>
                <a:off x="5080454" y="1775667"/>
                <a:ext cx="146005" cy="177251"/>
              </a:xfrm>
              <a:custGeom>
                <a:avLst/>
                <a:gdLst/>
                <a:ahLst/>
                <a:cxnLst/>
                <a:rect l="l" t="t" r="r" b="b"/>
                <a:pathLst>
                  <a:path w="1827" h="2218" extrusionOk="0">
                    <a:moveTo>
                      <a:pt x="1826" y="0"/>
                    </a:moveTo>
                    <a:lnTo>
                      <a:pt x="0" y="1307"/>
                    </a:lnTo>
                    <a:lnTo>
                      <a:pt x="0" y="2217"/>
                    </a:lnTo>
                    <a:lnTo>
                      <a:pt x="1826" y="801"/>
                    </a:lnTo>
                    <a:lnTo>
                      <a:pt x="1826" y="0"/>
                    </a:lnTo>
                    <a:close/>
                  </a:path>
                </a:pathLst>
              </a:custGeom>
              <a:solidFill>
                <a:srgbClr val="A105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4" name="Google Shape;3335;p28">
                <a:extLst>
                  <a:ext uri="{FF2B5EF4-FFF2-40B4-BE49-F238E27FC236}">
                    <a16:creationId xmlns:a16="http://schemas.microsoft.com/office/drawing/2014/main" id="{74B9226B-0FB7-FF71-621D-C6A37759314A}"/>
                  </a:ext>
                </a:extLst>
              </p:cNvPr>
              <p:cNvSpPr/>
              <p:nvPr/>
            </p:nvSpPr>
            <p:spPr>
              <a:xfrm>
                <a:off x="5458048" y="1775667"/>
                <a:ext cx="146005" cy="177251"/>
              </a:xfrm>
              <a:custGeom>
                <a:avLst/>
                <a:gdLst/>
                <a:ahLst/>
                <a:cxnLst/>
                <a:rect l="l" t="t" r="r" b="b"/>
                <a:pathLst>
                  <a:path w="1827" h="2218" extrusionOk="0">
                    <a:moveTo>
                      <a:pt x="1" y="0"/>
                    </a:moveTo>
                    <a:lnTo>
                      <a:pt x="1" y="801"/>
                    </a:lnTo>
                    <a:lnTo>
                      <a:pt x="1827" y="2217"/>
                    </a:lnTo>
                    <a:lnTo>
                      <a:pt x="1827" y="130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A105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5" name="Google Shape;3336;p28">
                <a:extLst>
                  <a:ext uri="{FF2B5EF4-FFF2-40B4-BE49-F238E27FC236}">
                    <a16:creationId xmlns:a16="http://schemas.microsoft.com/office/drawing/2014/main" id="{4AF75F45-E5CC-C5A2-322F-D49225BE0BE0}"/>
                  </a:ext>
                </a:extLst>
              </p:cNvPr>
              <p:cNvSpPr/>
              <p:nvPr/>
            </p:nvSpPr>
            <p:spPr>
              <a:xfrm>
                <a:off x="5271209" y="1618956"/>
                <a:ext cx="143128" cy="9590"/>
              </a:xfrm>
              <a:custGeom>
                <a:avLst/>
                <a:gdLst/>
                <a:ahLst/>
                <a:cxnLst/>
                <a:rect l="l" t="t" r="r" b="b"/>
                <a:pathLst>
                  <a:path w="1791" h="120" extrusionOk="0">
                    <a:moveTo>
                      <a:pt x="55" y="1"/>
                    </a:moveTo>
                    <a:cubicBezTo>
                      <a:pt x="29" y="1"/>
                      <a:pt x="0" y="26"/>
                      <a:pt x="0" y="52"/>
                    </a:cubicBezTo>
                    <a:cubicBezTo>
                      <a:pt x="0" y="94"/>
                      <a:pt x="29" y="119"/>
                      <a:pt x="55" y="119"/>
                    </a:cubicBezTo>
                    <a:lnTo>
                      <a:pt x="1724" y="119"/>
                    </a:lnTo>
                    <a:cubicBezTo>
                      <a:pt x="1762" y="119"/>
                      <a:pt x="1791" y="94"/>
                      <a:pt x="1791" y="52"/>
                    </a:cubicBezTo>
                    <a:cubicBezTo>
                      <a:pt x="1791" y="26"/>
                      <a:pt x="1762" y="1"/>
                      <a:pt x="1724" y="1"/>
                    </a:cubicBezTo>
                    <a:close/>
                  </a:path>
                </a:pathLst>
              </a:custGeom>
              <a:solidFill>
                <a:srgbClr val="A105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6" name="Google Shape;3337;p28">
                <a:extLst>
                  <a:ext uri="{FF2B5EF4-FFF2-40B4-BE49-F238E27FC236}">
                    <a16:creationId xmlns:a16="http://schemas.microsoft.com/office/drawing/2014/main" id="{741E41C6-FCDB-759F-6CAE-61FCB8DC7044}"/>
                  </a:ext>
                </a:extLst>
              </p:cNvPr>
              <p:cNvSpPr/>
              <p:nvPr/>
            </p:nvSpPr>
            <p:spPr>
              <a:xfrm>
                <a:off x="5271209" y="1755449"/>
                <a:ext cx="143128" cy="9510"/>
              </a:xfrm>
              <a:custGeom>
                <a:avLst/>
                <a:gdLst/>
                <a:ahLst/>
                <a:cxnLst/>
                <a:rect l="l" t="t" r="r" b="b"/>
                <a:pathLst>
                  <a:path w="1791" h="119" extrusionOk="0">
                    <a:moveTo>
                      <a:pt x="55" y="0"/>
                    </a:moveTo>
                    <a:cubicBezTo>
                      <a:pt x="29" y="0"/>
                      <a:pt x="0" y="26"/>
                      <a:pt x="0" y="55"/>
                    </a:cubicBezTo>
                    <a:cubicBezTo>
                      <a:pt x="0" y="93"/>
                      <a:pt x="29" y="119"/>
                      <a:pt x="55" y="119"/>
                    </a:cubicBezTo>
                    <a:lnTo>
                      <a:pt x="1724" y="119"/>
                    </a:lnTo>
                    <a:cubicBezTo>
                      <a:pt x="1762" y="119"/>
                      <a:pt x="1791" y="93"/>
                      <a:pt x="1791" y="55"/>
                    </a:cubicBezTo>
                    <a:cubicBezTo>
                      <a:pt x="1791" y="26"/>
                      <a:pt x="1762" y="0"/>
                      <a:pt x="1724" y="0"/>
                    </a:cubicBezTo>
                    <a:close/>
                  </a:path>
                </a:pathLst>
              </a:custGeom>
              <a:solidFill>
                <a:srgbClr val="A105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7" name="Google Shape;3338;p28">
                <a:extLst>
                  <a:ext uri="{FF2B5EF4-FFF2-40B4-BE49-F238E27FC236}">
                    <a16:creationId xmlns:a16="http://schemas.microsoft.com/office/drawing/2014/main" id="{6CEE2A5B-9169-1F8A-6FE9-87506AEFC699}"/>
                  </a:ext>
                </a:extLst>
              </p:cNvPr>
              <p:cNvSpPr/>
              <p:nvPr/>
            </p:nvSpPr>
            <p:spPr>
              <a:xfrm>
                <a:off x="5271209" y="1891861"/>
                <a:ext cx="143128" cy="9830"/>
              </a:xfrm>
              <a:custGeom>
                <a:avLst/>
                <a:gdLst/>
                <a:ahLst/>
                <a:cxnLst/>
                <a:rect l="l" t="t" r="r" b="b"/>
                <a:pathLst>
                  <a:path w="1791" h="123" extrusionOk="0">
                    <a:moveTo>
                      <a:pt x="55" y="1"/>
                    </a:moveTo>
                    <a:cubicBezTo>
                      <a:pt x="29" y="1"/>
                      <a:pt x="0" y="30"/>
                      <a:pt x="0" y="68"/>
                    </a:cubicBezTo>
                    <a:cubicBezTo>
                      <a:pt x="0" y="94"/>
                      <a:pt x="29" y="122"/>
                      <a:pt x="55" y="122"/>
                    </a:cubicBezTo>
                    <a:lnTo>
                      <a:pt x="1724" y="122"/>
                    </a:lnTo>
                    <a:cubicBezTo>
                      <a:pt x="1762" y="122"/>
                      <a:pt x="1791" y="94"/>
                      <a:pt x="1791" y="68"/>
                    </a:cubicBezTo>
                    <a:cubicBezTo>
                      <a:pt x="1791" y="30"/>
                      <a:pt x="1762" y="1"/>
                      <a:pt x="1724" y="1"/>
                    </a:cubicBezTo>
                    <a:close/>
                  </a:path>
                </a:pathLst>
              </a:custGeom>
              <a:solidFill>
                <a:srgbClr val="A105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8" name="Google Shape;3339;p28">
                <a:extLst>
                  <a:ext uri="{FF2B5EF4-FFF2-40B4-BE49-F238E27FC236}">
                    <a16:creationId xmlns:a16="http://schemas.microsoft.com/office/drawing/2014/main" id="{54E97C6B-69A3-6CBA-B6A3-D820B870F3F9}"/>
                  </a:ext>
                </a:extLst>
              </p:cNvPr>
              <p:cNvSpPr/>
              <p:nvPr/>
            </p:nvSpPr>
            <p:spPr>
              <a:xfrm>
                <a:off x="5239163" y="858417"/>
                <a:ext cx="116596" cy="100133"/>
              </a:xfrm>
              <a:custGeom>
                <a:avLst/>
                <a:gdLst/>
                <a:ahLst/>
                <a:cxnLst/>
                <a:rect l="l" t="t" r="r" b="b"/>
                <a:pathLst>
                  <a:path w="1459" h="1253" extrusionOk="0">
                    <a:moveTo>
                      <a:pt x="1298" y="0"/>
                    </a:moveTo>
                    <a:cubicBezTo>
                      <a:pt x="1" y="0"/>
                      <a:pt x="177" y="1253"/>
                      <a:pt x="177" y="1253"/>
                    </a:cubicBezTo>
                    <a:lnTo>
                      <a:pt x="561" y="1240"/>
                    </a:lnTo>
                    <a:cubicBezTo>
                      <a:pt x="536" y="1092"/>
                      <a:pt x="363" y="93"/>
                      <a:pt x="1458" y="0"/>
                    </a:cubicBezTo>
                    <a:close/>
                  </a:path>
                </a:pathLst>
              </a:custGeom>
              <a:solidFill>
                <a:srgbClr val="A105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9" name="Google Shape;3340;p28">
                <a:extLst>
                  <a:ext uri="{FF2B5EF4-FFF2-40B4-BE49-F238E27FC236}">
                    <a16:creationId xmlns:a16="http://schemas.microsoft.com/office/drawing/2014/main" id="{7E9FC2AA-D49E-035B-F669-DDD37E6548AF}"/>
                  </a:ext>
                </a:extLst>
              </p:cNvPr>
              <p:cNvSpPr/>
              <p:nvPr/>
            </p:nvSpPr>
            <p:spPr>
              <a:xfrm>
                <a:off x="5342892" y="1076981"/>
                <a:ext cx="42515" cy="42355"/>
              </a:xfrm>
              <a:custGeom>
                <a:avLst/>
                <a:gdLst/>
                <a:ahLst/>
                <a:cxnLst/>
                <a:rect l="l" t="t" r="r" b="b"/>
                <a:pathLst>
                  <a:path w="532" h="530" extrusionOk="0">
                    <a:moveTo>
                      <a:pt x="0" y="1"/>
                    </a:moveTo>
                    <a:lnTo>
                      <a:pt x="0" y="376"/>
                    </a:lnTo>
                    <a:cubicBezTo>
                      <a:pt x="0" y="376"/>
                      <a:pt x="124" y="529"/>
                      <a:pt x="407" y="529"/>
                    </a:cubicBezTo>
                    <a:cubicBezTo>
                      <a:pt x="445" y="529"/>
                      <a:pt x="487" y="526"/>
                      <a:pt x="532" y="520"/>
                    </a:cubicBezTo>
                    <a:cubicBezTo>
                      <a:pt x="493" y="148"/>
                      <a:pt x="0" y="1"/>
                      <a:pt x="0" y="1"/>
                    </a:cubicBezTo>
                    <a:close/>
                  </a:path>
                </a:pathLst>
              </a:custGeom>
              <a:solidFill>
                <a:srgbClr val="122B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0" name="Google Shape;3341;p28">
                <a:extLst>
                  <a:ext uri="{FF2B5EF4-FFF2-40B4-BE49-F238E27FC236}">
                    <a16:creationId xmlns:a16="http://schemas.microsoft.com/office/drawing/2014/main" id="{3A84B5BB-1BF8-C04B-43FC-A9835B39EBF1}"/>
                  </a:ext>
                </a:extLst>
              </p:cNvPr>
              <p:cNvSpPr/>
              <p:nvPr/>
            </p:nvSpPr>
            <p:spPr>
              <a:xfrm>
                <a:off x="5299099" y="1076981"/>
                <a:ext cx="43873" cy="42355"/>
              </a:xfrm>
              <a:custGeom>
                <a:avLst/>
                <a:gdLst/>
                <a:ahLst/>
                <a:cxnLst/>
                <a:rect l="l" t="t" r="r" b="b"/>
                <a:pathLst>
                  <a:path w="549" h="530" extrusionOk="0">
                    <a:moveTo>
                      <a:pt x="548" y="1"/>
                    </a:moveTo>
                    <a:cubicBezTo>
                      <a:pt x="548" y="1"/>
                      <a:pt x="39" y="148"/>
                      <a:pt x="0" y="520"/>
                    </a:cubicBezTo>
                    <a:cubicBezTo>
                      <a:pt x="45" y="526"/>
                      <a:pt x="87" y="529"/>
                      <a:pt x="126" y="529"/>
                    </a:cubicBezTo>
                    <a:cubicBezTo>
                      <a:pt x="412" y="529"/>
                      <a:pt x="548" y="376"/>
                      <a:pt x="548" y="376"/>
                    </a:cubicBezTo>
                    <a:lnTo>
                      <a:pt x="548" y="1"/>
                    </a:lnTo>
                    <a:close/>
                  </a:path>
                </a:pathLst>
              </a:custGeom>
              <a:solidFill>
                <a:srgbClr val="122B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1" name="Google Shape;3342;p28">
                <a:extLst>
                  <a:ext uri="{FF2B5EF4-FFF2-40B4-BE49-F238E27FC236}">
                    <a16:creationId xmlns:a16="http://schemas.microsoft.com/office/drawing/2014/main" id="{04A90A08-A156-E934-BF21-854CB11D4CFA}"/>
                  </a:ext>
                </a:extLst>
              </p:cNvPr>
              <p:cNvSpPr/>
              <p:nvPr/>
            </p:nvSpPr>
            <p:spPr>
              <a:xfrm>
                <a:off x="5335140" y="1053486"/>
                <a:ext cx="20618" cy="43793"/>
              </a:xfrm>
              <a:custGeom>
                <a:avLst/>
                <a:gdLst/>
                <a:ahLst/>
                <a:cxnLst/>
                <a:rect l="l" t="t" r="r" b="b"/>
                <a:pathLst>
                  <a:path w="258" h="548" extrusionOk="0">
                    <a:moveTo>
                      <a:pt x="1" y="0"/>
                    </a:moveTo>
                    <a:lnTo>
                      <a:pt x="30" y="548"/>
                    </a:lnTo>
                    <a:lnTo>
                      <a:pt x="257" y="26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00A1A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2" name="Google Shape;3343;p28">
                <a:extLst>
                  <a:ext uri="{FF2B5EF4-FFF2-40B4-BE49-F238E27FC236}">
                    <a16:creationId xmlns:a16="http://schemas.microsoft.com/office/drawing/2014/main" id="{B4250969-A664-0EAF-5DF8-E0EEC02262C9}"/>
                  </a:ext>
                </a:extLst>
              </p:cNvPr>
              <p:cNvSpPr/>
              <p:nvPr/>
            </p:nvSpPr>
            <p:spPr>
              <a:xfrm>
                <a:off x="5217906" y="946322"/>
                <a:ext cx="198509" cy="35003"/>
              </a:xfrm>
              <a:custGeom>
                <a:avLst/>
                <a:gdLst/>
                <a:ahLst/>
                <a:cxnLst/>
                <a:rect l="l" t="t" r="r" b="b"/>
                <a:pathLst>
                  <a:path w="2484" h="438" extrusionOk="0">
                    <a:moveTo>
                      <a:pt x="1630" y="1"/>
                    </a:moveTo>
                    <a:cubicBezTo>
                      <a:pt x="1125" y="1"/>
                      <a:pt x="614" y="80"/>
                      <a:pt x="443" y="153"/>
                    </a:cubicBezTo>
                    <a:cubicBezTo>
                      <a:pt x="183" y="258"/>
                      <a:pt x="0" y="435"/>
                      <a:pt x="385" y="435"/>
                    </a:cubicBezTo>
                    <a:cubicBezTo>
                      <a:pt x="399" y="435"/>
                      <a:pt x="412" y="435"/>
                      <a:pt x="427" y="435"/>
                    </a:cubicBezTo>
                    <a:cubicBezTo>
                      <a:pt x="869" y="435"/>
                      <a:pt x="1497" y="181"/>
                      <a:pt x="1497" y="181"/>
                    </a:cubicBezTo>
                    <a:lnTo>
                      <a:pt x="1497" y="181"/>
                    </a:lnTo>
                    <a:cubicBezTo>
                      <a:pt x="1497" y="181"/>
                      <a:pt x="1257" y="435"/>
                      <a:pt x="1455" y="435"/>
                    </a:cubicBezTo>
                    <a:cubicBezTo>
                      <a:pt x="1477" y="436"/>
                      <a:pt x="1499" y="437"/>
                      <a:pt x="1522" y="437"/>
                    </a:cubicBezTo>
                    <a:cubicBezTo>
                      <a:pt x="1944" y="437"/>
                      <a:pt x="2483" y="114"/>
                      <a:pt x="2483" y="114"/>
                    </a:cubicBezTo>
                    <a:cubicBezTo>
                      <a:pt x="2258" y="32"/>
                      <a:pt x="1945" y="1"/>
                      <a:pt x="1630" y="1"/>
                    </a:cubicBezTo>
                    <a:close/>
                  </a:path>
                </a:pathLst>
              </a:custGeom>
              <a:solidFill>
                <a:srgbClr val="28417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6" name="Google Shape;3176;p2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488231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4"/>
                </a:solidFill>
              </a:rPr>
              <a:t>C</a:t>
            </a:r>
            <a:r>
              <a:rPr lang="en" dirty="0">
                <a:solidFill>
                  <a:schemeClr val="accent4"/>
                </a:solidFill>
              </a:rPr>
              <a:t>ontent </a:t>
            </a:r>
            <a:r>
              <a:rPr lang="en" dirty="0">
                <a:solidFill>
                  <a:schemeClr val="tx1"/>
                </a:solidFill>
              </a:rPr>
              <a:t>of session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3178" name="Google Shape;3178;p26"/>
          <p:cNvSpPr txBox="1">
            <a:spLocks noGrp="1"/>
          </p:cNvSpPr>
          <p:nvPr>
            <p:ph type="title" idx="3"/>
          </p:nvPr>
        </p:nvSpPr>
        <p:spPr>
          <a:xfrm>
            <a:off x="4073722" y="1415991"/>
            <a:ext cx="679157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2</a:t>
            </a:r>
            <a:endParaRPr dirty="0"/>
          </a:p>
        </p:txBody>
      </p:sp>
      <p:sp>
        <p:nvSpPr>
          <p:cNvPr id="3179" name="Google Shape;3179;p26"/>
          <p:cNvSpPr txBox="1">
            <a:spLocks noGrp="1"/>
          </p:cNvSpPr>
          <p:nvPr>
            <p:ph type="title" idx="4"/>
          </p:nvPr>
        </p:nvSpPr>
        <p:spPr>
          <a:xfrm>
            <a:off x="962526" y="1410692"/>
            <a:ext cx="679156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</a:t>
            </a:r>
            <a:endParaRPr dirty="0"/>
          </a:p>
        </p:txBody>
      </p:sp>
      <p:sp>
        <p:nvSpPr>
          <p:cNvPr id="3182" name="Google Shape;3182;p26"/>
          <p:cNvSpPr txBox="1">
            <a:spLocks noGrp="1"/>
          </p:cNvSpPr>
          <p:nvPr>
            <p:ph type="subTitle" idx="6"/>
          </p:nvPr>
        </p:nvSpPr>
        <p:spPr>
          <a:xfrm>
            <a:off x="658981" y="1907663"/>
            <a:ext cx="1778861" cy="84056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en-US" dirty="0">
                <a:solidFill>
                  <a:schemeClr val="tx1"/>
                </a:solidFill>
              </a:rPr>
              <a:t>Assets Recap</a:t>
            </a:r>
          </a:p>
        </p:txBody>
      </p:sp>
      <p:sp>
        <p:nvSpPr>
          <p:cNvPr id="3183" name="Google Shape;3183;p26"/>
          <p:cNvSpPr txBox="1">
            <a:spLocks noGrp="1"/>
          </p:cNvSpPr>
          <p:nvPr>
            <p:ph type="subTitle" idx="7"/>
          </p:nvPr>
        </p:nvSpPr>
        <p:spPr>
          <a:xfrm>
            <a:off x="3813828" y="1903152"/>
            <a:ext cx="2660322" cy="85128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/>
                </a:solidFill>
              </a:rPr>
              <a:t>3D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/>
                </a:solidFill>
              </a:rPr>
              <a:t>Collisions</a:t>
            </a:r>
          </a:p>
        </p:txBody>
      </p:sp>
      <p:grpSp>
        <p:nvGrpSpPr>
          <p:cNvPr id="3185" name="Google Shape;3185;p26"/>
          <p:cNvGrpSpPr/>
          <p:nvPr/>
        </p:nvGrpSpPr>
        <p:grpSpPr>
          <a:xfrm>
            <a:off x="6462697" y="1384236"/>
            <a:ext cx="2150522" cy="1579579"/>
            <a:chOff x="296117" y="2376907"/>
            <a:chExt cx="715672" cy="525668"/>
          </a:xfrm>
        </p:grpSpPr>
        <p:sp>
          <p:nvSpPr>
            <p:cNvPr id="3186" name="Google Shape;3186;p26"/>
            <p:cNvSpPr/>
            <p:nvPr/>
          </p:nvSpPr>
          <p:spPr>
            <a:xfrm>
              <a:off x="476250" y="2376907"/>
              <a:ext cx="355343" cy="46378"/>
            </a:xfrm>
            <a:custGeom>
              <a:avLst/>
              <a:gdLst/>
              <a:ahLst/>
              <a:cxnLst/>
              <a:rect l="l" t="t" r="r" b="b"/>
              <a:pathLst>
                <a:path w="6344" h="828" extrusionOk="0">
                  <a:moveTo>
                    <a:pt x="3179" y="1"/>
                  </a:moveTo>
                  <a:cubicBezTo>
                    <a:pt x="2019" y="1"/>
                    <a:pt x="936" y="293"/>
                    <a:pt x="1" y="828"/>
                  </a:cubicBezTo>
                  <a:lnTo>
                    <a:pt x="6344" y="828"/>
                  </a:lnTo>
                  <a:cubicBezTo>
                    <a:pt x="5408" y="293"/>
                    <a:pt x="4326" y="1"/>
                    <a:pt x="3179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7" name="Google Shape;3187;p26"/>
            <p:cNvSpPr/>
            <p:nvPr/>
          </p:nvSpPr>
          <p:spPr>
            <a:xfrm>
              <a:off x="394081" y="2441881"/>
              <a:ext cx="520412" cy="47275"/>
            </a:xfrm>
            <a:custGeom>
              <a:avLst/>
              <a:gdLst/>
              <a:ahLst/>
              <a:cxnLst/>
              <a:rect l="l" t="t" r="r" b="b"/>
              <a:pathLst>
                <a:path w="9291" h="844" extrusionOk="0">
                  <a:moveTo>
                    <a:pt x="962" y="1"/>
                  </a:moveTo>
                  <a:cubicBezTo>
                    <a:pt x="616" y="241"/>
                    <a:pt x="295" y="523"/>
                    <a:pt x="1" y="843"/>
                  </a:cubicBezTo>
                  <a:lnTo>
                    <a:pt x="9291" y="843"/>
                  </a:lnTo>
                  <a:cubicBezTo>
                    <a:pt x="8996" y="523"/>
                    <a:pt x="8676" y="241"/>
                    <a:pt x="8317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8" name="Google Shape;3188;p26"/>
            <p:cNvSpPr/>
            <p:nvPr/>
          </p:nvSpPr>
          <p:spPr>
            <a:xfrm>
              <a:off x="353025" y="2507022"/>
              <a:ext cx="601854" cy="33608"/>
            </a:xfrm>
            <a:custGeom>
              <a:avLst/>
              <a:gdLst/>
              <a:ahLst/>
              <a:cxnLst/>
              <a:rect l="l" t="t" r="r" b="b"/>
              <a:pathLst>
                <a:path w="10745" h="600" extrusionOk="0">
                  <a:moveTo>
                    <a:pt x="439" y="1"/>
                  </a:moveTo>
                  <a:cubicBezTo>
                    <a:pt x="279" y="186"/>
                    <a:pt x="135" y="388"/>
                    <a:pt x="0" y="600"/>
                  </a:cubicBezTo>
                  <a:lnTo>
                    <a:pt x="10745" y="600"/>
                  </a:lnTo>
                  <a:cubicBezTo>
                    <a:pt x="10610" y="388"/>
                    <a:pt x="10466" y="186"/>
                    <a:pt x="10306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9" name="Google Shape;3189;p26"/>
            <p:cNvSpPr/>
            <p:nvPr/>
          </p:nvSpPr>
          <p:spPr>
            <a:xfrm>
              <a:off x="322330" y="2571995"/>
              <a:ext cx="663244" cy="27670"/>
            </a:xfrm>
            <a:custGeom>
              <a:avLst/>
              <a:gdLst/>
              <a:ahLst/>
              <a:cxnLst/>
              <a:rect l="l" t="t" r="r" b="b"/>
              <a:pathLst>
                <a:path w="11841" h="494" extrusionOk="0">
                  <a:moveTo>
                    <a:pt x="228" y="0"/>
                  </a:moveTo>
                  <a:cubicBezTo>
                    <a:pt x="148" y="160"/>
                    <a:pt x="68" y="333"/>
                    <a:pt x="0" y="494"/>
                  </a:cubicBezTo>
                  <a:lnTo>
                    <a:pt x="11841" y="494"/>
                  </a:lnTo>
                  <a:cubicBezTo>
                    <a:pt x="11773" y="333"/>
                    <a:pt x="11706" y="160"/>
                    <a:pt x="11613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0" name="Google Shape;3190;p26"/>
            <p:cNvSpPr/>
            <p:nvPr/>
          </p:nvSpPr>
          <p:spPr>
            <a:xfrm>
              <a:off x="303679" y="2637137"/>
              <a:ext cx="701276" cy="25318"/>
            </a:xfrm>
            <a:custGeom>
              <a:avLst/>
              <a:gdLst/>
              <a:ahLst/>
              <a:cxnLst/>
              <a:rect l="l" t="t" r="r" b="b"/>
              <a:pathLst>
                <a:path w="12520" h="452" extrusionOk="0">
                  <a:moveTo>
                    <a:pt x="106" y="0"/>
                  </a:moveTo>
                  <a:cubicBezTo>
                    <a:pt x="67" y="147"/>
                    <a:pt x="26" y="308"/>
                    <a:pt x="0" y="452"/>
                  </a:cubicBezTo>
                  <a:lnTo>
                    <a:pt x="12520" y="452"/>
                  </a:lnTo>
                  <a:cubicBezTo>
                    <a:pt x="12481" y="308"/>
                    <a:pt x="12452" y="147"/>
                    <a:pt x="12414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1" name="Google Shape;3191;p26"/>
            <p:cNvSpPr/>
            <p:nvPr/>
          </p:nvSpPr>
          <p:spPr>
            <a:xfrm>
              <a:off x="296117" y="2702054"/>
              <a:ext cx="715672" cy="21789"/>
            </a:xfrm>
            <a:custGeom>
              <a:avLst/>
              <a:gdLst/>
              <a:ahLst/>
              <a:cxnLst/>
              <a:rect l="l" t="t" r="r" b="b"/>
              <a:pathLst>
                <a:path w="12777" h="389" extrusionOk="0">
                  <a:moveTo>
                    <a:pt x="29" y="1"/>
                  </a:moveTo>
                  <a:cubicBezTo>
                    <a:pt x="13" y="135"/>
                    <a:pt x="13" y="270"/>
                    <a:pt x="1" y="388"/>
                  </a:cubicBezTo>
                  <a:lnTo>
                    <a:pt x="12776" y="388"/>
                  </a:lnTo>
                  <a:cubicBezTo>
                    <a:pt x="12776" y="270"/>
                    <a:pt x="12763" y="135"/>
                    <a:pt x="12763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2" name="Google Shape;3192;p26"/>
            <p:cNvSpPr/>
            <p:nvPr/>
          </p:nvSpPr>
          <p:spPr>
            <a:xfrm>
              <a:off x="297741" y="2767923"/>
              <a:ext cx="712423" cy="14227"/>
            </a:xfrm>
            <a:custGeom>
              <a:avLst/>
              <a:gdLst/>
              <a:ahLst/>
              <a:cxnLst/>
              <a:rect l="l" t="t" r="r" b="b"/>
              <a:pathLst>
                <a:path w="12719" h="254" extrusionOk="0">
                  <a:moveTo>
                    <a:pt x="0" y="1"/>
                  </a:moveTo>
                  <a:cubicBezTo>
                    <a:pt x="13" y="81"/>
                    <a:pt x="13" y="173"/>
                    <a:pt x="26" y="254"/>
                  </a:cubicBezTo>
                  <a:lnTo>
                    <a:pt x="12693" y="254"/>
                  </a:lnTo>
                  <a:cubicBezTo>
                    <a:pt x="12706" y="173"/>
                    <a:pt x="12718" y="81"/>
                    <a:pt x="12718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3" name="Google Shape;3193;p26"/>
            <p:cNvSpPr/>
            <p:nvPr/>
          </p:nvSpPr>
          <p:spPr>
            <a:xfrm>
              <a:off x="309560" y="2832897"/>
              <a:ext cx="688786" cy="12043"/>
            </a:xfrm>
            <a:custGeom>
              <a:avLst/>
              <a:gdLst/>
              <a:ahLst/>
              <a:cxnLst/>
              <a:rect l="l" t="t" r="r" b="b"/>
              <a:pathLst>
                <a:path w="12297" h="215" extrusionOk="0">
                  <a:moveTo>
                    <a:pt x="1" y="0"/>
                  </a:moveTo>
                  <a:cubicBezTo>
                    <a:pt x="30" y="67"/>
                    <a:pt x="55" y="148"/>
                    <a:pt x="68" y="215"/>
                  </a:cubicBezTo>
                  <a:lnTo>
                    <a:pt x="12229" y="215"/>
                  </a:lnTo>
                  <a:cubicBezTo>
                    <a:pt x="12254" y="148"/>
                    <a:pt x="12283" y="67"/>
                    <a:pt x="12296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4" name="Google Shape;3194;p26"/>
            <p:cNvSpPr/>
            <p:nvPr/>
          </p:nvSpPr>
          <p:spPr>
            <a:xfrm>
              <a:off x="335773" y="2898038"/>
              <a:ext cx="637086" cy="4537"/>
            </a:xfrm>
            <a:custGeom>
              <a:avLst/>
              <a:gdLst/>
              <a:ahLst/>
              <a:cxnLst/>
              <a:rect l="l" t="t" r="r" b="b"/>
              <a:pathLst>
                <a:path w="11374" h="81" extrusionOk="0">
                  <a:moveTo>
                    <a:pt x="1" y="0"/>
                  </a:moveTo>
                  <a:cubicBezTo>
                    <a:pt x="13" y="26"/>
                    <a:pt x="26" y="55"/>
                    <a:pt x="42" y="80"/>
                  </a:cubicBezTo>
                  <a:lnTo>
                    <a:pt x="11319" y="80"/>
                  </a:lnTo>
                  <a:cubicBezTo>
                    <a:pt x="11335" y="55"/>
                    <a:pt x="11360" y="26"/>
                    <a:pt x="11373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95" name="Google Shape;3195;p26"/>
          <p:cNvGrpSpPr/>
          <p:nvPr/>
        </p:nvGrpSpPr>
        <p:grpSpPr>
          <a:xfrm>
            <a:off x="6706159" y="1588000"/>
            <a:ext cx="1663577" cy="1780752"/>
            <a:chOff x="5415187" y="3687810"/>
            <a:chExt cx="909904" cy="973993"/>
          </a:xfrm>
        </p:grpSpPr>
        <p:sp>
          <p:nvSpPr>
            <p:cNvPr id="3196" name="Google Shape;3196;p26"/>
            <p:cNvSpPr/>
            <p:nvPr/>
          </p:nvSpPr>
          <p:spPr>
            <a:xfrm>
              <a:off x="6065686" y="3969905"/>
              <a:ext cx="102531" cy="124827"/>
            </a:xfrm>
            <a:custGeom>
              <a:avLst/>
              <a:gdLst/>
              <a:ahLst/>
              <a:cxnLst/>
              <a:rect l="l" t="t" r="r" b="b"/>
              <a:pathLst>
                <a:path w="1283" h="1562" extrusionOk="0">
                  <a:moveTo>
                    <a:pt x="745" y="0"/>
                  </a:moveTo>
                  <a:cubicBezTo>
                    <a:pt x="337" y="0"/>
                    <a:pt x="1" y="306"/>
                    <a:pt x="1" y="306"/>
                  </a:cubicBezTo>
                  <a:cubicBezTo>
                    <a:pt x="1" y="306"/>
                    <a:pt x="308" y="786"/>
                    <a:pt x="401" y="1376"/>
                  </a:cubicBezTo>
                  <a:lnTo>
                    <a:pt x="1282" y="1562"/>
                  </a:lnTo>
                  <a:cubicBezTo>
                    <a:pt x="1282" y="1562"/>
                    <a:pt x="1164" y="706"/>
                    <a:pt x="949" y="27"/>
                  </a:cubicBezTo>
                  <a:cubicBezTo>
                    <a:pt x="880" y="8"/>
                    <a:pt x="812" y="0"/>
                    <a:pt x="745" y="0"/>
                  </a:cubicBezTo>
                  <a:close/>
                </a:path>
              </a:pathLst>
            </a:custGeom>
            <a:solidFill>
              <a:srgbClr val="FF24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7" name="Google Shape;3197;p26"/>
            <p:cNvSpPr/>
            <p:nvPr/>
          </p:nvSpPr>
          <p:spPr>
            <a:xfrm>
              <a:off x="6065686" y="3971024"/>
              <a:ext cx="81274" cy="119393"/>
            </a:xfrm>
            <a:custGeom>
              <a:avLst/>
              <a:gdLst/>
              <a:ahLst/>
              <a:cxnLst/>
              <a:rect l="l" t="t" r="r" b="b"/>
              <a:pathLst>
                <a:path w="1017" h="1494" extrusionOk="0">
                  <a:moveTo>
                    <a:pt x="577" y="0"/>
                  </a:moveTo>
                  <a:cubicBezTo>
                    <a:pt x="257" y="68"/>
                    <a:pt x="1" y="292"/>
                    <a:pt x="1" y="292"/>
                  </a:cubicBezTo>
                  <a:cubicBezTo>
                    <a:pt x="1" y="292"/>
                    <a:pt x="308" y="772"/>
                    <a:pt x="401" y="1362"/>
                  </a:cubicBezTo>
                  <a:cubicBezTo>
                    <a:pt x="683" y="1413"/>
                    <a:pt x="882" y="1467"/>
                    <a:pt x="1016" y="1493"/>
                  </a:cubicBezTo>
                  <a:cubicBezTo>
                    <a:pt x="962" y="1000"/>
                    <a:pt x="738" y="372"/>
                    <a:pt x="577" y="0"/>
                  </a:cubicBezTo>
                  <a:close/>
                </a:path>
              </a:pathLst>
            </a:custGeom>
            <a:solidFill>
              <a:srgbClr val="122B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8" name="Google Shape;3198;p26"/>
            <p:cNvSpPr/>
            <p:nvPr/>
          </p:nvSpPr>
          <p:spPr>
            <a:xfrm>
              <a:off x="6041393" y="4106398"/>
              <a:ext cx="283698" cy="346831"/>
            </a:xfrm>
            <a:custGeom>
              <a:avLst/>
              <a:gdLst/>
              <a:ahLst/>
              <a:cxnLst/>
              <a:rect l="l" t="t" r="r" b="b"/>
              <a:pathLst>
                <a:path w="3550" h="4340" extrusionOk="0">
                  <a:moveTo>
                    <a:pt x="1817" y="0"/>
                  </a:moveTo>
                  <a:cubicBezTo>
                    <a:pt x="885" y="0"/>
                    <a:pt x="93" y="924"/>
                    <a:pt x="52" y="2109"/>
                  </a:cubicBezTo>
                  <a:cubicBezTo>
                    <a:pt x="0" y="3310"/>
                    <a:pt x="747" y="4313"/>
                    <a:pt x="1695" y="4339"/>
                  </a:cubicBezTo>
                  <a:cubicBezTo>
                    <a:pt x="1715" y="4339"/>
                    <a:pt x="1736" y="4340"/>
                    <a:pt x="1756" y="4340"/>
                  </a:cubicBezTo>
                  <a:cubicBezTo>
                    <a:pt x="2690" y="4340"/>
                    <a:pt x="3471" y="3407"/>
                    <a:pt x="3508" y="2243"/>
                  </a:cubicBezTo>
                  <a:cubicBezTo>
                    <a:pt x="3550" y="1042"/>
                    <a:pt x="2816" y="39"/>
                    <a:pt x="1855" y="1"/>
                  </a:cubicBezTo>
                  <a:cubicBezTo>
                    <a:pt x="1842" y="1"/>
                    <a:pt x="1830" y="0"/>
                    <a:pt x="1817" y="0"/>
                  </a:cubicBez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9" name="Google Shape;3199;p26"/>
            <p:cNvSpPr/>
            <p:nvPr/>
          </p:nvSpPr>
          <p:spPr>
            <a:xfrm>
              <a:off x="6160704" y="4106398"/>
              <a:ext cx="164385" cy="346831"/>
            </a:xfrm>
            <a:custGeom>
              <a:avLst/>
              <a:gdLst/>
              <a:ahLst/>
              <a:cxnLst/>
              <a:rect l="l" t="t" r="r" b="b"/>
              <a:pathLst>
                <a:path w="2057" h="4340" extrusionOk="0">
                  <a:moveTo>
                    <a:pt x="362" y="1"/>
                  </a:moveTo>
                  <a:cubicBezTo>
                    <a:pt x="295" y="1"/>
                    <a:pt x="228" y="14"/>
                    <a:pt x="160" y="14"/>
                  </a:cubicBezTo>
                  <a:cubicBezTo>
                    <a:pt x="1003" y="174"/>
                    <a:pt x="1644" y="1122"/>
                    <a:pt x="1602" y="2231"/>
                  </a:cubicBezTo>
                  <a:cubicBezTo>
                    <a:pt x="1551" y="3339"/>
                    <a:pt x="856" y="4220"/>
                    <a:pt x="0" y="4326"/>
                  </a:cubicBezTo>
                  <a:cubicBezTo>
                    <a:pt x="68" y="4339"/>
                    <a:pt x="135" y="4339"/>
                    <a:pt x="202" y="4339"/>
                  </a:cubicBezTo>
                  <a:cubicBezTo>
                    <a:pt x="222" y="4339"/>
                    <a:pt x="243" y="4340"/>
                    <a:pt x="263" y="4340"/>
                  </a:cubicBezTo>
                  <a:cubicBezTo>
                    <a:pt x="1197" y="4340"/>
                    <a:pt x="1978" y="3407"/>
                    <a:pt x="2015" y="2243"/>
                  </a:cubicBezTo>
                  <a:cubicBezTo>
                    <a:pt x="2057" y="1042"/>
                    <a:pt x="1323" y="39"/>
                    <a:pt x="362" y="1"/>
                  </a:cubicBezTo>
                  <a:close/>
                </a:path>
              </a:pathLst>
            </a:custGeom>
            <a:solidFill>
              <a:srgbClr val="FF24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0" name="Google Shape;3200;p26"/>
            <p:cNvSpPr/>
            <p:nvPr/>
          </p:nvSpPr>
          <p:spPr>
            <a:xfrm>
              <a:off x="5890835" y="4042307"/>
              <a:ext cx="373363" cy="455755"/>
            </a:xfrm>
            <a:custGeom>
              <a:avLst/>
              <a:gdLst/>
              <a:ahLst/>
              <a:cxnLst/>
              <a:rect l="l" t="t" r="r" b="b"/>
              <a:pathLst>
                <a:path w="4672" h="5703" extrusionOk="0">
                  <a:moveTo>
                    <a:pt x="2365" y="0"/>
                  </a:moveTo>
                  <a:cubicBezTo>
                    <a:pt x="1132" y="0"/>
                    <a:pt x="105" y="1224"/>
                    <a:pt x="55" y="2764"/>
                  </a:cubicBezTo>
                  <a:cubicBezTo>
                    <a:pt x="1" y="4340"/>
                    <a:pt x="975" y="5663"/>
                    <a:pt x="2230" y="5701"/>
                  </a:cubicBezTo>
                  <a:cubicBezTo>
                    <a:pt x="2257" y="5702"/>
                    <a:pt x="2283" y="5703"/>
                    <a:pt x="2310" y="5703"/>
                  </a:cubicBezTo>
                  <a:cubicBezTo>
                    <a:pt x="3531" y="5703"/>
                    <a:pt x="4554" y="4479"/>
                    <a:pt x="4607" y="2940"/>
                  </a:cubicBezTo>
                  <a:cubicBezTo>
                    <a:pt x="4671" y="1364"/>
                    <a:pt x="3698" y="41"/>
                    <a:pt x="2445" y="2"/>
                  </a:cubicBezTo>
                  <a:cubicBezTo>
                    <a:pt x="2418" y="1"/>
                    <a:pt x="2391" y="0"/>
                    <a:pt x="2365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1" name="Google Shape;3201;p26"/>
            <p:cNvSpPr/>
            <p:nvPr/>
          </p:nvSpPr>
          <p:spPr>
            <a:xfrm>
              <a:off x="5931271" y="4111752"/>
              <a:ext cx="228477" cy="326613"/>
            </a:xfrm>
            <a:custGeom>
              <a:avLst/>
              <a:gdLst/>
              <a:ahLst/>
              <a:cxnLst/>
              <a:rect l="l" t="t" r="r" b="b"/>
              <a:pathLst>
                <a:path w="2859" h="4087" extrusionOk="0">
                  <a:moveTo>
                    <a:pt x="1474" y="1"/>
                  </a:moveTo>
                  <a:cubicBezTo>
                    <a:pt x="730" y="1"/>
                    <a:pt x="96" y="887"/>
                    <a:pt x="55" y="1991"/>
                  </a:cubicBezTo>
                  <a:cubicBezTo>
                    <a:pt x="1" y="3125"/>
                    <a:pt x="590" y="4057"/>
                    <a:pt x="1362" y="4086"/>
                  </a:cubicBezTo>
                  <a:cubicBezTo>
                    <a:pt x="1373" y="4086"/>
                    <a:pt x="1384" y="4086"/>
                    <a:pt x="1394" y="4086"/>
                  </a:cubicBezTo>
                  <a:cubicBezTo>
                    <a:pt x="2143" y="4086"/>
                    <a:pt x="2779" y="3202"/>
                    <a:pt x="2820" y="2096"/>
                  </a:cubicBezTo>
                  <a:cubicBezTo>
                    <a:pt x="2858" y="975"/>
                    <a:pt x="2272" y="40"/>
                    <a:pt x="1510" y="1"/>
                  </a:cubicBezTo>
                  <a:cubicBezTo>
                    <a:pt x="1498" y="1"/>
                    <a:pt x="1486" y="1"/>
                    <a:pt x="1474" y="1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2" name="Google Shape;3202;p26"/>
            <p:cNvSpPr/>
            <p:nvPr/>
          </p:nvSpPr>
          <p:spPr>
            <a:xfrm>
              <a:off x="5931271" y="4111752"/>
              <a:ext cx="171897" cy="326533"/>
            </a:xfrm>
            <a:custGeom>
              <a:avLst/>
              <a:gdLst/>
              <a:ahLst/>
              <a:cxnLst/>
              <a:rect l="l" t="t" r="r" b="b"/>
              <a:pathLst>
                <a:path w="2151" h="4086" extrusionOk="0">
                  <a:moveTo>
                    <a:pt x="1474" y="1"/>
                  </a:moveTo>
                  <a:cubicBezTo>
                    <a:pt x="730" y="1"/>
                    <a:pt x="96" y="887"/>
                    <a:pt x="55" y="1991"/>
                  </a:cubicBezTo>
                  <a:cubicBezTo>
                    <a:pt x="1" y="3125"/>
                    <a:pt x="590" y="4057"/>
                    <a:pt x="1362" y="4086"/>
                  </a:cubicBezTo>
                  <a:lnTo>
                    <a:pt x="1497" y="4086"/>
                  </a:lnTo>
                  <a:cubicBezTo>
                    <a:pt x="1071" y="3724"/>
                    <a:pt x="789" y="3032"/>
                    <a:pt x="818" y="2257"/>
                  </a:cubicBezTo>
                  <a:cubicBezTo>
                    <a:pt x="856" y="1190"/>
                    <a:pt x="1442" y="334"/>
                    <a:pt x="2150" y="267"/>
                  </a:cubicBezTo>
                  <a:cubicBezTo>
                    <a:pt x="1965" y="107"/>
                    <a:pt x="1750" y="14"/>
                    <a:pt x="1510" y="1"/>
                  </a:cubicBezTo>
                  <a:cubicBezTo>
                    <a:pt x="1498" y="1"/>
                    <a:pt x="1486" y="1"/>
                    <a:pt x="1474" y="1"/>
                  </a:cubicBezTo>
                  <a:close/>
                </a:path>
              </a:pathLst>
            </a:custGeom>
            <a:solidFill>
              <a:srgbClr val="122B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3" name="Google Shape;3203;p26"/>
            <p:cNvSpPr/>
            <p:nvPr/>
          </p:nvSpPr>
          <p:spPr>
            <a:xfrm>
              <a:off x="5890835" y="4220595"/>
              <a:ext cx="159111" cy="275307"/>
            </a:xfrm>
            <a:custGeom>
              <a:avLst/>
              <a:gdLst/>
              <a:ahLst/>
              <a:cxnLst/>
              <a:rect l="l" t="t" r="r" b="b"/>
              <a:pathLst>
                <a:path w="1991" h="3445" extrusionOk="0">
                  <a:moveTo>
                    <a:pt x="122" y="1"/>
                  </a:moveTo>
                  <a:cubicBezTo>
                    <a:pt x="81" y="174"/>
                    <a:pt x="68" y="347"/>
                    <a:pt x="55" y="533"/>
                  </a:cubicBezTo>
                  <a:cubicBezTo>
                    <a:pt x="1" y="2016"/>
                    <a:pt x="843" y="3256"/>
                    <a:pt x="1990" y="3445"/>
                  </a:cubicBezTo>
                  <a:cubicBezTo>
                    <a:pt x="1884" y="1695"/>
                    <a:pt x="802" y="561"/>
                    <a:pt x="122" y="1"/>
                  </a:cubicBezTo>
                  <a:close/>
                </a:path>
              </a:pathLst>
            </a:custGeom>
            <a:solidFill>
              <a:srgbClr val="A105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4" name="Google Shape;3204;p26"/>
            <p:cNvSpPr/>
            <p:nvPr/>
          </p:nvSpPr>
          <p:spPr>
            <a:xfrm>
              <a:off x="5542170" y="4200536"/>
              <a:ext cx="493955" cy="409165"/>
            </a:xfrm>
            <a:custGeom>
              <a:avLst/>
              <a:gdLst/>
              <a:ahLst/>
              <a:cxnLst/>
              <a:rect l="l" t="t" r="r" b="b"/>
              <a:pathLst>
                <a:path w="6181" h="5120" extrusionOk="0">
                  <a:moveTo>
                    <a:pt x="2285" y="0"/>
                  </a:moveTo>
                  <a:cubicBezTo>
                    <a:pt x="1678" y="0"/>
                    <a:pt x="1134" y="210"/>
                    <a:pt x="773" y="639"/>
                  </a:cubicBezTo>
                  <a:cubicBezTo>
                    <a:pt x="0" y="1572"/>
                    <a:pt x="414" y="3186"/>
                    <a:pt x="1682" y="4256"/>
                  </a:cubicBezTo>
                  <a:cubicBezTo>
                    <a:pt x="2377" y="4827"/>
                    <a:pt x="3184" y="5120"/>
                    <a:pt x="3901" y="5120"/>
                  </a:cubicBezTo>
                  <a:cubicBezTo>
                    <a:pt x="4508" y="5120"/>
                    <a:pt x="5050" y="4911"/>
                    <a:pt x="5405" y="4484"/>
                  </a:cubicBezTo>
                  <a:cubicBezTo>
                    <a:pt x="6180" y="3548"/>
                    <a:pt x="5767" y="1921"/>
                    <a:pt x="4498" y="864"/>
                  </a:cubicBezTo>
                  <a:cubicBezTo>
                    <a:pt x="3805" y="293"/>
                    <a:pt x="3001" y="0"/>
                    <a:pt x="2285" y="0"/>
                  </a:cubicBezTo>
                  <a:close/>
                </a:path>
              </a:pathLst>
            </a:custGeom>
            <a:solidFill>
              <a:srgbClr val="122B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5" name="Google Shape;3205;p26"/>
            <p:cNvSpPr/>
            <p:nvPr/>
          </p:nvSpPr>
          <p:spPr>
            <a:xfrm>
              <a:off x="5577252" y="4338228"/>
              <a:ext cx="338280" cy="270912"/>
            </a:xfrm>
            <a:custGeom>
              <a:avLst/>
              <a:gdLst/>
              <a:ahLst/>
              <a:cxnLst/>
              <a:rect l="l" t="t" r="r" b="b"/>
              <a:pathLst>
                <a:path w="4233" h="3390" extrusionOk="0">
                  <a:moveTo>
                    <a:pt x="1236" y="0"/>
                  </a:moveTo>
                  <a:cubicBezTo>
                    <a:pt x="761" y="0"/>
                    <a:pt x="336" y="165"/>
                    <a:pt x="55" y="502"/>
                  </a:cubicBezTo>
                  <a:cubicBezTo>
                    <a:pt x="42" y="518"/>
                    <a:pt x="13" y="544"/>
                    <a:pt x="0" y="569"/>
                  </a:cubicBezTo>
                  <a:cubicBezTo>
                    <a:pt x="148" y="1252"/>
                    <a:pt x="574" y="1973"/>
                    <a:pt x="1243" y="2533"/>
                  </a:cubicBezTo>
                  <a:cubicBezTo>
                    <a:pt x="1930" y="3105"/>
                    <a:pt x="2732" y="3390"/>
                    <a:pt x="3450" y="3390"/>
                  </a:cubicBezTo>
                  <a:cubicBezTo>
                    <a:pt x="3552" y="3390"/>
                    <a:pt x="3653" y="3384"/>
                    <a:pt x="3752" y="3372"/>
                  </a:cubicBezTo>
                  <a:cubicBezTo>
                    <a:pt x="4232" y="2639"/>
                    <a:pt x="3899" y="1450"/>
                    <a:pt x="2964" y="678"/>
                  </a:cubicBezTo>
                  <a:cubicBezTo>
                    <a:pt x="2423" y="229"/>
                    <a:pt x="1795" y="0"/>
                    <a:pt x="1236" y="0"/>
                  </a:cubicBezTo>
                  <a:close/>
                </a:path>
              </a:pathLst>
            </a:custGeom>
            <a:solidFill>
              <a:srgbClr val="A105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6" name="Google Shape;3206;p26"/>
            <p:cNvSpPr/>
            <p:nvPr/>
          </p:nvSpPr>
          <p:spPr>
            <a:xfrm>
              <a:off x="5578291" y="4200536"/>
              <a:ext cx="457833" cy="371125"/>
            </a:xfrm>
            <a:custGeom>
              <a:avLst/>
              <a:gdLst/>
              <a:ahLst/>
              <a:cxnLst/>
              <a:rect l="l" t="t" r="r" b="b"/>
              <a:pathLst>
                <a:path w="5729" h="4644" extrusionOk="0">
                  <a:moveTo>
                    <a:pt x="1833" y="0"/>
                  </a:moveTo>
                  <a:cubicBezTo>
                    <a:pt x="1226" y="0"/>
                    <a:pt x="682" y="210"/>
                    <a:pt x="321" y="639"/>
                  </a:cubicBezTo>
                  <a:cubicBezTo>
                    <a:pt x="173" y="825"/>
                    <a:pt x="67" y="1040"/>
                    <a:pt x="0" y="1264"/>
                  </a:cubicBezTo>
                  <a:cubicBezTo>
                    <a:pt x="351" y="948"/>
                    <a:pt x="828" y="792"/>
                    <a:pt x="1353" y="792"/>
                  </a:cubicBezTo>
                  <a:cubicBezTo>
                    <a:pt x="2068" y="792"/>
                    <a:pt x="2873" y="1082"/>
                    <a:pt x="3566" y="1652"/>
                  </a:cubicBezTo>
                  <a:cubicBezTo>
                    <a:pt x="4578" y="2507"/>
                    <a:pt x="5046" y="3721"/>
                    <a:pt x="4793" y="4644"/>
                  </a:cubicBezTo>
                  <a:lnTo>
                    <a:pt x="4953" y="4484"/>
                  </a:lnTo>
                  <a:cubicBezTo>
                    <a:pt x="5728" y="3548"/>
                    <a:pt x="5315" y="1921"/>
                    <a:pt x="4046" y="864"/>
                  </a:cubicBezTo>
                  <a:cubicBezTo>
                    <a:pt x="3353" y="293"/>
                    <a:pt x="2549" y="0"/>
                    <a:pt x="1833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7" name="Google Shape;3207;p26"/>
            <p:cNvSpPr/>
            <p:nvPr/>
          </p:nvSpPr>
          <p:spPr>
            <a:xfrm>
              <a:off x="5579250" y="4200616"/>
              <a:ext cx="386469" cy="180688"/>
            </a:xfrm>
            <a:custGeom>
              <a:avLst/>
              <a:gdLst/>
              <a:ahLst/>
              <a:cxnLst/>
              <a:rect l="l" t="t" r="r" b="b"/>
              <a:pathLst>
                <a:path w="4836" h="2261" extrusionOk="0">
                  <a:moveTo>
                    <a:pt x="1813" y="1"/>
                  </a:moveTo>
                  <a:cubicBezTo>
                    <a:pt x="1207" y="1"/>
                    <a:pt x="666" y="210"/>
                    <a:pt x="309" y="638"/>
                  </a:cubicBezTo>
                  <a:cubicBezTo>
                    <a:pt x="161" y="824"/>
                    <a:pt x="55" y="1023"/>
                    <a:pt x="1" y="1250"/>
                  </a:cubicBezTo>
                  <a:cubicBezTo>
                    <a:pt x="522" y="789"/>
                    <a:pt x="1022" y="639"/>
                    <a:pt x="1498" y="639"/>
                  </a:cubicBezTo>
                  <a:cubicBezTo>
                    <a:pt x="2097" y="639"/>
                    <a:pt x="2658" y="875"/>
                    <a:pt x="3179" y="1023"/>
                  </a:cubicBezTo>
                  <a:cubicBezTo>
                    <a:pt x="4057" y="1289"/>
                    <a:pt x="4383" y="2261"/>
                    <a:pt x="4584" y="2261"/>
                  </a:cubicBezTo>
                  <a:cubicBezTo>
                    <a:pt x="4606" y="2261"/>
                    <a:pt x="4627" y="2249"/>
                    <a:pt x="4646" y="2224"/>
                  </a:cubicBezTo>
                  <a:cubicBezTo>
                    <a:pt x="4835" y="1971"/>
                    <a:pt x="3967" y="1077"/>
                    <a:pt x="3512" y="824"/>
                  </a:cubicBezTo>
                  <a:cubicBezTo>
                    <a:pt x="3073" y="571"/>
                    <a:pt x="3044" y="264"/>
                    <a:pt x="3044" y="264"/>
                  </a:cubicBezTo>
                  <a:cubicBezTo>
                    <a:pt x="2629" y="89"/>
                    <a:pt x="2207" y="1"/>
                    <a:pt x="1813" y="1"/>
                  </a:cubicBezTo>
                  <a:close/>
                </a:path>
              </a:pathLst>
            </a:custGeom>
            <a:solidFill>
              <a:srgbClr val="122B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8" name="Google Shape;3208;p26"/>
            <p:cNvSpPr/>
            <p:nvPr/>
          </p:nvSpPr>
          <p:spPr>
            <a:xfrm>
              <a:off x="5534498" y="4199098"/>
              <a:ext cx="181567" cy="230475"/>
            </a:xfrm>
            <a:custGeom>
              <a:avLst/>
              <a:gdLst/>
              <a:ahLst/>
              <a:cxnLst/>
              <a:rect l="l" t="t" r="r" b="b"/>
              <a:pathLst>
                <a:path w="2272" h="2884" extrusionOk="0">
                  <a:moveTo>
                    <a:pt x="923" y="1"/>
                  </a:moveTo>
                  <a:lnTo>
                    <a:pt x="0" y="577"/>
                  </a:lnTo>
                  <a:lnTo>
                    <a:pt x="430" y="1538"/>
                  </a:lnTo>
                  <a:cubicBezTo>
                    <a:pt x="430" y="1538"/>
                    <a:pt x="375" y="2192"/>
                    <a:pt x="737" y="2884"/>
                  </a:cubicBezTo>
                  <a:lnTo>
                    <a:pt x="2272" y="2458"/>
                  </a:lnTo>
                  <a:cubicBezTo>
                    <a:pt x="2272" y="2458"/>
                    <a:pt x="2124" y="1939"/>
                    <a:pt x="1458" y="1551"/>
                  </a:cubicBezTo>
                  <a:cubicBezTo>
                    <a:pt x="1058" y="629"/>
                    <a:pt x="923" y="1"/>
                    <a:pt x="923" y="1"/>
                  </a:cubicBezTo>
                  <a:close/>
                </a:path>
              </a:pathLst>
            </a:custGeom>
            <a:solidFill>
              <a:srgbClr val="A105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9" name="Google Shape;3209;p26"/>
            <p:cNvSpPr/>
            <p:nvPr/>
          </p:nvSpPr>
          <p:spPr>
            <a:xfrm>
              <a:off x="5593395" y="4199098"/>
              <a:ext cx="122670" cy="208258"/>
            </a:xfrm>
            <a:custGeom>
              <a:avLst/>
              <a:gdLst/>
              <a:ahLst/>
              <a:cxnLst/>
              <a:rect l="l" t="t" r="r" b="b"/>
              <a:pathLst>
                <a:path w="1535" h="2606" extrusionOk="0">
                  <a:moveTo>
                    <a:pt x="186" y="1"/>
                  </a:moveTo>
                  <a:lnTo>
                    <a:pt x="0" y="110"/>
                  </a:lnTo>
                  <a:cubicBezTo>
                    <a:pt x="13" y="443"/>
                    <a:pt x="93" y="1096"/>
                    <a:pt x="426" y="1779"/>
                  </a:cubicBezTo>
                  <a:cubicBezTo>
                    <a:pt x="599" y="2125"/>
                    <a:pt x="801" y="2390"/>
                    <a:pt x="987" y="2605"/>
                  </a:cubicBezTo>
                  <a:lnTo>
                    <a:pt x="1535" y="2458"/>
                  </a:lnTo>
                  <a:cubicBezTo>
                    <a:pt x="1535" y="2458"/>
                    <a:pt x="1387" y="1939"/>
                    <a:pt x="721" y="1551"/>
                  </a:cubicBezTo>
                  <a:cubicBezTo>
                    <a:pt x="321" y="629"/>
                    <a:pt x="186" y="1"/>
                    <a:pt x="186" y="1"/>
                  </a:cubicBezTo>
                  <a:close/>
                </a:path>
              </a:pathLst>
            </a:custGeom>
            <a:solidFill>
              <a:srgbClr val="FF24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0" name="Google Shape;3210;p26"/>
            <p:cNvSpPr/>
            <p:nvPr/>
          </p:nvSpPr>
          <p:spPr>
            <a:xfrm>
              <a:off x="5559032" y="4349336"/>
              <a:ext cx="318062" cy="291450"/>
            </a:xfrm>
            <a:custGeom>
              <a:avLst/>
              <a:gdLst/>
              <a:ahLst/>
              <a:cxnLst/>
              <a:rect l="l" t="t" r="r" b="b"/>
              <a:pathLst>
                <a:path w="3980" h="3647" extrusionOk="0">
                  <a:moveTo>
                    <a:pt x="1052" y="0"/>
                  </a:moveTo>
                  <a:cubicBezTo>
                    <a:pt x="838" y="0"/>
                    <a:pt x="647" y="50"/>
                    <a:pt x="494" y="152"/>
                  </a:cubicBezTo>
                  <a:cubicBezTo>
                    <a:pt x="203" y="312"/>
                    <a:pt x="1" y="699"/>
                    <a:pt x="1" y="699"/>
                  </a:cubicBezTo>
                  <a:cubicBezTo>
                    <a:pt x="1" y="699"/>
                    <a:pt x="55" y="780"/>
                    <a:pt x="148" y="911"/>
                  </a:cubicBezTo>
                  <a:cubicBezTo>
                    <a:pt x="174" y="1446"/>
                    <a:pt x="523" y="2099"/>
                    <a:pt x="1109" y="2647"/>
                  </a:cubicBezTo>
                  <a:cubicBezTo>
                    <a:pt x="1699" y="3183"/>
                    <a:pt x="2362" y="3474"/>
                    <a:pt x="2892" y="3474"/>
                  </a:cubicBezTo>
                  <a:cubicBezTo>
                    <a:pt x="2903" y="3474"/>
                    <a:pt x="2914" y="3474"/>
                    <a:pt x="2926" y="3474"/>
                  </a:cubicBezTo>
                  <a:cubicBezTo>
                    <a:pt x="3019" y="3528"/>
                    <a:pt x="3099" y="3595"/>
                    <a:pt x="3192" y="3647"/>
                  </a:cubicBezTo>
                  <a:cubicBezTo>
                    <a:pt x="3365" y="3487"/>
                    <a:pt x="3512" y="3275"/>
                    <a:pt x="3592" y="3166"/>
                  </a:cubicBezTo>
                  <a:cubicBezTo>
                    <a:pt x="3605" y="3153"/>
                    <a:pt x="3618" y="3128"/>
                    <a:pt x="3647" y="3102"/>
                  </a:cubicBezTo>
                  <a:cubicBezTo>
                    <a:pt x="3980" y="2554"/>
                    <a:pt x="3618" y="1580"/>
                    <a:pt x="2804" y="818"/>
                  </a:cubicBezTo>
                  <a:cubicBezTo>
                    <a:pt x="2228" y="290"/>
                    <a:pt x="1572" y="0"/>
                    <a:pt x="1052" y="0"/>
                  </a:cubicBez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1" name="Google Shape;3211;p26"/>
            <p:cNvSpPr/>
            <p:nvPr/>
          </p:nvSpPr>
          <p:spPr>
            <a:xfrm>
              <a:off x="5521712" y="4384178"/>
              <a:ext cx="329809" cy="277625"/>
            </a:xfrm>
            <a:custGeom>
              <a:avLst/>
              <a:gdLst/>
              <a:ahLst/>
              <a:cxnLst/>
              <a:rect l="l" t="t" r="r" b="b"/>
              <a:pathLst>
                <a:path w="4127" h="3474" extrusionOk="0">
                  <a:moveTo>
                    <a:pt x="1154" y="0"/>
                  </a:moveTo>
                  <a:cubicBezTo>
                    <a:pt x="872" y="0"/>
                    <a:pt x="632" y="85"/>
                    <a:pt x="468" y="263"/>
                  </a:cubicBezTo>
                  <a:cubicBezTo>
                    <a:pt x="0" y="770"/>
                    <a:pt x="337" y="1836"/>
                    <a:pt x="1218" y="2650"/>
                  </a:cubicBezTo>
                  <a:cubicBezTo>
                    <a:pt x="1790" y="3181"/>
                    <a:pt x="2452" y="3474"/>
                    <a:pt x="2974" y="3474"/>
                  </a:cubicBezTo>
                  <a:cubicBezTo>
                    <a:pt x="3255" y="3474"/>
                    <a:pt x="3495" y="3389"/>
                    <a:pt x="3659" y="3211"/>
                  </a:cubicBezTo>
                  <a:cubicBezTo>
                    <a:pt x="4126" y="2705"/>
                    <a:pt x="3793" y="1638"/>
                    <a:pt x="2912" y="824"/>
                  </a:cubicBezTo>
                  <a:cubicBezTo>
                    <a:pt x="2340" y="293"/>
                    <a:pt x="1676" y="0"/>
                    <a:pt x="1154" y="0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2" name="Google Shape;3212;p26"/>
            <p:cNvSpPr/>
            <p:nvPr/>
          </p:nvSpPr>
          <p:spPr>
            <a:xfrm>
              <a:off x="6065686" y="3969905"/>
              <a:ext cx="89665" cy="56500"/>
            </a:xfrm>
            <a:custGeom>
              <a:avLst/>
              <a:gdLst/>
              <a:ahLst/>
              <a:cxnLst/>
              <a:rect l="l" t="t" r="r" b="b"/>
              <a:pathLst>
                <a:path w="1122" h="707" extrusionOk="0">
                  <a:moveTo>
                    <a:pt x="745" y="0"/>
                  </a:moveTo>
                  <a:cubicBezTo>
                    <a:pt x="337" y="0"/>
                    <a:pt x="1" y="306"/>
                    <a:pt x="1" y="306"/>
                  </a:cubicBezTo>
                  <a:cubicBezTo>
                    <a:pt x="1" y="306"/>
                    <a:pt x="97" y="440"/>
                    <a:pt x="190" y="668"/>
                  </a:cubicBezTo>
                  <a:cubicBezTo>
                    <a:pt x="308" y="656"/>
                    <a:pt x="450" y="647"/>
                    <a:pt x="596" y="647"/>
                  </a:cubicBezTo>
                  <a:cubicBezTo>
                    <a:pt x="779" y="647"/>
                    <a:pt x="967" y="662"/>
                    <a:pt x="1122" y="706"/>
                  </a:cubicBezTo>
                  <a:cubicBezTo>
                    <a:pt x="1071" y="482"/>
                    <a:pt x="1016" y="242"/>
                    <a:pt x="949" y="27"/>
                  </a:cubicBezTo>
                  <a:cubicBezTo>
                    <a:pt x="880" y="8"/>
                    <a:pt x="812" y="0"/>
                    <a:pt x="745" y="0"/>
                  </a:cubicBezTo>
                  <a:close/>
                </a:path>
              </a:pathLst>
            </a:custGeom>
            <a:solidFill>
              <a:srgbClr val="A105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3" name="Google Shape;3213;p26"/>
            <p:cNvSpPr/>
            <p:nvPr/>
          </p:nvSpPr>
          <p:spPr>
            <a:xfrm>
              <a:off x="5557034" y="4424135"/>
              <a:ext cx="247657" cy="206980"/>
            </a:xfrm>
            <a:custGeom>
              <a:avLst/>
              <a:gdLst/>
              <a:ahLst/>
              <a:cxnLst/>
              <a:rect l="l" t="t" r="r" b="b"/>
              <a:pathLst>
                <a:path w="3099" h="2590" extrusionOk="0">
                  <a:moveTo>
                    <a:pt x="756" y="0"/>
                  </a:moveTo>
                  <a:cubicBezTo>
                    <a:pt x="575" y="0"/>
                    <a:pt x="423" y="53"/>
                    <a:pt x="321" y="164"/>
                  </a:cubicBezTo>
                  <a:cubicBezTo>
                    <a:pt x="0" y="523"/>
                    <a:pt x="295" y="1311"/>
                    <a:pt x="961" y="1926"/>
                  </a:cubicBezTo>
                  <a:cubicBezTo>
                    <a:pt x="1421" y="2349"/>
                    <a:pt x="1937" y="2590"/>
                    <a:pt x="2326" y="2590"/>
                  </a:cubicBezTo>
                  <a:cubicBezTo>
                    <a:pt x="2512" y="2590"/>
                    <a:pt x="2669" y="2535"/>
                    <a:pt x="2778" y="2419"/>
                  </a:cubicBezTo>
                  <a:cubicBezTo>
                    <a:pt x="3098" y="2070"/>
                    <a:pt x="2803" y="1285"/>
                    <a:pt x="2137" y="670"/>
                  </a:cubicBezTo>
                  <a:cubicBezTo>
                    <a:pt x="1672" y="242"/>
                    <a:pt x="1146" y="0"/>
                    <a:pt x="75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4" name="Google Shape;3214;p26"/>
            <p:cNvSpPr/>
            <p:nvPr/>
          </p:nvSpPr>
          <p:spPr>
            <a:xfrm>
              <a:off x="5534498" y="4199098"/>
              <a:ext cx="88626" cy="88706"/>
            </a:xfrm>
            <a:custGeom>
              <a:avLst/>
              <a:gdLst/>
              <a:ahLst/>
              <a:cxnLst/>
              <a:rect l="l" t="t" r="r" b="b"/>
              <a:pathLst>
                <a:path w="1109" h="1110" extrusionOk="0">
                  <a:moveTo>
                    <a:pt x="923" y="1"/>
                  </a:moveTo>
                  <a:lnTo>
                    <a:pt x="0" y="577"/>
                  </a:lnTo>
                  <a:lnTo>
                    <a:pt x="241" y="1109"/>
                  </a:lnTo>
                  <a:lnTo>
                    <a:pt x="869" y="962"/>
                  </a:lnTo>
                  <a:lnTo>
                    <a:pt x="1096" y="629"/>
                  </a:lnTo>
                  <a:lnTo>
                    <a:pt x="1109" y="629"/>
                  </a:lnTo>
                  <a:cubicBezTo>
                    <a:pt x="977" y="228"/>
                    <a:pt x="923" y="1"/>
                    <a:pt x="923" y="1"/>
                  </a:cubicBezTo>
                  <a:close/>
                </a:path>
              </a:pathLst>
            </a:custGeom>
            <a:solidFill>
              <a:srgbClr val="A105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5" name="Google Shape;3215;p26"/>
            <p:cNvSpPr/>
            <p:nvPr/>
          </p:nvSpPr>
          <p:spPr>
            <a:xfrm>
              <a:off x="5656687" y="3723291"/>
              <a:ext cx="440092" cy="289292"/>
            </a:xfrm>
            <a:custGeom>
              <a:avLst/>
              <a:gdLst/>
              <a:ahLst/>
              <a:cxnLst/>
              <a:rect l="l" t="t" r="r" b="b"/>
              <a:pathLst>
                <a:path w="5507" h="3620" extrusionOk="0">
                  <a:moveTo>
                    <a:pt x="2205" y="0"/>
                  </a:moveTo>
                  <a:cubicBezTo>
                    <a:pt x="987" y="0"/>
                    <a:pt x="1" y="981"/>
                    <a:pt x="140" y="1271"/>
                  </a:cubicBezTo>
                  <a:cubicBezTo>
                    <a:pt x="747" y="977"/>
                    <a:pt x="1286" y="856"/>
                    <a:pt x="1764" y="856"/>
                  </a:cubicBezTo>
                  <a:cubicBezTo>
                    <a:pt x="4044" y="856"/>
                    <a:pt x="4920" y="3619"/>
                    <a:pt x="4920" y="3619"/>
                  </a:cubicBezTo>
                  <a:lnTo>
                    <a:pt x="5506" y="3446"/>
                  </a:lnTo>
                  <a:cubicBezTo>
                    <a:pt x="5481" y="2245"/>
                    <a:pt x="4225" y="445"/>
                    <a:pt x="2758" y="70"/>
                  </a:cubicBezTo>
                  <a:cubicBezTo>
                    <a:pt x="2570" y="21"/>
                    <a:pt x="2385" y="0"/>
                    <a:pt x="2205" y="0"/>
                  </a:cubicBezTo>
                  <a:close/>
                </a:path>
              </a:pathLst>
            </a:custGeom>
            <a:solidFill>
              <a:srgbClr val="122B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6" name="Google Shape;3216;p26"/>
            <p:cNvSpPr/>
            <p:nvPr/>
          </p:nvSpPr>
          <p:spPr>
            <a:xfrm>
              <a:off x="5415187" y="3687810"/>
              <a:ext cx="760711" cy="560524"/>
            </a:xfrm>
            <a:custGeom>
              <a:avLst/>
              <a:gdLst/>
              <a:ahLst/>
              <a:cxnLst/>
              <a:rect l="l" t="t" r="r" b="b"/>
              <a:pathLst>
                <a:path w="9519" h="7014" extrusionOk="0">
                  <a:moveTo>
                    <a:pt x="5279" y="0"/>
                  </a:moveTo>
                  <a:cubicBezTo>
                    <a:pt x="4989" y="0"/>
                    <a:pt x="4684" y="39"/>
                    <a:pt x="4364" y="126"/>
                  </a:cubicBezTo>
                  <a:cubicBezTo>
                    <a:pt x="3403" y="488"/>
                    <a:pt x="1" y="1715"/>
                    <a:pt x="2243" y="7014"/>
                  </a:cubicBezTo>
                  <a:lnTo>
                    <a:pt x="2669" y="6588"/>
                  </a:lnTo>
                  <a:cubicBezTo>
                    <a:pt x="2669" y="6588"/>
                    <a:pt x="962" y="1981"/>
                    <a:pt x="4671" y="821"/>
                  </a:cubicBezTo>
                  <a:cubicBezTo>
                    <a:pt x="4874" y="757"/>
                    <a:pt x="5074" y="728"/>
                    <a:pt x="5271" y="728"/>
                  </a:cubicBezTo>
                  <a:cubicBezTo>
                    <a:pt x="6831" y="728"/>
                    <a:pt x="8138" y="2598"/>
                    <a:pt x="8528" y="3890"/>
                  </a:cubicBezTo>
                  <a:lnTo>
                    <a:pt x="9518" y="3772"/>
                  </a:lnTo>
                  <a:cubicBezTo>
                    <a:pt x="9518" y="3772"/>
                    <a:pt x="8120" y="0"/>
                    <a:pt x="5279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7" name="Google Shape;3217;p26"/>
            <p:cNvSpPr/>
            <p:nvPr/>
          </p:nvSpPr>
          <p:spPr>
            <a:xfrm>
              <a:off x="5437483" y="3697879"/>
              <a:ext cx="326453" cy="575068"/>
            </a:xfrm>
            <a:custGeom>
              <a:avLst/>
              <a:gdLst/>
              <a:ahLst/>
              <a:cxnLst/>
              <a:rect l="l" t="t" r="r" b="b"/>
              <a:pathLst>
                <a:path w="4085" h="7196" extrusionOk="0">
                  <a:moveTo>
                    <a:pt x="4085" y="0"/>
                  </a:moveTo>
                  <a:lnTo>
                    <a:pt x="4085" y="0"/>
                  </a:lnTo>
                  <a:cubicBezTo>
                    <a:pt x="2723" y="426"/>
                    <a:pt x="775" y="814"/>
                    <a:pt x="429" y="3950"/>
                  </a:cubicBezTo>
                  <a:cubicBezTo>
                    <a:pt x="215" y="5459"/>
                    <a:pt x="910" y="7195"/>
                    <a:pt x="910" y="7195"/>
                  </a:cubicBezTo>
                  <a:lnTo>
                    <a:pt x="1964" y="6888"/>
                  </a:lnTo>
                  <a:cubicBezTo>
                    <a:pt x="1964" y="6888"/>
                    <a:pt x="0" y="1708"/>
                    <a:pt x="4085" y="0"/>
                  </a:cubicBez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8" name="Google Shape;3218;p26"/>
            <p:cNvSpPr/>
            <p:nvPr/>
          </p:nvSpPr>
          <p:spPr>
            <a:xfrm>
              <a:off x="6070082" y="4042467"/>
              <a:ext cx="181327" cy="338920"/>
            </a:xfrm>
            <a:custGeom>
              <a:avLst/>
              <a:gdLst/>
              <a:ahLst/>
              <a:cxnLst/>
              <a:rect l="l" t="t" r="r" b="b"/>
              <a:pathLst>
                <a:path w="2269" h="4241" extrusionOk="0">
                  <a:moveTo>
                    <a:pt x="0" y="0"/>
                  </a:moveTo>
                  <a:cubicBezTo>
                    <a:pt x="26" y="26"/>
                    <a:pt x="1842" y="1189"/>
                    <a:pt x="1307" y="3751"/>
                  </a:cubicBezTo>
                  <a:cubicBezTo>
                    <a:pt x="1135" y="4088"/>
                    <a:pt x="1164" y="4241"/>
                    <a:pt x="1270" y="4241"/>
                  </a:cubicBezTo>
                  <a:cubicBezTo>
                    <a:pt x="1450" y="4241"/>
                    <a:pt x="1852" y="3801"/>
                    <a:pt x="1868" y="3069"/>
                  </a:cubicBezTo>
                  <a:cubicBezTo>
                    <a:pt x="1891" y="2314"/>
                    <a:pt x="2064" y="1925"/>
                    <a:pt x="2187" y="1925"/>
                  </a:cubicBezTo>
                  <a:cubicBezTo>
                    <a:pt x="2218" y="1925"/>
                    <a:pt x="2247" y="1951"/>
                    <a:pt x="2268" y="2002"/>
                  </a:cubicBezTo>
                  <a:cubicBezTo>
                    <a:pt x="2002" y="868"/>
                    <a:pt x="1189" y="39"/>
                    <a:pt x="202" y="0"/>
                  </a:cubicBezTo>
                  <a:close/>
                </a:path>
              </a:pathLst>
            </a:custGeom>
            <a:solidFill>
              <a:srgbClr val="122B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9" name="Google Shape;3219;p26"/>
            <p:cNvSpPr/>
            <p:nvPr/>
          </p:nvSpPr>
          <p:spPr>
            <a:xfrm>
              <a:off x="6256681" y="4224670"/>
              <a:ext cx="80" cy="2397"/>
            </a:xfrm>
            <a:custGeom>
              <a:avLst/>
              <a:gdLst/>
              <a:ahLst/>
              <a:cxnLst/>
              <a:rect l="l" t="t" r="r" b="b"/>
              <a:pathLst>
                <a:path w="1" h="30" extrusionOk="0">
                  <a:moveTo>
                    <a:pt x="1" y="30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122B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0" name="Google Shape;3220;p26"/>
            <p:cNvSpPr/>
            <p:nvPr/>
          </p:nvSpPr>
          <p:spPr>
            <a:xfrm>
              <a:off x="5454584" y="3811996"/>
              <a:ext cx="114278" cy="460950"/>
            </a:xfrm>
            <a:custGeom>
              <a:avLst/>
              <a:gdLst/>
              <a:ahLst/>
              <a:cxnLst/>
              <a:rect l="l" t="t" r="r" b="b"/>
              <a:pathLst>
                <a:path w="1430" h="5768" extrusionOk="0">
                  <a:moveTo>
                    <a:pt x="1177" y="1"/>
                  </a:moveTo>
                  <a:cubicBezTo>
                    <a:pt x="1176" y="1"/>
                    <a:pt x="1175" y="2"/>
                    <a:pt x="1175" y="3"/>
                  </a:cubicBezTo>
                  <a:lnTo>
                    <a:pt x="1175" y="3"/>
                  </a:lnTo>
                  <a:cubicBezTo>
                    <a:pt x="1175" y="2"/>
                    <a:pt x="1176" y="2"/>
                    <a:pt x="1177" y="1"/>
                  </a:cubicBezTo>
                  <a:close/>
                  <a:moveTo>
                    <a:pt x="1175" y="3"/>
                  </a:moveTo>
                  <a:lnTo>
                    <a:pt x="1175" y="3"/>
                  </a:lnTo>
                  <a:cubicBezTo>
                    <a:pt x="708" y="551"/>
                    <a:pt x="347" y="1338"/>
                    <a:pt x="215" y="2522"/>
                  </a:cubicBezTo>
                  <a:cubicBezTo>
                    <a:pt x="1" y="4031"/>
                    <a:pt x="696" y="5767"/>
                    <a:pt x="696" y="5767"/>
                  </a:cubicBezTo>
                  <a:lnTo>
                    <a:pt x="1430" y="5553"/>
                  </a:lnTo>
                  <a:cubicBezTo>
                    <a:pt x="1215" y="5072"/>
                    <a:pt x="856" y="4140"/>
                    <a:pt x="949" y="3339"/>
                  </a:cubicBezTo>
                  <a:cubicBezTo>
                    <a:pt x="1043" y="2537"/>
                    <a:pt x="962" y="2096"/>
                    <a:pt x="858" y="2096"/>
                  </a:cubicBezTo>
                  <a:cubicBezTo>
                    <a:pt x="817" y="2096"/>
                    <a:pt x="773" y="2166"/>
                    <a:pt x="734" y="2311"/>
                  </a:cubicBezTo>
                  <a:cubicBezTo>
                    <a:pt x="695" y="2464"/>
                    <a:pt x="655" y="2534"/>
                    <a:pt x="623" y="2534"/>
                  </a:cubicBezTo>
                  <a:cubicBezTo>
                    <a:pt x="547" y="2534"/>
                    <a:pt x="512" y="2141"/>
                    <a:pt x="616" y="1548"/>
                  </a:cubicBezTo>
                  <a:cubicBezTo>
                    <a:pt x="744" y="743"/>
                    <a:pt x="1139" y="50"/>
                    <a:pt x="1175" y="3"/>
                  </a:cubicBezTo>
                  <a:close/>
                </a:path>
              </a:pathLst>
            </a:custGeom>
            <a:solidFill>
              <a:srgbClr val="FFFFFF">
                <a:alpha val="48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21" name="Google Shape;3221;p26"/>
          <p:cNvGrpSpPr/>
          <p:nvPr/>
        </p:nvGrpSpPr>
        <p:grpSpPr>
          <a:xfrm>
            <a:off x="7051693" y="3586540"/>
            <a:ext cx="1129918" cy="278457"/>
            <a:chOff x="713231" y="815211"/>
            <a:chExt cx="894914" cy="220542"/>
          </a:xfrm>
        </p:grpSpPr>
        <p:sp>
          <p:nvSpPr>
            <p:cNvPr id="3222" name="Google Shape;3222;p26"/>
            <p:cNvSpPr/>
            <p:nvPr/>
          </p:nvSpPr>
          <p:spPr>
            <a:xfrm>
              <a:off x="1387603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3" name="Google Shape;3223;p26"/>
            <p:cNvSpPr/>
            <p:nvPr/>
          </p:nvSpPr>
          <p:spPr>
            <a:xfrm>
              <a:off x="713231" y="815211"/>
              <a:ext cx="222044" cy="220542"/>
            </a:xfrm>
            <a:custGeom>
              <a:avLst/>
              <a:gdLst/>
              <a:ahLst/>
              <a:cxnLst/>
              <a:rect l="l" t="t" r="r" b="b"/>
              <a:pathLst>
                <a:path w="1775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4" name="Google Shape;3224;p26"/>
            <p:cNvSpPr/>
            <p:nvPr/>
          </p:nvSpPr>
          <p:spPr>
            <a:xfrm>
              <a:off x="1050229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3179;p26">
            <a:extLst>
              <a:ext uri="{FF2B5EF4-FFF2-40B4-BE49-F238E27FC236}">
                <a16:creationId xmlns:a16="http://schemas.microsoft.com/office/drawing/2014/main" id="{CC1441A6-8F01-3834-E49B-860429E9425A}"/>
              </a:ext>
            </a:extLst>
          </p:cNvPr>
          <p:cNvSpPr txBox="1">
            <a:spLocks/>
          </p:cNvSpPr>
          <p:nvPr/>
        </p:nvSpPr>
        <p:spPr>
          <a:xfrm>
            <a:off x="962389" y="3245203"/>
            <a:ext cx="677702" cy="447600"/>
          </a:xfrm>
          <a:prstGeom prst="rect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rbitron"/>
              <a:buNone/>
              <a:defRPr sz="3000" b="1" i="0" u="none" strike="noStrike" cap="none">
                <a:solidFill>
                  <a:schemeClr val="accent4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" dirty="0"/>
              <a:t>3</a:t>
            </a:r>
          </a:p>
        </p:txBody>
      </p:sp>
      <p:sp>
        <p:nvSpPr>
          <p:cNvPr id="3" name="Google Shape;3182;p26">
            <a:extLst>
              <a:ext uri="{FF2B5EF4-FFF2-40B4-BE49-F238E27FC236}">
                <a16:creationId xmlns:a16="http://schemas.microsoft.com/office/drawing/2014/main" id="{318A8131-1D33-D784-462C-92D0C9475243}"/>
              </a:ext>
            </a:extLst>
          </p:cNvPr>
          <p:cNvSpPr txBox="1">
            <a:spLocks/>
          </p:cNvSpPr>
          <p:nvPr/>
        </p:nvSpPr>
        <p:spPr>
          <a:xfrm>
            <a:off x="657390" y="3742174"/>
            <a:ext cx="2156644" cy="840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-US" dirty="0">
                <a:solidFill>
                  <a:schemeClr val="tx1"/>
                </a:solidFill>
              </a:rPr>
              <a:t>Replacing </a:t>
            </a:r>
            <a:r>
              <a:rPr lang="en-US" dirty="0" err="1">
                <a:solidFill>
                  <a:schemeClr val="tx1"/>
                </a:solidFill>
              </a:rPr>
              <a:t>Greyboxes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Google Shape;3178;p26">
            <a:extLst>
              <a:ext uri="{FF2B5EF4-FFF2-40B4-BE49-F238E27FC236}">
                <a16:creationId xmlns:a16="http://schemas.microsoft.com/office/drawing/2014/main" id="{04BB66F6-769D-ED8B-82AD-94242FFE4039}"/>
              </a:ext>
            </a:extLst>
          </p:cNvPr>
          <p:cNvSpPr txBox="1">
            <a:spLocks/>
          </p:cNvSpPr>
          <p:nvPr/>
        </p:nvSpPr>
        <p:spPr>
          <a:xfrm>
            <a:off x="4075176" y="3245203"/>
            <a:ext cx="677703" cy="447600"/>
          </a:xfrm>
          <a:prstGeom prst="rect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rbitron"/>
              <a:buNone/>
              <a:defRPr sz="3000" b="1" i="0" u="none" strike="noStrike" cap="none">
                <a:solidFill>
                  <a:schemeClr val="accent4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" dirty="0"/>
              <a:t>4</a:t>
            </a:r>
          </a:p>
        </p:txBody>
      </p:sp>
      <p:sp>
        <p:nvSpPr>
          <p:cNvPr id="5" name="Google Shape;3183;p26">
            <a:extLst>
              <a:ext uri="{FF2B5EF4-FFF2-40B4-BE49-F238E27FC236}">
                <a16:creationId xmlns:a16="http://schemas.microsoft.com/office/drawing/2014/main" id="{0C72D858-AD1C-1F3D-AAEA-C052BB75D0B4}"/>
              </a:ext>
            </a:extLst>
          </p:cNvPr>
          <p:cNvSpPr txBox="1">
            <a:spLocks/>
          </p:cNvSpPr>
          <p:nvPr/>
        </p:nvSpPr>
        <p:spPr>
          <a:xfrm>
            <a:off x="3813828" y="3732365"/>
            <a:ext cx="2660322" cy="850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-US" dirty="0">
                <a:solidFill>
                  <a:schemeClr val="tx1"/>
                </a:solidFill>
              </a:rPr>
              <a:t>Environment &amp; Lighting</a:t>
            </a:r>
            <a:endParaRPr lang="en-US" dirty="0">
              <a:solidFill>
                <a:srgbClr val="FF247F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7">
          <a:extLst>
            <a:ext uri="{FF2B5EF4-FFF2-40B4-BE49-F238E27FC236}">
              <a16:creationId xmlns:a16="http://schemas.microsoft.com/office/drawing/2014/main" id="{8A206472-254C-4F2E-C00C-745ECE09E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48" name="Google Shape;3248;p28">
            <a:extLst>
              <a:ext uri="{FF2B5EF4-FFF2-40B4-BE49-F238E27FC236}">
                <a16:creationId xmlns:a16="http://schemas.microsoft.com/office/drawing/2014/main" id="{B1F56366-9233-5CE1-BBB2-77D137BC86C0}"/>
              </a:ext>
            </a:extLst>
          </p:cNvPr>
          <p:cNvGrpSpPr/>
          <p:nvPr/>
        </p:nvGrpSpPr>
        <p:grpSpPr>
          <a:xfrm>
            <a:off x="5162923" y="1285254"/>
            <a:ext cx="3242422" cy="2381590"/>
            <a:chOff x="296117" y="2376907"/>
            <a:chExt cx="715672" cy="525668"/>
          </a:xfrm>
        </p:grpSpPr>
        <p:sp>
          <p:nvSpPr>
            <p:cNvPr id="3249" name="Google Shape;3249;p28">
              <a:extLst>
                <a:ext uri="{FF2B5EF4-FFF2-40B4-BE49-F238E27FC236}">
                  <a16:creationId xmlns:a16="http://schemas.microsoft.com/office/drawing/2014/main" id="{3B960398-7081-846C-4A5C-566C9C60631D}"/>
                </a:ext>
              </a:extLst>
            </p:cNvPr>
            <p:cNvSpPr/>
            <p:nvPr/>
          </p:nvSpPr>
          <p:spPr>
            <a:xfrm>
              <a:off x="476250" y="2376907"/>
              <a:ext cx="355343" cy="46378"/>
            </a:xfrm>
            <a:custGeom>
              <a:avLst/>
              <a:gdLst/>
              <a:ahLst/>
              <a:cxnLst/>
              <a:rect l="l" t="t" r="r" b="b"/>
              <a:pathLst>
                <a:path w="6344" h="828" extrusionOk="0">
                  <a:moveTo>
                    <a:pt x="3179" y="1"/>
                  </a:moveTo>
                  <a:cubicBezTo>
                    <a:pt x="2019" y="1"/>
                    <a:pt x="936" y="293"/>
                    <a:pt x="1" y="828"/>
                  </a:cubicBezTo>
                  <a:lnTo>
                    <a:pt x="6344" y="828"/>
                  </a:lnTo>
                  <a:cubicBezTo>
                    <a:pt x="5408" y="293"/>
                    <a:pt x="4326" y="1"/>
                    <a:pt x="3179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0" name="Google Shape;3250;p28">
              <a:extLst>
                <a:ext uri="{FF2B5EF4-FFF2-40B4-BE49-F238E27FC236}">
                  <a16:creationId xmlns:a16="http://schemas.microsoft.com/office/drawing/2014/main" id="{AC06B782-CAC5-4C9F-B7F5-44750D207FF3}"/>
                </a:ext>
              </a:extLst>
            </p:cNvPr>
            <p:cNvSpPr/>
            <p:nvPr/>
          </p:nvSpPr>
          <p:spPr>
            <a:xfrm>
              <a:off x="394081" y="2441881"/>
              <a:ext cx="520412" cy="47275"/>
            </a:xfrm>
            <a:custGeom>
              <a:avLst/>
              <a:gdLst/>
              <a:ahLst/>
              <a:cxnLst/>
              <a:rect l="l" t="t" r="r" b="b"/>
              <a:pathLst>
                <a:path w="9291" h="844" extrusionOk="0">
                  <a:moveTo>
                    <a:pt x="962" y="1"/>
                  </a:moveTo>
                  <a:cubicBezTo>
                    <a:pt x="616" y="241"/>
                    <a:pt x="295" y="523"/>
                    <a:pt x="1" y="843"/>
                  </a:cubicBezTo>
                  <a:lnTo>
                    <a:pt x="9291" y="843"/>
                  </a:lnTo>
                  <a:cubicBezTo>
                    <a:pt x="8996" y="523"/>
                    <a:pt x="8676" y="241"/>
                    <a:pt x="8317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1" name="Google Shape;3251;p28">
              <a:extLst>
                <a:ext uri="{FF2B5EF4-FFF2-40B4-BE49-F238E27FC236}">
                  <a16:creationId xmlns:a16="http://schemas.microsoft.com/office/drawing/2014/main" id="{CB5CF473-F177-BE3E-87C6-55E619FB266B}"/>
                </a:ext>
              </a:extLst>
            </p:cNvPr>
            <p:cNvSpPr/>
            <p:nvPr/>
          </p:nvSpPr>
          <p:spPr>
            <a:xfrm>
              <a:off x="353025" y="2507022"/>
              <a:ext cx="601854" cy="33608"/>
            </a:xfrm>
            <a:custGeom>
              <a:avLst/>
              <a:gdLst/>
              <a:ahLst/>
              <a:cxnLst/>
              <a:rect l="l" t="t" r="r" b="b"/>
              <a:pathLst>
                <a:path w="10745" h="600" extrusionOk="0">
                  <a:moveTo>
                    <a:pt x="439" y="1"/>
                  </a:moveTo>
                  <a:cubicBezTo>
                    <a:pt x="279" y="186"/>
                    <a:pt x="135" y="388"/>
                    <a:pt x="0" y="600"/>
                  </a:cubicBezTo>
                  <a:lnTo>
                    <a:pt x="10745" y="600"/>
                  </a:lnTo>
                  <a:cubicBezTo>
                    <a:pt x="10610" y="388"/>
                    <a:pt x="10466" y="186"/>
                    <a:pt x="10306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2" name="Google Shape;3252;p28">
              <a:extLst>
                <a:ext uri="{FF2B5EF4-FFF2-40B4-BE49-F238E27FC236}">
                  <a16:creationId xmlns:a16="http://schemas.microsoft.com/office/drawing/2014/main" id="{CDC63B66-CA60-D897-5EF9-2E9140CED47B}"/>
                </a:ext>
              </a:extLst>
            </p:cNvPr>
            <p:cNvSpPr/>
            <p:nvPr/>
          </p:nvSpPr>
          <p:spPr>
            <a:xfrm>
              <a:off x="322330" y="2571995"/>
              <a:ext cx="663244" cy="27670"/>
            </a:xfrm>
            <a:custGeom>
              <a:avLst/>
              <a:gdLst/>
              <a:ahLst/>
              <a:cxnLst/>
              <a:rect l="l" t="t" r="r" b="b"/>
              <a:pathLst>
                <a:path w="11841" h="494" extrusionOk="0">
                  <a:moveTo>
                    <a:pt x="228" y="0"/>
                  </a:moveTo>
                  <a:cubicBezTo>
                    <a:pt x="148" y="160"/>
                    <a:pt x="68" y="333"/>
                    <a:pt x="0" y="494"/>
                  </a:cubicBezTo>
                  <a:lnTo>
                    <a:pt x="11841" y="494"/>
                  </a:lnTo>
                  <a:cubicBezTo>
                    <a:pt x="11773" y="333"/>
                    <a:pt x="11706" y="160"/>
                    <a:pt x="11613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3" name="Google Shape;3253;p28">
              <a:extLst>
                <a:ext uri="{FF2B5EF4-FFF2-40B4-BE49-F238E27FC236}">
                  <a16:creationId xmlns:a16="http://schemas.microsoft.com/office/drawing/2014/main" id="{D5F15B91-FC50-5D48-4DBD-BB313833C5CA}"/>
                </a:ext>
              </a:extLst>
            </p:cNvPr>
            <p:cNvSpPr/>
            <p:nvPr/>
          </p:nvSpPr>
          <p:spPr>
            <a:xfrm>
              <a:off x="303679" y="2637137"/>
              <a:ext cx="701276" cy="25318"/>
            </a:xfrm>
            <a:custGeom>
              <a:avLst/>
              <a:gdLst/>
              <a:ahLst/>
              <a:cxnLst/>
              <a:rect l="l" t="t" r="r" b="b"/>
              <a:pathLst>
                <a:path w="12520" h="452" extrusionOk="0">
                  <a:moveTo>
                    <a:pt x="106" y="0"/>
                  </a:moveTo>
                  <a:cubicBezTo>
                    <a:pt x="67" y="147"/>
                    <a:pt x="26" y="308"/>
                    <a:pt x="0" y="452"/>
                  </a:cubicBezTo>
                  <a:lnTo>
                    <a:pt x="12520" y="452"/>
                  </a:lnTo>
                  <a:cubicBezTo>
                    <a:pt x="12481" y="308"/>
                    <a:pt x="12452" y="147"/>
                    <a:pt x="12414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4" name="Google Shape;3254;p28">
              <a:extLst>
                <a:ext uri="{FF2B5EF4-FFF2-40B4-BE49-F238E27FC236}">
                  <a16:creationId xmlns:a16="http://schemas.microsoft.com/office/drawing/2014/main" id="{48F46927-64B4-E01B-B9B4-D72086E5CFD6}"/>
                </a:ext>
              </a:extLst>
            </p:cNvPr>
            <p:cNvSpPr/>
            <p:nvPr/>
          </p:nvSpPr>
          <p:spPr>
            <a:xfrm>
              <a:off x="296117" y="2702054"/>
              <a:ext cx="715672" cy="21789"/>
            </a:xfrm>
            <a:custGeom>
              <a:avLst/>
              <a:gdLst/>
              <a:ahLst/>
              <a:cxnLst/>
              <a:rect l="l" t="t" r="r" b="b"/>
              <a:pathLst>
                <a:path w="12777" h="389" extrusionOk="0">
                  <a:moveTo>
                    <a:pt x="29" y="1"/>
                  </a:moveTo>
                  <a:cubicBezTo>
                    <a:pt x="13" y="135"/>
                    <a:pt x="13" y="270"/>
                    <a:pt x="1" y="388"/>
                  </a:cubicBezTo>
                  <a:lnTo>
                    <a:pt x="12776" y="388"/>
                  </a:lnTo>
                  <a:cubicBezTo>
                    <a:pt x="12776" y="270"/>
                    <a:pt x="12763" y="135"/>
                    <a:pt x="12763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5" name="Google Shape;3255;p28">
              <a:extLst>
                <a:ext uri="{FF2B5EF4-FFF2-40B4-BE49-F238E27FC236}">
                  <a16:creationId xmlns:a16="http://schemas.microsoft.com/office/drawing/2014/main" id="{F60AB55C-6375-47E9-91F5-AB9A6F31AF76}"/>
                </a:ext>
              </a:extLst>
            </p:cNvPr>
            <p:cNvSpPr/>
            <p:nvPr/>
          </p:nvSpPr>
          <p:spPr>
            <a:xfrm>
              <a:off x="297741" y="2767923"/>
              <a:ext cx="712423" cy="14227"/>
            </a:xfrm>
            <a:custGeom>
              <a:avLst/>
              <a:gdLst/>
              <a:ahLst/>
              <a:cxnLst/>
              <a:rect l="l" t="t" r="r" b="b"/>
              <a:pathLst>
                <a:path w="12719" h="254" extrusionOk="0">
                  <a:moveTo>
                    <a:pt x="0" y="1"/>
                  </a:moveTo>
                  <a:cubicBezTo>
                    <a:pt x="13" y="81"/>
                    <a:pt x="13" y="173"/>
                    <a:pt x="26" y="254"/>
                  </a:cubicBezTo>
                  <a:lnTo>
                    <a:pt x="12693" y="254"/>
                  </a:lnTo>
                  <a:cubicBezTo>
                    <a:pt x="12706" y="173"/>
                    <a:pt x="12718" y="81"/>
                    <a:pt x="12718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6" name="Google Shape;3256;p28">
              <a:extLst>
                <a:ext uri="{FF2B5EF4-FFF2-40B4-BE49-F238E27FC236}">
                  <a16:creationId xmlns:a16="http://schemas.microsoft.com/office/drawing/2014/main" id="{3FB86780-AF9D-E7DF-9D32-2E52992E8C39}"/>
                </a:ext>
              </a:extLst>
            </p:cNvPr>
            <p:cNvSpPr/>
            <p:nvPr/>
          </p:nvSpPr>
          <p:spPr>
            <a:xfrm>
              <a:off x="309560" y="2832897"/>
              <a:ext cx="688786" cy="12043"/>
            </a:xfrm>
            <a:custGeom>
              <a:avLst/>
              <a:gdLst/>
              <a:ahLst/>
              <a:cxnLst/>
              <a:rect l="l" t="t" r="r" b="b"/>
              <a:pathLst>
                <a:path w="12297" h="215" extrusionOk="0">
                  <a:moveTo>
                    <a:pt x="1" y="0"/>
                  </a:moveTo>
                  <a:cubicBezTo>
                    <a:pt x="30" y="67"/>
                    <a:pt x="55" y="148"/>
                    <a:pt x="68" y="215"/>
                  </a:cubicBezTo>
                  <a:lnTo>
                    <a:pt x="12229" y="215"/>
                  </a:lnTo>
                  <a:cubicBezTo>
                    <a:pt x="12254" y="148"/>
                    <a:pt x="12283" y="67"/>
                    <a:pt x="12296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7" name="Google Shape;3257;p28">
              <a:extLst>
                <a:ext uri="{FF2B5EF4-FFF2-40B4-BE49-F238E27FC236}">
                  <a16:creationId xmlns:a16="http://schemas.microsoft.com/office/drawing/2014/main" id="{FA2E15E4-A47D-0A64-7D73-D0D7E0214BDA}"/>
                </a:ext>
              </a:extLst>
            </p:cNvPr>
            <p:cNvSpPr/>
            <p:nvPr/>
          </p:nvSpPr>
          <p:spPr>
            <a:xfrm>
              <a:off x="335773" y="2898038"/>
              <a:ext cx="637086" cy="4537"/>
            </a:xfrm>
            <a:custGeom>
              <a:avLst/>
              <a:gdLst/>
              <a:ahLst/>
              <a:cxnLst/>
              <a:rect l="l" t="t" r="r" b="b"/>
              <a:pathLst>
                <a:path w="11374" h="81" extrusionOk="0">
                  <a:moveTo>
                    <a:pt x="1" y="0"/>
                  </a:moveTo>
                  <a:cubicBezTo>
                    <a:pt x="13" y="26"/>
                    <a:pt x="26" y="55"/>
                    <a:pt x="42" y="80"/>
                  </a:cubicBezTo>
                  <a:lnTo>
                    <a:pt x="11319" y="80"/>
                  </a:lnTo>
                  <a:cubicBezTo>
                    <a:pt x="11335" y="55"/>
                    <a:pt x="11360" y="26"/>
                    <a:pt x="11373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58" name="Google Shape;3258;p28">
            <a:extLst>
              <a:ext uri="{FF2B5EF4-FFF2-40B4-BE49-F238E27FC236}">
                <a16:creationId xmlns:a16="http://schemas.microsoft.com/office/drawing/2014/main" id="{3458679A-23CC-923D-7F87-3E7A1CABB3C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6017" y="2153591"/>
            <a:ext cx="3827582" cy="119757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solidFill>
                  <a:schemeClr val="tx1"/>
                </a:solidFill>
                <a:sym typeface="Arimo SemiBold"/>
              </a:rPr>
              <a:t>Recap (Assets)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259" name="Google Shape;3259;p28">
            <a:extLst>
              <a:ext uri="{FF2B5EF4-FFF2-40B4-BE49-F238E27FC236}">
                <a16:creationId xmlns:a16="http://schemas.microsoft.com/office/drawing/2014/main" id="{D8F6724C-C4EF-ED05-259F-32758D774E9B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815400" y="1105150"/>
            <a:ext cx="13002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</a:t>
            </a:r>
            <a:endParaRPr dirty="0"/>
          </a:p>
        </p:txBody>
      </p:sp>
      <p:grpSp>
        <p:nvGrpSpPr>
          <p:cNvPr id="3352" name="Google Shape;3352;p28">
            <a:extLst>
              <a:ext uri="{FF2B5EF4-FFF2-40B4-BE49-F238E27FC236}">
                <a16:creationId xmlns:a16="http://schemas.microsoft.com/office/drawing/2014/main" id="{9AAA4829-73FE-B1F4-B6B6-5A47405591FF}"/>
              </a:ext>
            </a:extLst>
          </p:cNvPr>
          <p:cNvGrpSpPr/>
          <p:nvPr/>
        </p:nvGrpSpPr>
        <p:grpSpPr>
          <a:xfrm>
            <a:off x="7460542" y="539504"/>
            <a:ext cx="1129918" cy="278457"/>
            <a:chOff x="713231" y="815211"/>
            <a:chExt cx="894914" cy="220542"/>
          </a:xfrm>
        </p:grpSpPr>
        <p:sp>
          <p:nvSpPr>
            <p:cNvPr id="3353" name="Google Shape;3353;p28">
              <a:extLst>
                <a:ext uri="{FF2B5EF4-FFF2-40B4-BE49-F238E27FC236}">
                  <a16:creationId xmlns:a16="http://schemas.microsoft.com/office/drawing/2014/main" id="{09C507E5-5765-9A2E-4205-09BA9978CD06}"/>
                </a:ext>
              </a:extLst>
            </p:cNvPr>
            <p:cNvSpPr/>
            <p:nvPr/>
          </p:nvSpPr>
          <p:spPr>
            <a:xfrm>
              <a:off x="1387603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4" name="Google Shape;3354;p28">
              <a:extLst>
                <a:ext uri="{FF2B5EF4-FFF2-40B4-BE49-F238E27FC236}">
                  <a16:creationId xmlns:a16="http://schemas.microsoft.com/office/drawing/2014/main" id="{00AE0A8C-416A-E517-2E5C-36803E3D6A73}"/>
                </a:ext>
              </a:extLst>
            </p:cNvPr>
            <p:cNvSpPr/>
            <p:nvPr/>
          </p:nvSpPr>
          <p:spPr>
            <a:xfrm>
              <a:off x="713231" y="815211"/>
              <a:ext cx="222044" cy="220542"/>
            </a:xfrm>
            <a:custGeom>
              <a:avLst/>
              <a:gdLst/>
              <a:ahLst/>
              <a:cxnLst/>
              <a:rect l="l" t="t" r="r" b="b"/>
              <a:pathLst>
                <a:path w="1775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5" name="Google Shape;3355;p28">
              <a:extLst>
                <a:ext uri="{FF2B5EF4-FFF2-40B4-BE49-F238E27FC236}">
                  <a16:creationId xmlns:a16="http://schemas.microsoft.com/office/drawing/2014/main" id="{DD3C7D36-534E-F0D8-1970-D7D508017323}"/>
                </a:ext>
              </a:extLst>
            </p:cNvPr>
            <p:cNvSpPr/>
            <p:nvPr/>
          </p:nvSpPr>
          <p:spPr>
            <a:xfrm>
              <a:off x="1050229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579722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8">
          <a:extLst>
            <a:ext uri="{FF2B5EF4-FFF2-40B4-BE49-F238E27FC236}">
              <a16:creationId xmlns:a16="http://schemas.microsoft.com/office/drawing/2014/main" id="{E1EA3A18-7DA0-D411-766B-6D8029027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2" name="Google Shape;3232;p27">
            <a:extLst>
              <a:ext uri="{FF2B5EF4-FFF2-40B4-BE49-F238E27FC236}">
                <a16:creationId xmlns:a16="http://schemas.microsoft.com/office/drawing/2014/main" id="{3BA8F343-3294-6767-262A-31315A1CC1EC}"/>
              </a:ext>
            </a:extLst>
          </p:cNvPr>
          <p:cNvGrpSpPr/>
          <p:nvPr/>
        </p:nvGrpSpPr>
        <p:grpSpPr>
          <a:xfrm rot="2074261">
            <a:off x="7732826" y="678270"/>
            <a:ext cx="1129918" cy="278457"/>
            <a:chOff x="713231" y="815211"/>
            <a:chExt cx="894914" cy="220542"/>
          </a:xfrm>
        </p:grpSpPr>
        <p:sp>
          <p:nvSpPr>
            <p:cNvPr id="3233" name="Google Shape;3233;p27">
              <a:extLst>
                <a:ext uri="{FF2B5EF4-FFF2-40B4-BE49-F238E27FC236}">
                  <a16:creationId xmlns:a16="http://schemas.microsoft.com/office/drawing/2014/main" id="{A0F61636-561D-2495-649C-D5DE58A002F8}"/>
                </a:ext>
              </a:extLst>
            </p:cNvPr>
            <p:cNvSpPr/>
            <p:nvPr/>
          </p:nvSpPr>
          <p:spPr>
            <a:xfrm>
              <a:off x="1387603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27">
              <a:extLst>
                <a:ext uri="{FF2B5EF4-FFF2-40B4-BE49-F238E27FC236}">
                  <a16:creationId xmlns:a16="http://schemas.microsoft.com/office/drawing/2014/main" id="{E6D3D819-A6C7-5B2A-F55A-89B36FBC0BA9}"/>
                </a:ext>
              </a:extLst>
            </p:cNvPr>
            <p:cNvSpPr/>
            <p:nvPr/>
          </p:nvSpPr>
          <p:spPr>
            <a:xfrm>
              <a:off x="713231" y="815211"/>
              <a:ext cx="222044" cy="220542"/>
            </a:xfrm>
            <a:custGeom>
              <a:avLst/>
              <a:gdLst/>
              <a:ahLst/>
              <a:cxnLst/>
              <a:rect l="l" t="t" r="r" b="b"/>
              <a:pathLst>
                <a:path w="1775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27">
              <a:extLst>
                <a:ext uri="{FF2B5EF4-FFF2-40B4-BE49-F238E27FC236}">
                  <a16:creationId xmlns:a16="http://schemas.microsoft.com/office/drawing/2014/main" id="{81C2BC77-2D0A-40CE-75F3-96B6F3796352}"/>
                </a:ext>
              </a:extLst>
            </p:cNvPr>
            <p:cNvSpPr/>
            <p:nvPr/>
          </p:nvSpPr>
          <p:spPr>
            <a:xfrm>
              <a:off x="1050229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Google Shape;1595;p62">
            <a:extLst>
              <a:ext uri="{FF2B5EF4-FFF2-40B4-BE49-F238E27FC236}">
                <a16:creationId xmlns:a16="http://schemas.microsoft.com/office/drawing/2014/main" id="{F3F8788C-5E4A-D69F-5E28-F9F30002A08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05086" y="1345285"/>
            <a:ext cx="8436901" cy="35221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 fontAlgn="base">
              <a:buSzPct val="75000"/>
              <a:buNone/>
            </a:pPr>
            <a:r>
              <a:rPr lang="en-US" sz="2400" b="1" dirty="0">
                <a:solidFill>
                  <a:schemeClr val="tx1"/>
                </a:solidFill>
                <a:latin typeface="Orbitron"/>
                <a:sym typeface="Orbitron"/>
              </a:rPr>
              <a:t>Most </a:t>
            </a:r>
            <a:r>
              <a:rPr lang="en-US" sz="2400" b="1" dirty="0">
                <a:solidFill>
                  <a:srgbClr val="FF247F"/>
                </a:solidFill>
                <a:latin typeface="Orbitron"/>
                <a:sym typeface="Orbitron"/>
              </a:rPr>
              <a:t>important</a:t>
            </a:r>
            <a:r>
              <a:rPr lang="en-US" sz="2400" b="1" dirty="0">
                <a:solidFill>
                  <a:schemeClr val="tx1"/>
                </a:solidFill>
                <a:latin typeface="Orbitron"/>
                <a:sym typeface="Orbitron"/>
              </a:rPr>
              <a:t> materials :</a:t>
            </a:r>
          </a:p>
          <a:p>
            <a:r>
              <a:rPr lang="en-US" sz="2000" b="1" dirty="0">
                <a:solidFill>
                  <a:srgbClr val="FF247F"/>
                </a:solidFill>
                <a:latin typeface="Orbitron"/>
                <a:sym typeface="Orbitron"/>
              </a:rPr>
              <a:t>Albedo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: color using RGB and alpha for transparency.</a:t>
            </a:r>
          </a:p>
          <a:p>
            <a:r>
              <a:rPr lang="en-US" sz="2000" b="1" dirty="0">
                <a:solidFill>
                  <a:srgbClr val="FF247F"/>
                </a:solidFill>
                <a:latin typeface="Orbitron"/>
                <a:sym typeface="Orbitron"/>
              </a:rPr>
              <a:t>Metallic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: how metallic the surface is. (</a:t>
            </a:r>
            <a:r>
              <a:rPr lang="en-US" sz="2000" b="1" dirty="0">
                <a:solidFill>
                  <a:srgbClr val="FF247F"/>
                </a:solidFill>
                <a:latin typeface="Orbitron"/>
                <a:sym typeface="Orbitron"/>
              </a:rPr>
              <a:t>1 channel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)</a:t>
            </a:r>
          </a:p>
          <a:p>
            <a:r>
              <a:rPr lang="en-US" sz="2000" b="1" dirty="0">
                <a:solidFill>
                  <a:srgbClr val="FF247F"/>
                </a:solidFill>
                <a:latin typeface="Orbitron"/>
                <a:sym typeface="Orbitron"/>
              </a:rPr>
              <a:t>Roughness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: how rough or smooth the surface is. (</a:t>
            </a:r>
            <a:r>
              <a:rPr lang="en-US" sz="2000" b="1" dirty="0">
                <a:solidFill>
                  <a:srgbClr val="FF247F"/>
                </a:solidFill>
                <a:latin typeface="Orbitron"/>
                <a:sym typeface="Orbitron"/>
              </a:rPr>
              <a:t>1 channel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)</a:t>
            </a:r>
          </a:p>
          <a:p>
            <a:r>
              <a:rPr lang="en-US" sz="2000" b="1" dirty="0">
                <a:solidFill>
                  <a:srgbClr val="FF247F"/>
                </a:solidFill>
                <a:latin typeface="Orbitron"/>
                <a:sym typeface="Orbitron"/>
              </a:rPr>
              <a:t>Ambient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 </a:t>
            </a:r>
            <a:r>
              <a:rPr lang="en-US" sz="2000" b="1" dirty="0">
                <a:solidFill>
                  <a:srgbClr val="FF247F"/>
                </a:solidFill>
                <a:latin typeface="Orbitron"/>
                <a:sym typeface="Orbitron"/>
              </a:rPr>
              <a:t>Occlusion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: how much ambient light reaches the surface. (</a:t>
            </a:r>
            <a:r>
              <a:rPr lang="en-US" sz="2000" b="1" dirty="0">
                <a:solidFill>
                  <a:srgbClr val="FF247F"/>
                </a:solidFill>
                <a:latin typeface="Orbitron"/>
                <a:sym typeface="Orbitron"/>
              </a:rPr>
              <a:t>1 channel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)</a:t>
            </a:r>
          </a:p>
          <a:p>
            <a:r>
              <a:rPr lang="en-US" sz="2000" b="1" dirty="0">
                <a:solidFill>
                  <a:srgbClr val="FF247F"/>
                </a:solidFill>
                <a:latin typeface="Orbitron"/>
                <a:sym typeface="Orbitron"/>
              </a:rPr>
              <a:t>Normal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 </a:t>
            </a:r>
            <a:r>
              <a:rPr lang="en-US" sz="2000" b="1" dirty="0">
                <a:solidFill>
                  <a:srgbClr val="FF247F"/>
                </a:solidFill>
                <a:latin typeface="Orbitron"/>
                <a:sym typeface="Orbitron"/>
              </a:rPr>
              <a:t>Map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: used to add details and depth to the surface.</a:t>
            </a:r>
          </a:p>
          <a:p>
            <a:r>
              <a:rPr lang="en-US" sz="2000" b="1" dirty="0">
                <a:solidFill>
                  <a:srgbClr val="FF247F"/>
                </a:solidFill>
                <a:latin typeface="Orbitron"/>
                <a:sym typeface="Orbitron"/>
              </a:rPr>
              <a:t>Emission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: how much the surface emits light form itself.</a:t>
            </a:r>
          </a:p>
          <a:p>
            <a:pPr fontAlgn="base">
              <a:buSzPct val="75000"/>
            </a:pPr>
            <a:endParaRPr lang="en-US" sz="2000" b="1" dirty="0">
              <a:solidFill>
                <a:schemeClr val="tx1"/>
              </a:solidFill>
              <a:latin typeface="Orbitron"/>
              <a:sym typeface="Orbitron"/>
            </a:endParaRP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1362C028-5442-2278-9B00-F06416444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044" y="531149"/>
            <a:ext cx="2139393" cy="572700"/>
          </a:xfrm>
        </p:spPr>
        <p:txBody>
          <a:bodyPr/>
          <a:lstStyle/>
          <a:p>
            <a:pPr>
              <a:buClr>
                <a:schemeClr val="accent4"/>
              </a:buClr>
            </a:pPr>
            <a:r>
              <a:rPr lang="en-US" dirty="0">
                <a:solidFill>
                  <a:schemeClr val="tx1"/>
                </a:solidFill>
              </a:rPr>
              <a:t>Assets</a:t>
            </a:r>
          </a:p>
        </p:txBody>
      </p:sp>
    </p:spTree>
    <p:extLst>
      <p:ext uri="{BB962C8B-B14F-4D97-AF65-F5344CB8AC3E}">
        <p14:creationId xmlns:p14="http://schemas.microsoft.com/office/powerpoint/2010/main" val="22614178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8">
          <a:extLst>
            <a:ext uri="{FF2B5EF4-FFF2-40B4-BE49-F238E27FC236}">
              <a16:creationId xmlns:a16="http://schemas.microsoft.com/office/drawing/2014/main" id="{C1AB4B49-C19A-C4F2-326D-A84AC3E32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2" name="Google Shape;3232;p27">
            <a:extLst>
              <a:ext uri="{FF2B5EF4-FFF2-40B4-BE49-F238E27FC236}">
                <a16:creationId xmlns:a16="http://schemas.microsoft.com/office/drawing/2014/main" id="{5101397C-0917-8CC0-AAC3-EE10122D4568}"/>
              </a:ext>
            </a:extLst>
          </p:cNvPr>
          <p:cNvGrpSpPr/>
          <p:nvPr/>
        </p:nvGrpSpPr>
        <p:grpSpPr>
          <a:xfrm rot="2074261">
            <a:off x="7732826" y="678270"/>
            <a:ext cx="1129918" cy="278457"/>
            <a:chOff x="713231" y="815211"/>
            <a:chExt cx="894914" cy="220542"/>
          </a:xfrm>
        </p:grpSpPr>
        <p:sp>
          <p:nvSpPr>
            <p:cNvPr id="3233" name="Google Shape;3233;p27">
              <a:extLst>
                <a:ext uri="{FF2B5EF4-FFF2-40B4-BE49-F238E27FC236}">
                  <a16:creationId xmlns:a16="http://schemas.microsoft.com/office/drawing/2014/main" id="{B50D0687-86C3-6C6D-E84A-34BCE8DBF1AE}"/>
                </a:ext>
              </a:extLst>
            </p:cNvPr>
            <p:cNvSpPr/>
            <p:nvPr/>
          </p:nvSpPr>
          <p:spPr>
            <a:xfrm>
              <a:off x="1387603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27">
              <a:extLst>
                <a:ext uri="{FF2B5EF4-FFF2-40B4-BE49-F238E27FC236}">
                  <a16:creationId xmlns:a16="http://schemas.microsoft.com/office/drawing/2014/main" id="{15C1E8DE-09B6-10E9-D16A-A7F8086743F4}"/>
                </a:ext>
              </a:extLst>
            </p:cNvPr>
            <p:cNvSpPr/>
            <p:nvPr/>
          </p:nvSpPr>
          <p:spPr>
            <a:xfrm>
              <a:off x="713231" y="815211"/>
              <a:ext cx="222044" cy="220542"/>
            </a:xfrm>
            <a:custGeom>
              <a:avLst/>
              <a:gdLst/>
              <a:ahLst/>
              <a:cxnLst/>
              <a:rect l="l" t="t" r="r" b="b"/>
              <a:pathLst>
                <a:path w="1775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27">
              <a:extLst>
                <a:ext uri="{FF2B5EF4-FFF2-40B4-BE49-F238E27FC236}">
                  <a16:creationId xmlns:a16="http://schemas.microsoft.com/office/drawing/2014/main" id="{F8118D6D-C8E4-81DB-4A87-39525BBBA32D}"/>
                </a:ext>
              </a:extLst>
            </p:cNvPr>
            <p:cNvSpPr/>
            <p:nvPr/>
          </p:nvSpPr>
          <p:spPr>
            <a:xfrm>
              <a:off x="1050229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Google Shape;1595;p62">
            <a:extLst>
              <a:ext uri="{FF2B5EF4-FFF2-40B4-BE49-F238E27FC236}">
                <a16:creationId xmlns:a16="http://schemas.microsoft.com/office/drawing/2014/main" id="{787D1AF6-0A0D-961B-1B24-37F1075FFA3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05086" y="1345285"/>
            <a:ext cx="8436901" cy="35221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 fontAlgn="base">
              <a:buSzPct val="75000"/>
              <a:buNone/>
            </a:pPr>
            <a:r>
              <a:rPr lang="en-US" sz="2400" b="1" dirty="0">
                <a:solidFill>
                  <a:schemeClr val="accent4"/>
                </a:solidFill>
                <a:latin typeface="Orbitron"/>
                <a:sym typeface="Orbitron"/>
              </a:rPr>
              <a:t>Steps</a:t>
            </a:r>
            <a:r>
              <a:rPr lang="en-US" sz="2400" b="1" dirty="0">
                <a:solidFill>
                  <a:schemeClr val="tx1"/>
                </a:solidFill>
                <a:latin typeface="Orbitron"/>
                <a:sym typeface="Orbitron"/>
              </a:rPr>
              <a:t> to use an asset in your project:</a:t>
            </a:r>
          </a:p>
          <a:p>
            <a:r>
              <a:rPr lang="en-US" sz="2000" b="1" dirty="0">
                <a:solidFill>
                  <a:schemeClr val="accent4"/>
                </a:solidFill>
                <a:latin typeface="Orbitron"/>
                <a:sym typeface="Orbitron"/>
              </a:rPr>
              <a:t>Open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 your asset file from your filesystem.</a:t>
            </a:r>
          </a:p>
          <a:p>
            <a:pPr fontAlgn="base">
              <a:buSzPct val="75000"/>
            </a:pPr>
            <a:r>
              <a:rPr lang="en-US" sz="2000" b="1" dirty="0">
                <a:solidFill>
                  <a:schemeClr val="accent4"/>
                </a:solidFill>
                <a:latin typeface="Orbitron"/>
                <a:sym typeface="Orbitron"/>
              </a:rPr>
              <a:t>Check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 the material the model is using, then open it and properly set its texture.</a:t>
            </a:r>
          </a:p>
          <a:p>
            <a:pPr fontAlgn="base">
              <a:buSzPct val="75000"/>
            </a:pPr>
            <a:r>
              <a:rPr lang="en-US" sz="2000" b="1" dirty="0">
                <a:solidFill>
                  <a:schemeClr val="accent4"/>
                </a:solidFill>
                <a:latin typeface="Orbitron"/>
                <a:sym typeface="Orbitron"/>
              </a:rPr>
              <a:t>Now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 the asset will display properly.</a:t>
            </a: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AABB2FA3-7B66-5AAE-D091-9A510E119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044" y="531149"/>
            <a:ext cx="8539305" cy="572700"/>
          </a:xfrm>
        </p:spPr>
        <p:txBody>
          <a:bodyPr/>
          <a:lstStyle/>
          <a:p>
            <a:pPr>
              <a:buClr>
                <a:schemeClr val="accent4"/>
              </a:buClr>
            </a:pPr>
            <a:r>
              <a:rPr lang="en-US" dirty="0">
                <a:solidFill>
                  <a:schemeClr val="tx1"/>
                </a:solidFill>
              </a:rPr>
              <a:t>Assets use 1</a:t>
            </a:r>
            <a:r>
              <a:rPr lang="en-US" baseline="30000" dirty="0">
                <a:solidFill>
                  <a:schemeClr val="tx1"/>
                </a:solidFill>
              </a:rPr>
              <a:t>st</a:t>
            </a:r>
            <a:r>
              <a:rPr lang="en-US" dirty="0">
                <a:solidFill>
                  <a:schemeClr val="tx1"/>
                </a:solidFill>
              </a:rPr>
              <a:t> method</a:t>
            </a:r>
          </a:p>
        </p:txBody>
      </p:sp>
    </p:spTree>
    <p:extLst>
      <p:ext uri="{BB962C8B-B14F-4D97-AF65-F5344CB8AC3E}">
        <p14:creationId xmlns:p14="http://schemas.microsoft.com/office/powerpoint/2010/main" val="41774406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8">
          <a:extLst>
            <a:ext uri="{FF2B5EF4-FFF2-40B4-BE49-F238E27FC236}">
              <a16:creationId xmlns:a16="http://schemas.microsoft.com/office/drawing/2014/main" id="{7F657020-D345-FB7F-6EF7-765150126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2" name="Google Shape;3232;p27">
            <a:extLst>
              <a:ext uri="{FF2B5EF4-FFF2-40B4-BE49-F238E27FC236}">
                <a16:creationId xmlns:a16="http://schemas.microsoft.com/office/drawing/2014/main" id="{261DAC1B-675C-E386-B4DB-DE6A12C1088B}"/>
              </a:ext>
            </a:extLst>
          </p:cNvPr>
          <p:cNvGrpSpPr/>
          <p:nvPr/>
        </p:nvGrpSpPr>
        <p:grpSpPr>
          <a:xfrm rot="2074261">
            <a:off x="7732826" y="678270"/>
            <a:ext cx="1129918" cy="278457"/>
            <a:chOff x="713231" y="815211"/>
            <a:chExt cx="894914" cy="220542"/>
          </a:xfrm>
        </p:grpSpPr>
        <p:sp>
          <p:nvSpPr>
            <p:cNvPr id="3233" name="Google Shape;3233;p27">
              <a:extLst>
                <a:ext uri="{FF2B5EF4-FFF2-40B4-BE49-F238E27FC236}">
                  <a16:creationId xmlns:a16="http://schemas.microsoft.com/office/drawing/2014/main" id="{0D5A2E40-8F73-C6DF-DCCC-E7929F7BBF44}"/>
                </a:ext>
              </a:extLst>
            </p:cNvPr>
            <p:cNvSpPr/>
            <p:nvPr/>
          </p:nvSpPr>
          <p:spPr>
            <a:xfrm>
              <a:off x="1387603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27">
              <a:extLst>
                <a:ext uri="{FF2B5EF4-FFF2-40B4-BE49-F238E27FC236}">
                  <a16:creationId xmlns:a16="http://schemas.microsoft.com/office/drawing/2014/main" id="{FC30BB40-22F4-C849-FFED-328ECC45CD56}"/>
                </a:ext>
              </a:extLst>
            </p:cNvPr>
            <p:cNvSpPr/>
            <p:nvPr/>
          </p:nvSpPr>
          <p:spPr>
            <a:xfrm>
              <a:off x="713231" y="815211"/>
              <a:ext cx="222044" cy="220542"/>
            </a:xfrm>
            <a:custGeom>
              <a:avLst/>
              <a:gdLst/>
              <a:ahLst/>
              <a:cxnLst/>
              <a:rect l="l" t="t" r="r" b="b"/>
              <a:pathLst>
                <a:path w="1775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27">
              <a:extLst>
                <a:ext uri="{FF2B5EF4-FFF2-40B4-BE49-F238E27FC236}">
                  <a16:creationId xmlns:a16="http://schemas.microsoft.com/office/drawing/2014/main" id="{FF5AE4D2-BAD9-34C1-2C3F-EE46EB49EDB3}"/>
                </a:ext>
              </a:extLst>
            </p:cNvPr>
            <p:cNvSpPr/>
            <p:nvPr/>
          </p:nvSpPr>
          <p:spPr>
            <a:xfrm>
              <a:off x="1050229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" name="Title 2">
            <a:extLst>
              <a:ext uri="{FF2B5EF4-FFF2-40B4-BE49-F238E27FC236}">
                <a16:creationId xmlns:a16="http://schemas.microsoft.com/office/drawing/2014/main" id="{E45D046E-D1DC-6644-DA4C-91409ABA3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044" y="531149"/>
            <a:ext cx="8539305" cy="572700"/>
          </a:xfrm>
        </p:spPr>
        <p:txBody>
          <a:bodyPr/>
          <a:lstStyle/>
          <a:p>
            <a:pPr>
              <a:buClr>
                <a:schemeClr val="accent4"/>
              </a:buClr>
            </a:pPr>
            <a:r>
              <a:rPr lang="en-US" dirty="0">
                <a:solidFill>
                  <a:schemeClr val="tx1"/>
                </a:solidFill>
              </a:rPr>
              <a:t>Assets use 1</a:t>
            </a:r>
            <a:r>
              <a:rPr lang="en-US" baseline="30000" dirty="0">
                <a:solidFill>
                  <a:schemeClr val="tx1"/>
                </a:solidFill>
              </a:rPr>
              <a:t>st</a:t>
            </a:r>
            <a:r>
              <a:rPr lang="en-US" dirty="0">
                <a:solidFill>
                  <a:schemeClr val="tx1"/>
                </a:solidFill>
              </a:rPr>
              <a:t> method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9431C2-277A-1FAB-5DD5-7AA7A1D746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469" y="1338783"/>
            <a:ext cx="4619700" cy="134169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8D741FB-F3BE-F683-7E64-16F4CAD45D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2037" y="743041"/>
            <a:ext cx="2493380" cy="401817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1430F75-36B4-9B48-E074-392051EF41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044" y="2915413"/>
            <a:ext cx="4518586" cy="1808612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3A43B55-E042-1E81-34C2-5BD8D8E95F12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4927169" y="2009631"/>
            <a:ext cx="1314868" cy="52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658AE7D-2143-0ADE-13A5-572FFD74722A}"/>
              </a:ext>
            </a:extLst>
          </p:cNvPr>
          <p:cNvCxnSpPr>
            <a:cxnSpLocks/>
          </p:cNvCxnSpPr>
          <p:nvPr/>
        </p:nvCxnSpPr>
        <p:spPr>
          <a:xfrm flipH="1">
            <a:off x="5171630" y="3823456"/>
            <a:ext cx="107040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11141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8">
          <a:extLst>
            <a:ext uri="{FF2B5EF4-FFF2-40B4-BE49-F238E27FC236}">
              <a16:creationId xmlns:a16="http://schemas.microsoft.com/office/drawing/2014/main" id="{88EF5E63-D393-39E8-FB2F-09DF6E2A1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2" name="Google Shape;3232;p27">
            <a:extLst>
              <a:ext uri="{FF2B5EF4-FFF2-40B4-BE49-F238E27FC236}">
                <a16:creationId xmlns:a16="http://schemas.microsoft.com/office/drawing/2014/main" id="{C2D8D3F3-B1CE-7B0F-BE18-90A7B57D8BFD}"/>
              </a:ext>
            </a:extLst>
          </p:cNvPr>
          <p:cNvGrpSpPr/>
          <p:nvPr/>
        </p:nvGrpSpPr>
        <p:grpSpPr>
          <a:xfrm rot="2074261">
            <a:off x="7732826" y="678270"/>
            <a:ext cx="1129918" cy="278457"/>
            <a:chOff x="713231" y="815211"/>
            <a:chExt cx="894914" cy="220542"/>
          </a:xfrm>
        </p:grpSpPr>
        <p:sp>
          <p:nvSpPr>
            <p:cNvPr id="3233" name="Google Shape;3233;p27">
              <a:extLst>
                <a:ext uri="{FF2B5EF4-FFF2-40B4-BE49-F238E27FC236}">
                  <a16:creationId xmlns:a16="http://schemas.microsoft.com/office/drawing/2014/main" id="{B245A10D-4C75-55CB-6C5B-8345E2481049}"/>
                </a:ext>
              </a:extLst>
            </p:cNvPr>
            <p:cNvSpPr/>
            <p:nvPr/>
          </p:nvSpPr>
          <p:spPr>
            <a:xfrm>
              <a:off x="1387603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27">
              <a:extLst>
                <a:ext uri="{FF2B5EF4-FFF2-40B4-BE49-F238E27FC236}">
                  <a16:creationId xmlns:a16="http://schemas.microsoft.com/office/drawing/2014/main" id="{5C4CD232-49D9-DB82-6B94-328734602E1B}"/>
                </a:ext>
              </a:extLst>
            </p:cNvPr>
            <p:cNvSpPr/>
            <p:nvPr/>
          </p:nvSpPr>
          <p:spPr>
            <a:xfrm>
              <a:off x="713231" y="815211"/>
              <a:ext cx="222044" cy="220542"/>
            </a:xfrm>
            <a:custGeom>
              <a:avLst/>
              <a:gdLst/>
              <a:ahLst/>
              <a:cxnLst/>
              <a:rect l="l" t="t" r="r" b="b"/>
              <a:pathLst>
                <a:path w="1775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27">
              <a:extLst>
                <a:ext uri="{FF2B5EF4-FFF2-40B4-BE49-F238E27FC236}">
                  <a16:creationId xmlns:a16="http://schemas.microsoft.com/office/drawing/2014/main" id="{9D1374CB-9A4C-F2C0-AC59-E70E62FE8AA9}"/>
                </a:ext>
              </a:extLst>
            </p:cNvPr>
            <p:cNvSpPr/>
            <p:nvPr/>
          </p:nvSpPr>
          <p:spPr>
            <a:xfrm>
              <a:off x="1050229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Google Shape;1595;p62">
            <a:extLst>
              <a:ext uri="{FF2B5EF4-FFF2-40B4-BE49-F238E27FC236}">
                <a16:creationId xmlns:a16="http://schemas.microsoft.com/office/drawing/2014/main" id="{7771A3E0-C68D-1322-CE7C-7837183D6F3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05086" y="1345285"/>
            <a:ext cx="8436901" cy="35221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 fontAlgn="base">
              <a:buSzPct val="75000"/>
              <a:buNone/>
            </a:pPr>
            <a:r>
              <a:rPr lang="en-US" sz="2400" b="1" dirty="0">
                <a:solidFill>
                  <a:schemeClr val="accent4"/>
                </a:solidFill>
                <a:latin typeface="Orbitron"/>
                <a:sym typeface="Orbitron"/>
              </a:rPr>
              <a:t>Steps</a:t>
            </a:r>
            <a:r>
              <a:rPr lang="en-US" sz="2400" b="1" dirty="0">
                <a:solidFill>
                  <a:schemeClr val="tx1"/>
                </a:solidFill>
                <a:latin typeface="Orbitron"/>
                <a:sym typeface="Orbitron"/>
              </a:rPr>
              <a:t> to use an asset in your project:</a:t>
            </a:r>
          </a:p>
          <a:p>
            <a:pPr fontAlgn="base">
              <a:buSzPct val="75000"/>
            </a:pPr>
            <a:r>
              <a:rPr lang="en-US" sz="2400" b="1" dirty="0">
                <a:solidFill>
                  <a:schemeClr val="accent4"/>
                </a:solidFill>
                <a:latin typeface="Orbitron"/>
                <a:sym typeface="Orbitron"/>
              </a:rPr>
              <a:t>Now</a:t>
            </a:r>
            <a:r>
              <a:rPr lang="en-US" sz="2400" b="1" dirty="0">
                <a:solidFill>
                  <a:schemeClr val="tx1"/>
                </a:solidFill>
                <a:latin typeface="Orbitron"/>
                <a:sym typeface="Orbitron"/>
              </a:rPr>
              <a:t> make a </a:t>
            </a:r>
            <a:r>
              <a:rPr lang="en-US" sz="2400" b="1" dirty="0">
                <a:solidFill>
                  <a:schemeClr val="accent4"/>
                </a:solidFill>
                <a:latin typeface="Orbitron"/>
                <a:sym typeface="Orbitron"/>
              </a:rPr>
              <a:t>new scene </a:t>
            </a:r>
            <a:r>
              <a:rPr lang="en-US" sz="2400" b="1" dirty="0">
                <a:solidFill>
                  <a:schemeClr val="tx1"/>
                </a:solidFill>
                <a:latin typeface="Orbitron"/>
                <a:sym typeface="Orbitron"/>
              </a:rPr>
              <a:t>(set the scene root as whatever type you want).</a:t>
            </a:r>
          </a:p>
          <a:p>
            <a:pPr fontAlgn="base">
              <a:buSzPct val="75000"/>
            </a:pPr>
            <a:r>
              <a:rPr lang="en-US" sz="2400" b="1" dirty="0">
                <a:solidFill>
                  <a:schemeClr val="accent4"/>
                </a:solidFill>
                <a:latin typeface="Orbitron"/>
                <a:sym typeface="Orbitron"/>
              </a:rPr>
              <a:t>Drag</a:t>
            </a:r>
            <a:r>
              <a:rPr lang="en-US" sz="2400" b="1" dirty="0">
                <a:solidFill>
                  <a:schemeClr val="tx1"/>
                </a:solidFill>
                <a:latin typeface="Orbitron"/>
                <a:sym typeface="Orbitron"/>
              </a:rPr>
              <a:t> the asset into the </a:t>
            </a:r>
            <a:r>
              <a:rPr lang="en-US" sz="2400" b="1" dirty="0">
                <a:solidFill>
                  <a:schemeClr val="accent4"/>
                </a:solidFill>
                <a:latin typeface="Orbitron"/>
                <a:sym typeface="Orbitron"/>
              </a:rPr>
              <a:t>scene tree</a:t>
            </a:r>
            <a:r>
              <a:rPr lang="en-US" sz="2400" b="1" dirty="0">
                <a:solidFill>
                  <a:schemeClr val="tx1"/>
                </a:solidFill>
                <a:latin typeface="Orbitron"/>
                <a:sym typeface="Orbitron"/>
              </a:rPr>
              <a:t>.</a:t>
            </a:r>
          </a:p>
          <a:p>
            <a:pPr fontAlgn="base">
              <a:buSzPct val="75000"/>
            </a:pPr>
            <a:r>
              <a:rPr lang="en-US" sz="2400" b="1" dirty="0">
                <a:solidFill>
                  <a:schemeClr val="accent4"/>
                </a:solidFill>
                <a:latin typeface="Orbitron"/>
                <a:sym typeface="Orbitron"/>
              </a:rPr>
              <a:t>Continue</a:t>
            </a:r>
            <a:r>
              <a:rPr lang="en-US" sz="2400" b="1" dirty="0">
                <a:solidFill>
                  <a:schemeClr val="tx1"/>
                </a:solidFill>
                <a:latin typeface="Orbitron"/>
                <a:sym typeface="Orbitron"/>
              </a:rPr>
              <a:t> working on you project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76B28D1B-6633-DEAB-D45A-DC8F80B7392B}"/>
              </a:ext>
            </a:extLst>
          </p:cNvPr>
          <p:cNvSpPr txBox="1">
            <a:spLocks/>
          </p:cNvSpPr>
          <p:nvPr/>
        </p:nvSpPr>
        <p:spPr>
          <a:xfrm>
            <a:off x="653855" y="529920"/>
            <a:ext cx="8539305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rbitron"/>
              <a:buNone/>
              <a:defRPr sz="32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>
              <a:buClr>
                <a:schemeClr val="accent4"/>
              </a:buClr>
            </a:pPr>
            <a:r>
              <a:rPr lang="en-US" dirty="0">
                <a:solidFill>
                  <a:schemeClr val="tx1"/>
                </a:solidFill>
              </a:rPr>
              <a:t>Assets use 1</a:t>
            </a:r>
            <a:r>
              <a:rPr lang="en-US" baseline="30000" dirty="0">
                <a:solidFill>
                  <a:schemeClr val="tx1"/>
                </a:solidFill>
              </a:rPr>
              <a:t>st</a:t>
            </a:r>
            <a:r>
              <a:rPr lang="en-US" dirty="0">
                <a:solidFill>
                  <a:schemeClr val="tx1"/>
                </a:solidFill>
              </a:rPr>
              <a:t> method</a:t>
            </a:r>
          </a:p>
        </p:txBody>
      </p:sp>
    </p:spTree>
    <p:extLst>
      <p:ext uri="{BB962C8B-B14F-4D97-AF65-F5344CB8AC3E}">
        <p14:creationId xmlns:p14="http://schemas.microsoft.com/office/powerpoint/2010/main" val="2141528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8">
          <a:extLst>
            <a:ext uri="{FF2B5EF4-FFF2-40B4-BE49-F238E27FC236}">
              <a16:creationId xmlns:a16="http://schemas.microsoft.com/office/drawing/2014/main" id="{02DED70C-2B0B-B412-A797-DFDB6919D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2" name="Google Shape;3232;p27">
            <a:extLst>
              <a:ext uri="{FF2B5EF4-FFF2-40B4-BE49-F238E27FC236}">
                <a16:creationId xmlns:a16="http://schemas.microsoft.com/office/drawing/2014/main" id="{A3C5DED5-DB6B-84C3-A4C4-BDF9EBE75507}"/>
              </a:ext>
            </a:extLst>
          </p:cNvPr>
          <p:cNvGrpSpPr/>
          <p:nvPr/>
        </p:nvGrpSpPr>
        <p:grpSpPr>
          <a:xfrm rot="2074261">
            <a:off x="7732826" y="678270"/>
            <a:ext cx="1129918" cy="278457"/>
            <a:chOff x="713231" y="815211"/>
            <a:chExt cx="894914" cy="220542"/>
          </a:xfrm>
        </p:grpSpPr>
        <p:sp>
          <p:nvSpPr>
            <p:cNvPr id="3233" name="Google Shape;3233;p27">
              <a:extLst>
                <a:ext uri="{FF2B5EF4-FFF2-40B4-BE49-F238E27FC236}">
                  <a16:creationId xmlns:a16="http://schemas.microsoft.com/office/drawing/2014/main" id="{3809F5CF-AE7C-8D9C-2C8B-AD226CF0C8B5}"/>
                </a:ext>
              </a:extLst>
            </p:cNvPr>
            <p:cNvSpPr/>
            <p:nvPr/>
          </p:nvSpPr>
          <p:spPr>
            <a:xfrm>
              <a:off x="1387603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27">
              <a:extLst>
                <a:ext uri="{FF2B5EF4-FFF2-40B4-BE49-F238E27FC236}">
                  <a16:creationId xmlns:a16="http://schemas.microsoft.com/office/drawing/2014/main" id="{5B97C27B-74E8-A3D0-6D0E-D95E56404D0A}"/>
                </a:ext>
              </a:extLst>
            </p:cNvPr>
            <p:cNvSpPr/>
            <p:nvPr/>
          </p:nvSpPr>
          <p:spPr>
            <a:xfrm>
              <a:off x="713231" y="815211"/>
              <a:ext cx="222044" cy="220542"/>
            </a:xfrm>
            <a:custGeom>
              <a:avLst/>
              <a:gdLst/>
              <a:ahLst/>
              <a:cxnLst/>
              <a:rect l="l" t="t" r="r" b="b"/>
              <a:pathLst>
                <a:path w="1775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27">
              <a:extLst>
                <a:ext uri="{FF2B5EF4-FFF2-40B4-BE49-F238E27FC236}">
                  <a16:creationId xmlns:a16="http://schemas.microsoft.com/office/drawing/2014/main" id="{E8EEA073-93B2-401E-0D7F-63047D701987}"/>
                </a:ext>
              </a:extLst>
            </p:cNvPr>
            <p:cNvSpPr/>
            <p:nvPr/>
          </p:nvSpPr>
          <p:spPr>
            <a:xfrm>
              <a:off x="1050229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Google Shape;1595;p62">
            <a:extLst>
              <a:ext uri="{FF2B5EF4-FFF2-40B4-BE49-F238E27FC236}">
                <a16:creationId xmlns:a16="http://schemas.microsoft.com/office/drawing/2014/main" id="{4A076199-BFDD-3425-1F85-0F7335FAF6F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05086" y="1345285"/>
            <a:ext cx="8436901" cy="35221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 fontAlgn="base">
              <a:buSzPct val="75000"/>
              <a:buNone/>
            </a:pPr>
            <a:r>
              <a:rPr lang="en-US" sz="2400" b="1" dirty="0">
                <a:solidFill>
                  <a:schemeClr val="accent4"/>
                </a:solidFill>
                <a:latin typeface="Orbitron"/>
                <a:sym typeface="Orbitron"/>
              </a:rPr>
              <a:t>Steps</a:t>
            </a:r>
            <a:r>
              <a:rPr lang="en-US" sz="2400" b="1" dirty="0">
                <a:solidFill>
                  <a:schemeClr val="tx1"/>
                </a:solidFill>
                <a:latin typeface="Orbitron"/>
                <a:sym typeface="Orbitron"/>
              </a:rPr>
              <a:t> to use an asset in your project:</a:t>
            </a:r>
          </a:p>
          <a:p>
            <a:r>
              <a:rPr lang="en-US" sz="2000" b="1" dirty="0">
                <a:solidFill>
                  <a:schemeClr val="accent4"/>
                </a:solidFill>
                <a:latin typeface="Orbitron"/>
                <a:sym typeface="Orbitron"/>
              </a:rPr>
              <a:t>Drop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 your asset file into your scene.</a:t>
            </a:r>
          </a:p>
          <a:p>
            <a:pPr fontAlgn="base">
              <a:buSzPct val="75000"/>
            </a:pPr>
            <a:r>
              <a:rPr lang="en-US" sz="2000" b="1" dirty="0">
                <a:solidFill>
                  <a:schemeClr val="accent4"/>
                </a:solidFill>
                <a:latin typeface="Orbitron"/>
                <a:sym typeface="Orbitron"/>
              </a:rPr>
              <a:t>Click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 the scene icon next to the </a:t>
            </a:r>
            <a:r>
              <a:rPr lang="en-US" sz="2000" b="1" dirty="0">
                <a:solidFill>
                  <a:schemeClr val="accent4"/>
                </a:solidFill>
                <a:latin typeface="Orbitron"/>
                <a:sym typeface="Orbitron"/>
              </a:rPr>
              <a:t>asset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 or </a:t>
            </a:r>
            <a:r>
              <a:rPr lang="en-US" sz="2000" b="1" dirty="0">
                <a:solidFill>
                  <a:schemeClr val="accent4"/>
                </a:solidFill>
                <a:latin typeface="Orbitron"/>
                <a:sym typeface="Orbitron"/>
              </a:rPr>
              <a:t>right click 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then choose </a:t>
            </a:r>
            <a:r>
              <a:rPr lang="en-US" sz="2000" b="1" dirty="0">
                <a:solidFill>
                  <a:schemeClr val="accent4"/>
                </a:solidFill>
                <a:latin typeface="Orbitron"/>
                <a:sym typeface="Orbitron"/>
              </a:rPr>
              <a:t>open in editor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.</a:t>
            </a:r>
          </a:p>
          <a:p>
            <a:pPr fontAlgn="base">
              <a:buSzPct val="75000"/>
            </a:pP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Then choose </a:t>
            </a:r>
            <a:r>
              <a:rPr lang="en-US" sz="2000" b="1" dirty="0">
                <a:solidFill>
                  <a:schemeClr val="accent4"/>
                </a:solidFill>
                <a:latin typeface="Orbitron"/>
                <a:sym typeface="Orbitron"/>
              </a:rPr>
              <a:t>open inherited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.</a:t>
            </a: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B6A88FDF-DB74-D064-B5EF-CE028D156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044" y="531149"/>
            <a:ext cx="8539305" cy="572700"/>
          </a:xfrm>
        </p:spPr>
        <p:txBody>
          <a:bodyPr/>
          <a:lstStyle/>
          <a:p>
            <a:pPr>
              <a:buClr>
                <a:schemeClr val="accent4"/>
              </a:buClr>
            </a:pPr>
            <a:r>
              <a:rPr lang="en-US" dirty="0">
                <a:solidFill>
                  <a:schemeClr val="tx1"/>
                </a:solidFill>
              </a:rPr>
              <a:t>Assets use 2</a:t>
            </a:r>
            <a:r>
              <a:rPr lang="en-US" baseline="30000" dirty="0">
                <a:solidFill>
                  <a:schemeClr val="tx1"/>
                </a:solidFill>
              </a:rPr>
              <a:t>nd</a:t>
            </a:r>
            <a:r>
              <a:rPr lang="en-US" dirty="0">
                <a:solidFill>
                  <a:schemeClr val="tx1"/>
                </a:solidFill>
              </a:rPr>
              <a:t> method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F0A66B4-CDA4-C151-3C67-212F2A633A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380" y="3373270"/>
            <a:ext cx="3038899" cy="6477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F786E77-5637-D282-A022-6B162637B3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5677" y="3106353"/>
            <a:ext cx="4480911" cy="1316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35250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8">
          <a:extLst>
            <a:ext uri="{FF2B5EF4-FFF2-40B4-BE49-F238E27FC236}">
              <a16:creationId xmlns:a16="http://schemas.microsoft.com/office/drawing/2014/main" id="{2AB3A005-F929-A714-AADB-0E457AA5C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2" name="Google Shape;3232;p27">
            <a:extLst>
              <a:ext uri="{FF2B5EF4-FFF2-40B4-BE49-F238E27FC236}">
                <a16:creationId xmlns:a16="http://schemas.microsoft.com/office/drawing/2014/main" id="{E5FA2E57-8339-0612-4835-EA13789D7A0E}"/>
              </a:ext>
            </a:extLst>
          </p:cNvPr>
          <p:cNvGrpSpPr/>
          <p:nvPr/>
        </p:nvGrpSpPr>
        <p:grpSpPr>
          <a:xfrm rot="2074261">
            <a:off x="7732826" y="678270"/>
            <a:ext cx="1129918" cy="278457"/>
            <a:chOff x="713231" y="815211"/>
            <a:chExt cx="894914" cy="220542"/>
          </a:xfrm>
        </p:grpSpPr>
        <p:sp>
          <p:nvSpPr>
            <p:cNvPr id="3233" name="Google Shape;3233;p27">
              <a:extLst>
                <a:ext uri="{FF2B5EF4-FFF2-40B4-BE49-F238E27FC236}">
                  <a16:creationId xmlns:a16="http://schemas.microsoft.com/office/drawing/2014/main" id="{A265E221-FB89-AABC-6A36-CEFEE72D7A9A}"/>
                </a:ext>
              </a:extLst>
            </p:cNvPr>
            <p:cNvSpPr/>
            <p:nvPr/>
          </p:nvSpPr>
          <p:spPr>
            <a:xfrm>
              <a:off x="1387603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27">
              <a:extLst>
                <a:ext uri="{FF2B5EF4-FFF2-40B4-BE49-F238E27FC236}">
                  <a16:creationId xmlns:a16="http://schemas.microsoft.com/office/drawing/2014/main" id="{B8CA8CDC-984F-2204-ECB6-20F367500BC0}"/>
                </a:ext>
              </a:extLst>
            </p:cNvPr>
            <p:cNvSpPr/>
            <p:nvPr/>
          </p:nvSpPr>
          <p:spPr>
            <a:xfrm>
              <a:off x="713231" y="815211"/>
              <a:ext cx="222044" cy="220542"/>
            </a:xfrm>
            <a:custGeom>
              <a:avLst/>
              <a:gdLst/>
              <a:ahLst/>
              <a:cxnLst/>
              <a:rect l="l" t="t" r="r" b="b"/>
              <a:pathLst>
                <a:path w="1775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27">
              <a:extLst>
                <a:ext uri="{FF2B5EF4-FFF2-40B4-BE49-F238E27FC236}">
                  <a16:creationId xmlns:a16="http://schemas.microsoft.com/office/drawing/2014/main" id="{F2FD69FD-18EF-5091-B15F-3BF377370B11}"/>
                </a:ext>
              </a:extLst>
            </p:cNvPr>
            <p:cNvSpPr/>
            <p:nvPr/>
          </p:nvSpPr>
          <p:spPr>
            <a:xfrm>
              <a:off x="1050229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Google Shape;1595;p62">
            <a:extLst>
              <a:ext uri="{FF2B5EF4-FFF2-40B4-BE49-F238E27FC236}">
                <a16:creationId xmlns:a16="http://schemas.microsoft.com/office/drawing/2014/main" id="{653FE677-2810-21F0-94FD-DB285CC9241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05086" y="1345285"/>
            <a:ext cx="8436901" cy="35221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 fontAlgn="base">
              <a:buSzPct val="75000"/>
              <a:buNone/>
            </a:pPr>
            <a:r>
              <a:rPr lang="en-US" sz="2400" b="1" dirty="0">
                <a:solidFill>
                  <a:schemeClr val="accent4"/>
                </a:solidFill>
                <a:latin typeface="Orbitron"/>
                <a:sym typeface="Orbitron"/>
              </a:rPr>
              <a:t>Steps</a:t>
            </a:r>
            <a:r>
              <a:rPr lang="en-US" sz="2400" b="1" dirty="0">
                <a:solidFill>
                  <a:schemeClr val="tx1"/>
                </a:solidFill>
                <a:latin typeface="Orbitron"/>
                <a:sym typeface="Orbitron"/>
              </a:rPr>
              <a:t> to use an asset in your project:</a:t>
            </a:r>
          </a:p>
          <a:p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This will open the asset as a </a:t>
            </a:r>
            <a:r>
              <a:rPr lang="en-US" sz="2000" b="1" dirty="0">
                <a:solidFill>
                  <a:schemeClr val="accent4"/>
                </a:solidFill>
                <a:latin typeface="Orbitron"/>
                <a:sym typeface="Orbitron"/>
              </a:rPr>
              <a:t>new scene 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where you can freely edit your asset’s </a:t>
            </a:r>
            <a:r>
              <a:rPr lang="en-US" sz="2000" b="1" dirty="0">
                <a:solidFill>
                  <a:schemeClr val="accent4"/>
                </a:solidFill>
                <a:latin typeface="Orbitron"/>
                <a:sym typeface="Orbitron"/>
              </a:rPr>
              <a:t>texture, materials etc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.</a:t>
            </a:r>
          </a:p>
          <a:p>
            <a:r>
              <a:rPr lang="en-US" sz="2000" b="1" dirty="0">
                <a:solidFill>
                  <a:schemeClr val="accent4"/>
                </a:solidFill>
                <a:latin typeface="Orbitron"/>
                <a:sym typeface="Orbitron"/>
              </a:rPr>
              <a:t>Once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 you’re done, </a:t>
            </a:r>
            <a:r>
              <a:rPr lang="en-US" sz="2000" b="1" dirty="0">
                <a:solidFill>
                  <a:schemeClr val="accent4"/>
                </a:solidFill>
                <a:latin typeface="Orbitron"/>
                <a:sym typeface="Orbitron"/>
              </a:rPr>
              <a:t>save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 the scene and go back to the main</a:t>
            </a:r>
            <a:r>
              <a:rPr lang="en-US" sz="2000" b="1" dirty="0">
                <a:solidFill>
                  <a:schemeClr val="accent4"/>
                </a:solidFill>
                <a:latin typeface="Orbitron"/>
                <a:sym typeface="Orbitron"/>
              </a:rPr>
              <a:t> level scene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.</a:t>
            </a:r>
          </a:p>
          <a:p>
            <a:r>
              <a:rPr lang="en-US" sz="2000" b="1" dirty="0">
                <a:solidFill>
                  <a:schemeClr val="accent4"/>
                </a:solidFill>
                <a:latin typeface="Orbitron"/>
                <a:sym typeface="Orbitron"/>
              </a:rPr>
              <a:t>Remove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 the original asset and replace it with your new “</a:t>
            </a:r>
            <a:r>
              <a:rPr lang="en-US" sz="2000" b="1" dirty="0">
                <a:solidFill>
                  <a:schemeClr val="accent4"/>
                </a:solidFill>
                <a:latin typeface="Orbitron"/>
                <a:sym typeface="Orbitron"/>
              </a:rPr>
              <a:t>scene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” asset.</a:t>
            </a: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DBD4C6B0-4AD3-7AFB-447B-EAA0B2BD8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044" y="531149"/>
            <a:ext cx="6829304" cy="572700"/>
          </a:xfrm>
        </p:spPr>
        <p:txBody>
          <a:bodyPr/>
          <a:lstStyle/>
          <a:p>
            <a:pPr>
              <a:buClr>
                <a:schemeClr val="accent4"/>
              </a:buClr>
            </a:pPr>
            <a:r>
              <a:rPr lang="en-US" dirty="0">
                <a:solidFill>
                  <a:schemeClr val="tx1"/>
                </a:solidFill>
              </a:rPr>
              <a:t>Assets use 2</a:t>
            </a:r>
            <a:r>
              <a:rPr lang="en-US" baseline="30000" dirty="0">
                <a:solidFill>
                  <a:schemeClr val="tx1"/>
                </a:solidFill>
              </a:rPr>
              <a:t>nd</a:t>
            </a:r>
            <a:r>
              <a:rPr lang="en-US" dirty="0">
                <a:solidFill>
                  <a:schemeClr val="tx1"/>
                </a:solidFill>
              </a:rPr>
              <a:t> method </a:t>
            </a:r>
          </a:p>
        </p:txBody>
      </p:sp>
    </p:spTree>
    <p:extLst>
      <p:ext uri="{BB962C8B-B14F-4D97-AF65-F5344CB8AC3E}">
        <p14:creationId xmlns:p14="http://schemas.microsoft.com/office/powerpoint/2010/main" val="57301644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7">
          <a:extLst>
            <a:ext uri="{FF2B5EF4-FFF2-40B4-BE49-F238E27FC236}">
              <a16:creationId xmlns:a16="http://schemas.microsoft.com/office/drawing/2014/main" id="{FBDC60DD-4B1A-0420-649C-8D8856AC8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48" name="Google Shape;3248;p28">
            <a:extLst>
              <a:ext uri="{FF2B5EF4-FFF2-40B4-BE49-F238E27FC236}">
                <a16:creationId xmlns:a16="http://schemas.microsoft.com/office/drawing/2014/main" id="{E1E58AA9-8596-A3B0-2050-D268B7C89D41}"/>
              </a:ext>
            </a:extLst>
          </p:cNvPr>
          <p:cNvGrpSpPr/>
          <p:nvPr/>
        </p:nvGrpSpPr>
        <p:grpSpPr>
          <a:xfrm>
            <a:off x="5162923" y="1285254"/>
            <a:ext cx="3242422" cy="2381590"/>
            <a:chOff x="296117" y="2376907"/>
            <a:chExt cx="715672" cy="525668"/>
          </a:xfrm>
        </p:grpSpPr>
        <p:sp>
          <p:nvSpPr>
            <p:cNvPr id="3249" name="Google Shape;3249;p28">
              <a:extLst>
                <a:ext uri="{FF2B5EF4-FFF2-40B4-BE49-F238E27FC236}">
                  <a16:creationId xmlns:a16="http://schemas.microsoft.com/office/drawing/2014/main" id="{7DB1CB2E-4F06-FE0A-79F8-9F7D76292017}"/>
                </a:ext>
              </a:extLst>
            </p:cNvPr>
            <p:cNvSpPr/>
            <p:nvPr/>
          </p:nvSpPr>
          <p:spPr>
            <a:xfrm>
              <a:off x="476250" y="2376907"/>
              <a:ext cx="355343" cy="46378"/>
            </a:xfrm>
            <a:custGeom>
              <a:avLst/>
              <a:gdLst/>
              <a:ahLst/>
              <a:cxnLst/>
              <a:rect l="l" t="t" r="r" b="b"/>
              <a:pathLst>
                <a:path w="6344" h="828" extrusionOk="0">
                  <a:moveTo>
                    <a:pt x="3179" y="1"/>
                  </a:moveTo>
                  <a:cubicBezTo>
                    <a:pt x="2019" y="1"/>
                    <a:pt x="936" y="293"/>
                    <a:pt x="1" y="828"/>
                  </a:cubicBezTo>
                  <a:lnTo>
                    <a:pt x="6344" y="828"/>
                  </a:lnTo>
                  <a:cubicBezTo>
                    <a:pt x="5408" y="293"/>
                    <a:pt x="4326" y="1"/>
                    <a:pt x="3179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0" name="Google Shape;3250;p28">
              <a:extLst>
                <a:ext uri="{FF2B5EF4-FFF2-40B4-BE49-F238E27FC236}">
                  <a16:creationId xmlns:a16="http://schemas.microsoft.com/office/drawing/2014/main" id="{5FAC00BF-590E-7272-BAA8-112D3927E211}"/>
                </a:ext>
              </a:extLst>
            </p:cNvPr>
            <p:cNvSpPr/>
            <p:nvPr/>
          </p:nvSpPr>
          <p:spPr>
            <a:xfrm>
              <a:off x="394081" y="2441881"/>
              <a:ext cx="520412" cy="47275"/>
            </a:xfrm>
            <a:custGeom>
              <a:avLst/>
              <a:gdLst/>
              <a:ahLst/>
              <a:cxnLst/>
              <a:rect l="l" t="t" r="r" b="b"/>
              <a:pathLst>
                <a:path w="9291" h="844" extrusionOk="0">
                  <a:moveTo>
                    <a:pt x="962" y="1"/>
                  </a:moveTo>
                  <a:cubicBezTo>
                    <a:pt x="616" y="241"/>
                    <a:pt x="295" y="523"/>
                    <a:pt x="1" y="843"/>
                  </a:cubicBezTo>
                  <a:lnTo>
                    <a:pt x="9291" y="843"/>
                  </a:lnTo>
                  <a:cubicBezTo>
                    <a:pt x="8996" y="523"/>
                    <a:pt x="8676" y="241"/>
                    <a:pt x="8317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1" name="Google Shape;3251;p28">
              <a:extLst>
                <a:ext uri="{FF2B5EF4-FFF2-40B4-BE49-F238E27FC236}">
                  <a16:creationId xmlns:a16="http://schemas.microsoft.com/office/drawing/2014/main" id="{53E9E771-F269-D14B-BD65-87EFD813A6A5}"/>
                </a:ext>
              </a:extLst>
            </p:cNvPr>
            <p:cNvSpPr/>
            <p:nvPr/>
          </p:nvSpPr>
          <p:spPr>
            <a:xfrm>
              <a:off x="353025" y="2507022"/>
              <a:ext cx="601854" cy="33608"/>
            </a:xfrm>
            <a:custGeom>
              <a:avLst/>
              <a:gdLst/>
              <a:ahLst/>
              <a:cxnLst/>
              <a:rect l="l" t="t" r="r" b="b"/>
              <a:pathLst>
                <a:path w="10745" h="600" extrusionOk="0">
                  <a:moveTo>
                    <a:pt x="439" y="1"/>
                  </a:moveTo>
                  <a:cubicBezTo>
                    <a:pt x="279" y="186"/>
                    <a:pt x="135" y="388"/>
                    <a:pt x="0" y="600"/>
                  </a:cubicBezTo>
                  <a:lnTo>
                    <a:pt x="10745" y="600"/>
                  </a:lnTo>
                  <a:cubicBezTo>
                    <a:pt x="10610" y="388"/>
                    <a:pt x="10466" y="186"/>
                    <a:pt x="10306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2" name="Google Shape;3252;p28">
              <a:extLst>
                <a:ext uri="{FF2B5EF4-FFF2-40B4-BE49-F238E27FC236}">
                  <a16:creationId xmlns:a16="http://schemas.microsoft.com/office/drawing/2014/main" id="{C2EF3B7E-5ABD-A157-149C-BFCC11C33BB0}"/>
                </a:ext>
              </a:extLst>
            </p:cNvPr>
            <p:cNvSpPr/>
            <p:nvPr/>
          </p:nvSpPr>
          <p:spPr>
            <a:xfrm>
              <a:off x="322330" y="2571995"/>
              <a:ext cx="663244" cy="27670"/>
            </a:xfrm>
            <a:custGeom>
              <a:avLst/>
              <a:gdLst/>
              <a:ahLst/>
              <a:cxnLst/>
              <a:rect l="l" t="t" r="r" b="b"/>
              <a:pathLst>
                <a:path w="11841" h="494" extrusionOk="0">
                  <a:moveTo>
                    <a:pt x="228" y="0"/>
                  </a:moveTo>
                  <a:cubicBezTo>
                    <a:pt x="148" y="160"/>
                    <a:pt x="68" y="333"/>
                    <a:pt x="0" y="494"/>
                  </a:cubicBezTo>
                  <a:lnTo>
                    <a:pt x="11841" y="494"/>
                  </a:lnTo>
                  <a:cubicBezTo>
                    <a:pt x="11773" y="333"/>
                    <a:pt x="11706" y="160"/>
                    <a:pt x="11613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3" name="Google Shape;3253;p28">
              <a:extLst>
                <a:ext uri="{FF2B5EF4-FFF2-40B4-BE49-F238E27FC236}">
                  <a16:creationId xmlns:a16="http://schemas.microsoft.com/office/drawing/2014/main" id="{317F5265-7CD5-1E15-6CC3-F4BC193BCD08}"/>
                </a:ext>
              </a:extLst>
            </p:cNvPr>
            <p:cNvSpPr/>
            <p:nvPr/>
          </p:nvSpPr>
          <p:spPr>
            <a:xfrm>
              <a:off x="303679" y="2637137"/>
              <a:ext cx="701276" cy="25318"/>
            </a:xfrm>
            <a:custGeom>
              <a:avLst/>
              <a:gdLst/>
              <a:ahLst/>
              <a:cxnLst/>
              <a:rect l="l" t="t" r="r" b="b"/>
              <a:pathLst>
                <a:path w="12520" h="452" extrusionOk="0">
                  <a:moveTo>
                    <a:pt x="106" y="0"/>
                  </a:moveTo>
                  <a:cubicBezTo>
                    <a:pt x="67" y="147"/>
                    <a:pt x="26" y="308"/>
                    <a:pt x="0" y="452"/>
                  </a:cubicBezTo>
                  <a:lnTo>
                    <a:pt x="12520" y="452"/>
                  </a:lnTo>
                  <a:cubicBezTo>
                    <a:pt x="12481" y="308"/>
                    <a:pt x="12452" y="147"/>
                    <a:pt x="12414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4" name="Google Shape;3254;p28">
              <a:extLst>
                <a:ext uri="{FF2B5EF4-FFF2-40B4-BE49-F238E27FC236}">
                  <a16:creationId xmlns:a16="http://schemas.microsoft.com/office/drawing/2014/main" id="{7622C368-8B7A-EA97-6ED9-D3DBFA0837D9}"/>
                </a:ext>
              </a:extLst>
            </p:cNvPr>
            <p:cNvSpPr/>
            <p:nvPr/>
          </p:nvSpPr>
          <p:spPr>
            <a:xfrm>
              <a:off x="296117" y="2702054"/>
              <a:ext cx="715672" cy="21789"/>
            </a:xfrm>
            <a:custGeom>
              <a:avLst/>
              <a:gdLst/>
              <a:ahLst/>
              <a:cxnLst/>
              <a:rect l="l" t="t" r="r" b="b"/>
              <a:pathLst>
                <a:path w="12777" h="389" extrusionOk="0">
                  <a:moveTo>
                    <a:pt x="29" y="1"/>
                  </a:moveTo>
                  <a:cubicBezTo>
                    <a:pt x="13" y="135"/>
                    <a:pt x="13" y="270"/>
                    <a:pt x="1" y="388"/>
                  </a:cubicBezTo>
                  <a:lnTo>
                    <a:pt x="12776" y="388"/>
                  </a:lnTo>
                  <a:cubicBezTo>
                    <a:pt x="12776" y="270"/>
                    <a:pt x="12763" y="135"/>
                    <a:pt x="12763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5" name="Google Shape;3255;p28">
              <a:extLst>
                <a:ext uri="{FF2B5EF4-FFF2-40B4-BE49-F238E27FC236}">
                  <a16:creationId xmlns:a16="http://schemas.microsoft.com/office/drawing/2014/main" id="{52243C66-38AB-FF24-431D-BAE037492F87}"/>
                </a:ext>
              </a:extLst>
            </p:cNvPr>
            <p:cNvSpPr/>
            <p:nvPr/>
          </p:nvSpPr>
          <p:spPr>
            <a:xfrm>
              <a:off x="297741" y="2767923"/>
              <a:ext cx="712423" cy="14227"/>
            </a:xfrm>
            <a:custGeom>
              <a:avLst/>
              <a:gdLst/>
              <a:ahLst/>
              <a:cxnLst/>
              <a:rect l="l" t="t" r="r" b="b"/>
              <a:pathLst>
                <a:path w="12719" h="254" extrusionOk="0">
                  <a:moveTo>
                    <a:pt x="0" y="1"/>
                  </a:moveTo>
                  <a:cubicBezTo>
                    <a:pt x="13" y="81"/>
                    <a:pt x="13" y="173"/>
                    <a:pt x="26" y="254"/>
                  </a:cubicBezTo>
                  <a:lnTo>
                    <a:pt x="12693" y="254"/>
                  </a:lnTo>
                  <a:cubicBezTo>
                    <a:pt x="12706" y="173"/>
                    <a:pt x="12718" y="81"/>
                    <a:pt x="12718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6" name="Google Shape;3256;p28">
              <a:extLst>
                <a:ext uri="{FF2B5EF4-FFF2-40B4-BE49-F238E27FC236}">
                  <a16:creationId xmlns:a16="http://schemas.microsoft.com/office/drawing/2014/main" id="{094F0921-103F-473C-4CFE-6F4ECC43EE7B}"/>
                </a:ext>
              </a:extLst>
            </p:cNvPr>
            <p:cNvSpPr/>
            <p:nvPr/>
          </p:nvSpPr>
          <p:spPr>
            <a:xfrm>
              <a:off x="309560" y="2832897"/>
              <a:ext cx="688786" cy="12043"/>
            </a:xfrm>
            <a:custGeom>
              <a:avLst/>
              <a:gdLst/>
              <a:ahLst/>
              <a:cxnLst/>
              <a:rect l="l" t="t" r="r" b="b"/>
              <a:pathLst>
                <a:path w="12297" h="215" extrusionOk="0">
                  <a:moveTo>
                    <a:pt x="1" y="0"/>
                  </a:moveTo>
                  <a:cubicBezTo>
                    <a:pt x="30" y="67"/>
                    <a:pt x="55" y="148"/>
                    <a:pt x="68" y="215"/>
                  </a:cubicBezTo>
                  <a:lnTo>
                    <a:pt x="12229" y="215"/>
                  </a:lnTo>
                  <a:cubicBezTo>
                    <a:pt x="12254" y="148"/>
                    <a:pt x="12283" y="67"/>
                    <a:pt x="12296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7" name="Google Shape;3257;p28">
              <a:extLst>
                <a:ext uri="{FF2B5EF4-FFF2-40B4-BE49-F238E27FC236}">
                  <a16:creationId xmlns:a16="http://schemas.microsoft.com/office/drawing/2014/main" id="{A6193C69-E010-9518-FCAA-0ED9E81C038B}"/>
                </a:ext>
              </a:extLst>
            </p:cNvPr>
            <p:cNvSpPr/>
            <p:nvPr/>
          </p:nvSpPr>
          <p:spPr>
            <a:xfrm>
              <a:off x="335773" y="2898038"/>
              <a:ext cx="637086" cy="4537"/>
            </a:xfrm>
            <a:custGeom>
              <a:avLst/>
              <a:gdLst/>
              <a:ahLst/>
              <a:cxnLst/>
              <a:rect l="l" t="t" r="r" b="b"/>
              <a:pathLst>
                <a:path w="11374" h="81" extrusionOk="0">
                  <a:moveTo>
                    <a:pt x="1" y="0"/>
                  </a:moveTo>
                  <a:cubicBezTo>
                    <a:pt x="13" y="26"/>
                    <a:pt x="26" y="55"/>
                    <a:pt x="42" y="80"/>
                  </a:cubicBezTo>
                  <a:lnTo>
                    <a:pt x="11319" y="80"/>
                  </a:lnTo>
                  <a:cubicBezTo>
                    <a:pt x="11335" y="55"/>
                    <a:pt x="11360" y="26"/>
                    <a:pt x="11373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58" name="Google Shape;3258;p28">
            <a:extLst>
              <a:ext uri="{FF2B5EF4-FFF2-40B4-BE49-F238E27FC236}">
                <a16:creationId xmlns:a16="http://schemas.microsoft.com/office/drawing/2014/main" id="{A7E02264-6630-69E2-DE82-20E19251C1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6891" y="2343591"/>
            <a:ext cx="4159488" cy="71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solidFill>
                  <a:srgbClr val="FF247F"/>
                </a:solidFill>
                <a:sym typeface="Arimo SemiBold"/>
              </a:rPr>
              <a:t>3D </a:t>
            </a:r>
            <a:r>
              <a:rPr lang="en-US" sz="4000" dirty="0">
                <a:solidFill>
                  <a:schemeClr val="tx1"/>
                </a:solidFill>
                <a:sym typeface="Arimo SemiBold"/>
              </a:rPr>
              <a:t>Collisions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259" name="Google Shape;3259;p28">
            <a:extLst>
              <a:ext uri="{FF2B5EF4-FFF2-40B4-BE49-F238E27FC236}">
                <a16:creationId xmlns:a16="http://schemas.microsoft.com/office/drawing/2014/main" id="{D79D2B4E-9CB9-E310-5A49-B59CFA2A61C4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815400" y="1105150"/>
            <a:ext cx="1456374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2</a:t>
            </a:r>
            <a:endParaRPr dirty="0"/>
          </a:p>
        </p:txBody>
      </p:sp>
      <p:grpSp>
        <p:nvGrpSpPr>
          <p:cNvPr id="3352" name="Google Shape;3352;p28">
            <a:extLst>
              <a:ext uri="{FF2B5EF4-FFF2-40B4-BE49-F238E27FC236}">
                <a16:creationId xmlns:a16="http://schemas.microsoft.com/office/drawing/2014/main" id="{5E05FB11-E117-E427-5360-FFBEAC024F80}"/>
              </a:ext>
            </a:extLst>
          </p:cNvPr>
          <p:cNvGrpSpPr/>
          <p:nvPr/>
        </p:nvGrpSpPr>
        <p:grpSpPr>
          <a:xfrm>
            <a:off x="7460542" y="539504"/>
            <a:ext cx="1129918" cy="278457"/>
            <a:chOff x="713231" y="815211"/>
            <a:chExt cx="894914" cy="220542"/>
          </a:xfrm>
        </p:grpSpPr>
        <p:sp>
          <p:nvSpPr>
            <p:cNvPr id="3353" name="Google Shape;3353;p28">
              <a:extLst>
                <a:ext uri="{FF2B5EF4-FFF2-40B4-BE49-F238E27FC236}">
                  <a16:creationId xmlns:a16="http://schemas.microsoft.com/office/drawing/2014/main" id="{F312D4AB-2183-6530-07FA-A182CF6A3CBE}"/>
                </a:ext>
              </a:extLst>
            </p:cNvPr>
            <p:cNvSpPr/>
            <p:nvPr/>
          </p:nvSpPr>
          <p:spPr>
            <a:xfrm>
              <a:off x="1387603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4" name="Google Shape;3354;p28">
              <a:extLst>
                <a:ext uri="{FF2B5EF4-FFF2-40B4-BE49-F238E27FC236}">
                  <a16:creationId xmlns:a16="http://schemas.microsoft.com/office/drawing/2014/main" id="{0F2D4FA6-C018-5889-8352-5FCC372DCAB9}"/>
                </a:ext>
              </a:extLst>
            </p:cNvPr>
            <p:cNvSpPr/>
            <p:nvPr/>
          </p:nvSpPr>
          <p:spPr>
            <a:xfrm>
              <a:off x="713231" y="815211"/>
              <a:ext cx="222044" cy="220542"/>
            </a:xfrm>
            <a:custGeom>
              <a:avLst/>
              <a:gdLst/>
              <a:ahLst/>
              <a:cxnLst/>
              <a:rect l="l" t="t" r="r" b="b"/>
              <a:pathLst>
                <a:path w="1775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5" name="Google Shape;3355;p28">
              <a:extLst>
                <a:ext uri="{FF2B5EF4-FFF2-40B4-BE49-F238E27FC236}">
                  <a16:creationId xmlns:a16="http://schemas.microsoft.com/office/drawing/2014/main" id="{AD267C2D-D8B9-7847-B42D-93F7D6407C70}"/>
                </a:ext>
              </a:extLst>
            </p:cNvPr>
            <p:cNvSpPr/>
            <p:nvPr/>
          </p:nvSpPr>
          <p:spPr>
            <a:xfrm>
              <a:off x="1050229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337129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8">
          <a:extLst>
            <a:ext uri="{FF2B5EF4-FFF2-40B4-BE49-F238E27FC236}">
              <a16:creationId xmlns:a16="http://schemas.microsoft.com/office/drawing/2014/main" id="{6001EA1E-775D-D802-DF9C-7ED3C6142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2" name="Google Shape;3232;p27">
            <a:extLst>
              <a:ext uri="{FF2B5EF4-FFF2-40B4-BE49-F238E27FC236}">
                <a16:creationId xmlns:a16="http://schemas.microsoft.com/office/drawing/2014/main" id="{1F9B0A90-8746-27D3-0503-82A42728A9E0}"/>
              </a:ext>
            </a:extLst>
          </p:cNvPr>
          <p:cNvGrpSpPr/>
          <p:nvPr/>
        </p:nvGrpSpPr>
        <p:grpSpPr>
          <a:xfrm>
            <a:off x="7479608" y="686164"/>
            <a:ext cx="1129918" cy="278457"/>
            <a:chOff x="713231" y="815211"/>
            <a:chExt cx="894914" cy="220542"/>
          </a:xfrm>
        </p:grpSpPr>
        <p:sp>
          <p:nvSpPr>
            <p:cNvPr id="3233" name="Google Shape;3233;p27">
              <a:extLst>
                <a:ext uri="{FF2B5EF4-FFF2-40B4-BE49-F238E27FC236}">
                  <a16:creationId xmlns:a16="http://schemas.microsoft.com/office/drawing/2014/main" id="{1F9D0D2C-EC0D-4F7C-3535-DAA98BED4B80}"/>
                </a:ext>
              </a:extLst>
            </p:cNvPr>
            <p:cNvSpPr/>
            <p:nvPr/>
          </p:nvSpPr>
          <p:spPr>
            <a:xfrm>
              <a:off x="1387603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27">
              <a:extLst>
                <a:ext uri="{FF2B5EF4-FFF2-40B4-BE49-F238E27FC236}">
                  <a16:creationId xmlns:a16="http://schemas.microsoft.com/office/drawing/2014/main" id="{F055620A-E24E-7F92-7FC0-668EB8FEFAB4}"/>
                </a:ext>
              </a:extLst>
            </p:cNvPr>
            <p:cNvSpPr/>
            <p:nvPr/>
          </p:nvSpPr>
          <p:spPr>
            <a:xfrm>
              <a:off x="713231" y="815211"/>
              <a:ext cx="222044" cy="220542"/>
            </a:xfrm>
            <a:custGeom>
              <a:avLst/>
              <a:gdLst/>
              <a:ahLst/>
              <a:cxnLst/>
              <a:rect l="l" t="t" r="r" b="b"/>
              <a:pathLst>
                <a:path w="1775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27">
              <a:extLst>
                <a:ext uri="{FF2B5EF4-FFF2-40B4-BE49-F238E27FC236}">
                  <a16:creationId xmlns:a16="http://schemas.microsoft.com/office/drawing/2014/main" id="{4901B017-B115-DF91-C076-6EC24C650121}"/>
                </a:ext>
              </a:extLst>
            </p:cNvPr>
            <p:cNvSpPr/>
            <p:nvPr/>
          </p:nvSpPr>
          <p:spPr>
            <a:xfrm>
              <a:off x="1050229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Google Shape;1595;p62">
            <a:extLst>
              <a:ext uri="{FF2B5EF4-FFF2-40B4-BE49-F238E27FC236}">
                <a16:creationId xmlns:a16="http://schemas.microsoft.com/office/drawing/2014/main" id="{F7AE6119-ED5B-0A0A-96A6-D68A6D29B0B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49053" y="1659564"/>
            <a:ext cx="7782017" cy="182437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 rtl="0" fontAlgn="base"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3D collisions apply to physics bodies.</a:t>
            </a:r>
          </a:p>
          <a:p>
            <a:pPr algn="l" rtl="0" fontAlgn="base"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In your asset’s scene, add a physicsbody3d (ex. staticbody3d)</a:t>
            </a:r>
            <a:endParaRPr lang="ar-BH" sz="2000" b="1" dirty="0">
              <a:solidFill>
                <a:schemeClr val="tx1"/>
              </a:solidFill>
              <a:latin typeface="Orbitron"/>
              <a:sym typeface="Orbitron"/>
            </a:endParaRPr>
          </a:p>
          <a:p>
            <a:pPr algn="l" rtl="0" fontAlgn="base"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To generate your collision shape there are 2 options</a:t>
            </a:r>
            <a:endParaRPr lang="en-US" sz="2000" b="1" dirty="0">
              <a:solidFill>
                <a:srgbClr val="FF247F"/>
              </a:solidFill>
              <a:latin typeface="Orbitron"/>
              <a:sym typeface="Orbitron"/>
            </a:endParaRP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7F9E929E-6EDC-B7F0-5688-307CCAD15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044" y="531149"/>
            <a:ext cx="6675162" cy="572700"/>
          </a:xfrm>
        </p:spPr>
        <p:txBody>
          <a:bodyPr/>
          <a:lstStyle/>
          <a:p>
            <a:pPr>
              <a:buClr>
                <a:schemeClr val="accent4"/>
              </a:buClr>
            </a:pPr>
            <a:r>
              <a:rPr lang="en-US" dirty="0">
                <a:solidFill>
                  <a:srgbClr val="FF247F"/>
                </a:solidFill>
              </a:rPr>
              <a:t>3D collision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55154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8">
          <a:extLst>
            <a:ext uri="{FF2B5EF4-FFF2-40B4-BE49-F238E27FC236}">
              <a16:creationId xmlns:a16="http://schemas.microsoft.com/office/drawing/2014/main" id="{E9824E9D-A573-6AF4-EDA8-7327E5003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2" name="Google Shape;3232;p27">
            <a:extLst>
              <a:ext uri="{FF2B5EF4-FFF2-40B4-BE49-F238E27FC236}">
                <a16:creationId xmlns:a16="http://schemas.microsoft.com/office/drawing/2014/main" id="{F0F8EC66-8622-BA65-40C2-3FB9E0455D7D}"/>
              </a:ext>
            </a:extLst>
          </p:cNvPr>
          <p:cNvGrpSpPr/>
          <p:nvPr/>
        </p:nvGrpSpPr>
        <p:grpSpPr>
          <a:xfrm>
            <a:off x="7479608" y="686164"/>
            <a:ext cx="1129918" cy="278457"/>
            <a:chOff x="713231" y="815211"/>
            <a:chExt cx="894914" cy="220542"/>
          </a:xfrm>
        </p:grpSpPr>
        <p:sp>
          <p:nvSpPr>
            <p:cNvPr id="3233" name="Google Shape;3233;p27">
              <a:extLst>
                <a:ext uri="{FF2B5EF4-FFF2-40B4-BE49-F238E27FC236}">
                  <a16:creationId xmlns:a16="http://schemas.microsoft.com/office/drawing/2014/main" id="{CD8D1DB8-B6AA-F6FD-9BD3-E49AD6D6DF95}"/>
                </a:ext>
              </a:extLst>
            </p:cNvPr>
            <p:cNvSpPr/>
            <p:nvPr/>
          </p:nvSpPr>
          <p:spPr>
            <a:xfrm>
              <a:off x="1387603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27">
              <a:extLst>
                <a:ext uri="{FF2B5EF4-FFF2-40B4-BE49-F238E27FC236}">
                  <a16:creationId xmlns:a16="http://schemas.microsoft.com/office/drawing/2014/main" id="{E59D4436-3233-B2A6-2A7E-31672DAC47CE}"/>
                </a:ext>
              </a:extLst>
            </p:cNvPr>
            <p:cNvSpPr/>
            <p:nvPr/>
          </p:nvSpPr>
          <p:spPr>
            <a:xfrm>
              <a:off x="713231" y="815211"/>
              <a:ext cx="222044" cy="220542"/>
            </a:xfrm>
            <a:custGeom>
              <a:avLst/>
              <a:gdLst/>
              <a:ahLst/>
              <a:cxnLst/>
              <a:rect l="l" t="t" r="r" b="b"/>
              <a:pathLst>
                <a:path w="1775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27">
              <a:extLst>
                <a:ext uri="{FF2B5EF4-FFF2-40B4-BE49-F238E27FC236}">
                  <a16:creationId xmlns:a16="http://schemas.microsoft.com/office/drawing/2014/main" id="{73295481-963F-4F9C-E93B-DDD3F12BD28D}"/>
                </a:ext>
              </a:extLst>
            </p:cNvPr>
            <p:cNvSpPr/>
            <p:nvPr/>
          </p:nvSpPr>
          <p:spPr>
            <a:xfrm>
              <a:off x="1050229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Google Shape;1595;p62">
            <a:extLst>
              <a:ext uri="{FF2B5EF4-FFF2-40B4-BE49-F238E27FC236}">
                <a16:creationId xmlns:a16="http://schemas.microsoft.com/office/drawing/2014/main" id="{3662D159-6552-0A77-DD1A-9E805D26A53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49054" y="1325437"/>
            <a:ext cx="4218332" cy="328691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base"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FF247F"/>
                </a:solidFill>
                <a:latin typeface="Orbitron"/>
                <a:sym typeface="Orbitron"/>
              </a:rPr>
              <a:t>Manually 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choose a </a:t>
            </a:r>
            <a:r>
              <a:rPr lang="en-US" sz="2000" b="1" dirty="0">
                <a:solidFill>
                  <a:schemeClr val="accent4"/>
                </a:solidFill>
                <a:latin typeface="Orbitron"/>
                <a:sym typeface="Orbitron"/>
              </a:rPr>
              <a:t>collision shape 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and </a:t>
            </a:r>
            <a:r>
              <a:rPr lang="en-US" sz="2000" b="1" dirty="0">
                <a:solidFill>
                  <a:schemeClr val="accent4"/>
                </a:solidFill>
                <a:latin typeface="Orbitron"/>
                <a:sym typeface="Orbitron"/>
              </a:rPr>
              <a:t>tweak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 it in the inspector</a:t>
            </a:r>
          </a:p>
          <a:p>
            <a:pPr fontAlgn="base">
              <a:buSzPct val="100000"/>
              <a:buFont typeface="Arial" panose="020B0604020202020204" pitchFamily="34" charset="0"/>
              <a:buChar char="•"/>
            </a:pPr>
            <a:endParaRPr lang="en-US" sz="2000" b="1" dirty="0">
              <a:solidFill>
                <a:schemeClr val="tx1"/>
              </a:solidFill>
              <a:latin typeface="Orbitron"/>
              <a:sym typeface="Orbitron"/>
            </a:endParaRPr>
          </a:p>
          <a:p>
            <a:pPr fontAlgn="base"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4"/>
                </a:solidFill>
                <a:latin typeface="Orbitron"/>
                <a:sym typeface="Orbitron"/>
              </a:rPr>
              <a:t>Or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, when viewing the mesh, click on the </a:t>
            </a:r>
            <a:r>
              <a:rPr lang="en-US" sz="2000" b="1" dirty="0">
                <a:solidFill>
                  <a:schemeClr val="accent4"/>
                </a:solidFill>
                <a:latin typeface="Orbitron"/>
                <a:sym typeface="Orbitron"/>
              </a:rPr>
              <a:t>mesh icon 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in the </a:t>
            </a:r>
            <a:r>
              <a:rPr lang="en-US" sz="2000" b="1" dirty="0">
                <a:solidFill>
                  <a:schemeClr val="accent4"/>
                </a:solidFill>
                <a:latin typeface="Orbitron"/>
                <a:sym typeface="Orbitron"/>
              </a:rPr>
              <a:t>toolbox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, and choose generate collision shape.</a:t>
            </a: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BD012755-6F4E-0463-2259-E8DF16A2A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044" y="531149"/>
            <a:ext cx="6675162" cy="572700"/>
          </a:xfrm>
        </p:spPr>
        <p:txBody>
          <a:bodyPr/>
          <a:lstStyle/>
          <a:p>
            <a:pPr>
              <a:buClr>
                <a:schemeClr val="accent4"/>
              </a:buClr>
            </a:pPr>
            <a:r>
              <a:rPr lang="en-US" dirty="0">
                <a:solidFill>
                  <a:srgbClr val="FF247F"/>
                </a:solidFill>
              </a:rPr>
              <a:t>3D collision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1D074A7-758B-7193-E4E6-A3433B039F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6622" y="790243"/>
            <a:ext cx="3294448" cy="376612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26F6FFC-EBB9-8932-C5BB-31843342B8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7696" y="3153546"/>
            <a:ext cx="2367406" cy="1303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9757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8">
          <a:extLst>
            <a:ext uri="{FF2B5EF4-FFF2-40B4-BE49-F238E27FC236}">
              <a16:creationId xmlns:a16="http://schemas.microsoft.com/office/drawing/2014/main" id="{AE9D0EFE-D727-A7D0-507E-69DD29B07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2" name="Google Shape;3232;p27">
            <a:extLst>
              <a:ext uri="{FF2B5EF4-FFF2-40B4-BE49-F238E27FC236}">
                <a16:creationId xmlns:a16="http://schemas.microsoft.com/office/drawing/2014/main" id="{662E96B0-595C-3F16-D50F-0DCF2FA244B4}"/>
              </a:ext>
            </a:extLst>
          </p:cNvPr>
          <p:cNvGrpSpPr/>
          <p:nvPr/>
        </p:nvGrpSpPr>
        <p:grpSpPr>
          <a:xfrm>
            <a:off x="7479608" y="686164"/>
            <a:ext cx="1129918" cy="278457"/>
            <a:chOff x="713231" y="815211"/>
            <a:chExt cx="894914" cy="220542"/>
          </a:xfrm>
        </p:grpSpPr>
        <p:sp>
          <p:nvSpPr>
            <p:cNvPr id="3233" name="Google Shape;3233;p27">
              <a:extLst>
                <a:ext uri="{FF2B5EF4-FFF2-40B4-BE49-F238E27FC236}">
                  <a16:creationId xmlns:a16="http://schemas.microsoft.com/office/drawing/2014/main" id="{190EA1D6-DDA6-B9AF-9409-9FF6278345D1}"/>
                </a:ext>
              </a:extLst>
            </p:cNvPr>
            <p:cNvSpPr/>
            <p:nvPr/>
          </p:nvSpPr>
          <p:spPr>
            <a:xfrm>
              <a:off x="1387603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27">
              <a:extLst>
                <a:ext uri="{FF2B5EF4-FFF2-40B4-BE49-F238E27FC236}">
                  <a16:creationId xmlns:a16="http://schemas.microsoft.com/office/drawing/2014/main" id="{DA579A53-7F45-2C8F-0E61-D0E56AF2525A}"/>
                </a:ext>
              </a:extLst>
            </p:cNvPr>
            <p:cNvSpPr/>
            <p:nvPr/>
          </p:nvSpPr>
          <p:spPr>
            <a:xfrm>
              <a:off x="713231" y="815211"/>
              <a:ext cx="222044" cy="220542"/>
            </a:xfrm>
            <a:custGeom>
              <a:avLst/>
              <a:gdLst/>
              <a:ahLst/>
              <a:cxnLst/>
              <a:rect l="l" t="t" r="r" b="b"/>
              <a:pathLst>
                <a:path w="1775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27">
              <a:extLst>
                <a:ext uri="{FF2B5EF4-FFF2-40B4-BE49-F238E27FC236}">
                  <a16:creationId xmlns:a16="http://schemas.microsoft.com/office/drawing/2014/main" id="{DAA8740F-15F1-19A9-8112-1D08C053AEDC}"/>
                </a:ext>
              </a:extLst>
            </p:cNvPr>
            <p:cNvSpPr/>
            <p:nvPr/>
          </p:nvSpPr>
          <p:spPr>
            <a:xfrm>
              <a:off x="1050229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Google Shape;1595;p62">
            <a:extLst>
              <a:ext uri="{FF2B5EF4-FFF2-40B4-BE49-F238E27FC236}">
                <a16:creationId xmlns:a16="http://schemas.microsoft.com/office/drawing/2014/main" id="{13329A46-19D8-7E77-3165-125E19DFDD4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49053" y="1659564"/>
            <a:ext cx="7782017" cy="182437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 rtl="0" fontAlgn="base"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FF247F"/>
                </a:solidFill>
                <a:latin typeface="Orbitron"/>
                <a:sym typeface="Orbitron"/>
              </a:rPr>
              <a:t>This 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will generate a collisonshsape3D node in your scene tree under the mesh node.</a:t>
            </a:r>
          </a:p>
          <a:p>
            <a:pPr algn="l" rtl="0" fontAlgn="base"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Restructure your scene tree so that the collision shape is under the physicsbody3d node.</a:t>
            </a:r>
            <a:endParaRPr lang="en-US" sz="2000" b="1" dirty="0">
              <a:solidFill>
                <a:srgbClr val="FF247F"/>
              </a:solidFill>
              <a:latin typeface="Orbitron"/>
              <a:sym typeface="Orbitron"/>
            </a:endParaRP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1AE9F2E3-CA50-7EAC-3A3C-6C266587B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044" y="531149"/>
            <a:ext cx="6675162" cy="572700"/>
          </a:xfrm>
        </p:spPr>
        <p:txBody>
          <a:bodyPr/>
          <a:lstStyle/>
          <a:p>
            <a:pPr>
              <a:buClr>
                <a:schemeClr val="accent4"/>
              </a:buClr>
            </a:pPr>
            <a:r>
              <a:rPr lang="en-US" dirty="0">
                <a:solidFill>
                  <a:srgbClr val="FF247F"/>
                </a:solidFill>
              </a:rPr>
              <a:t>3D collision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BA9D7B-DF3D-076F-24F8-BA170DA5A9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486" y="2966510"/>
            <a:ext cx="2144036" cy="193603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F555D03-24A6-2CDC-0214-F2468BF76B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8986" y="3022340"/>
            <a:ext cx="2218178" cy="1824371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5F65D57-5FF6-7CCB-9FD1-0934D5A58E72}"/>
              </a:ext>
            </a:extLst>
          </p:cNvPr>
          <p:cNvCxnSpPr>
            <a:stCxn id="6" idx="3"/>
            <a:endCxn id="9" idx="1"/>
          </p:cNvCxnSpPr>
          <p:nvPr/>
        </p:nvCxnSpPr>
        <p:spPr>
          <a:xfrm flipV="1">
            <a:off x="3110522" y="3934526"/>
            <a:ext cx="1758464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9AE118E-596F-3CD5-677B-FD00CEFA9840}"/>
              </a:ext>
            </a:extLst>
          </p:cNvPr>
          <p:cNvSpPr txBox="1"/>
          <p:nvPr/>
        </p:nvSpPr>
        <p:spPr>
          <a:xfrm>
            <a:off x="7328206" y="3180862"/>
            <a:ext cx="115148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Orbitron" panose="020B0604020202020204" charset="0"/>
              </a:rPr>
              <a:t>Error icons removed!</a:t>
            </a:r>
          </a:p>
        </p:txBody>
      </p:sp>
    </p:spTree>
    <p:extLst>
      <p:ext uri="{BB962C8B-B14F-4D97-AF65-F5344CB8AC3E}">
        <p14:creationId xmlns:p14="http://schemas.microsoft.com/office/powerpoint/2010/main" val="14285540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8">
          <a:extLst>
            <a:ext uri="{FF2B5EF4-FFF2-40B4-BE49-F238E27FC236}">
              <a16:creationId xmlns:a16="http://schemas.microsoft.com/office/drawing/2014/main" id="{CA596036-168C-227A-08AD-80F1BD157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2" name="Google Shape;3232;p27">
            <a:extLst>
              <a:ext uri="{FF2B5EF4-FFF2-40B4-BE49-F238E27FC236}">
                <a16:creationId xmlns:a16="http://schemas.microsoft.com/office/drawing/2014/main" id="{EE077E9E-6DE2-05CA-7B72-4A5F3F8AE68E}"/>
              </a:ext>
            </a:extLst>
          </p:cNvPr>
          <p:cNvGrpSpPr/>
          <p:nvPr/>
        </p:nvGrpSpPr>
        <p:grpSpPr>
          <a:xfrm rot="13381071">
            <a:off x="7772787" y="861741"/>
            <a:ext cx="1129918" cy="278457"/>
            <a:chOff x="713231" y="815211"/>
            <a:chExt cx="894914" cy="220542"/>
          </a:xfrm>
        </p:grpSpPr>
        <p:sp>
          <p:nvSpPr>
            <p:cNvPr id="3233" name="Google Shape;3233;p27">
              <a:extLst>
                <a:ext uri="{FF2B5EF4-FFF2-40B4-BE49-F238E27FC236}">
                  <a16:creationId xmlns:a16="http://schemas.microsoft.com/office/drawing/2014/main" id="{4E2400FC-35C8-C92F-5FAC-003E54DEF7E3}"/>
                </a:ext>
              </a:extLst>
            </p:cNvPr>
            <p:cNvSpPr/>
            <p:nvPr/>
          </p:nvSpPr>
          <p:spPr>
            <a:xfrm>
              <a:off x="1387603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27">
              <a:extLst>
                <a:ext uri="{FF2B5EF4-FFF2-40B4-BE49-F238E27FC236}">
                  <a16:creationId xmlns:a16="http://schemas.microsoft.com/office/drawing/2014/main" id="{DD64F814-639D-68A4-9CE6-712FC8FE5CAF}"/>
                </a:ext>
              </a:extLst>
            </p:cNvPr>
            <p:cNvSpPr/>
            <p:nvPr/>
          </p:nvSpPr>
          <p:spPr>
            <a:xfrm>
              <a:off x="713231" y="815211"/>
              <a:ext cx="222044" cy="220542"/>
            </a:xfrm>
            <a:custGeom>
              <a:avLst/>
              <a:gdLst/>
              <a:ahLst/>
              <a:cxnLst/>
              <a:rect l="l" t="t" r="r" b="b"/>
              <a:pathLst>
                <a:path w="1775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27">
              <a:extLst>
                <a:ext uri="{FF2B5EF4-FFF2-40B4-BE49-F238E27FC236}">
                  <a16:creationId xmlns:a16="http://schemas.microsoft.com/office/drawing/2014/main" id="{ADC62AF2-4D00-D8AF-59EA-1EF777BF65E7}"/>
                </a:ext>
              </a:extLst>
            </p:cNvPr>
            <p:cNvSpPr/>
            <p:nvPr/>
          </p:nvSpPr>
          <p:spPr>
            <a:xfrm>
              <a:off x="1050229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19BEF36F-473F-C62B-6EFE-1E0418E12C43}"/>
              </a:ext>
            </a:extLst>
          </p:cNvPr>
          <p:cNvSpPr txBox="1"/>
          <p:nvPr/>
        </p:nvSpPr>
        <p:spPr>
          <a:xfrm>
            <a:off x="1663795" y="1848475"/>
            <a:ext cx="581641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52400" algn="ctr" fontAlgn="base">
              <a:buSzPct val="100000"/>
            </a:pPr>
            <a:r>
              <a:rPr lang="en-US" sz="4400" b="1" dirty="0">
                <a:solidFill>
                  <a:srgbClr val="FF247F"/>
                </a:solidFill>
                <a:latin typeface="Orbitron"/>
                <a:sym typeface="Orbitron"/>
              </a:rPr>
              <a:t>A Note</a:t>
            </a:r>
            <a:br>
              <a:rPr lang="en-US" sz="4400" b="1" dirty="0">
                <a:solidFill>
                  <a:srgbClr val="FF247F"/>
                </a:solidFill>
                <a:latin typeface="Orbitron"/>
                <a:sym typeface="Orbitron"/>
              </a:rPr>
            </a:b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about generating a collision shape from meshes</a:t>
            </a:r>
          </a:p>
        </p:txBody>
      </p:sp>
    </p:spTree>
    <p:extLst>
      <p:ext uri="{BB962C8B-B14F-4D97-AF65-F5344CB8AC3E}">
        <p14:creationId xmlns:p14="http://schemas.microsoft.com/office/powerpoint/2010/main" val="31753828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8">
          <a:extLst>
            <a:ext uri="{FF2B5EF4-FFF2-40B4-BE49-F238E27FC236}">
              <a16:creationId xmlns:a16="http://schemas.microsoft.com/office/drawing/2014/main" id="{F9217DEF-3DCD-5BF8-109C-A6E7EC3A0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2" name="Google Shape;3232;p27">
            <a:extLst>
              <a:ext uri="{FF2B5EF4-FFF2-40B4-BE49-F238E27FC236}">
                <a16:creationId xmlns:a16="http://schemas.microsoft.com/office/drawing/2014/main" id="{6FE5AC73-2F02-2BAA-5205-3472B635E8E5}"/>
              </a:ext>
            </a:extLst>
          </p:cNvPr>
          <p:cNvGrpSpPr/>
          <p:nvPr/>
        </p:nvGrpSpPr>
        <p:grpSpPr>
          <a:xfrm>
            <a:off x="7479608" y="686164"/>
            <a:ext cx="1129918" cy="278457"/>
            <a:chOff x="713231" y="815211"/>
            <a:chExt cx="894914" cy="220542"/>
          </a:xfrm>
        </p:grpSpPr>
        <p:sp>
          <p:nvSpPr>
            <p:cNvPr id="3233" name="Google Shape;3233;p27">
              <a:extLst>
                <a:ext uri="{FF2B5EF4-FFF2-40B4-BE49-F238E27FC236}">
                  <a16:creationId xmlns:a16="http://schemas.microsoft.com/office/drawing/2014/main" id="{A7E870B8-374C-2283-86F0-4930BB7F88E8}"/>
                </a:ext>
              </a:extLst>
            </p:cNvPr>
            <p:cNvSpPr/>
            <p:nvPr/>
          </p:nvSpPr>
          <p:spPr>
            <a:xfrm>
              <a:off x="1387603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27">
              <a:extLst>
                <a:ext uri="{FF2B5EF4-FFF2-40B4-BE49-F238E27FC236}">
                  <a16:creationId xmlns:a16="http://schemas.microsoft.com/office/drawing/2014/main" id="{6868C330-E3A5-D1DA-FBEE-4079C54F92DD}"/>
                </a:ext>
              </a:extLst>
            </p:cNvPr>
            <p:cNvSpPr/>
            <p:nvPr/>
          </p:nvSpPr>
          <p:spPr>
            <a:xfrm>
              <a:off x="713231" y="815211"/>
              <a:ext cx="222044" cy="220542"/>
            </a:xfrm>
            <a:custGeom>
              <a:avLst/>
              <a:gdLst/>
              <a:ahLst/>
              <a:cxnLst/>
              <a:rect l="l" t="t" r="r" b="b"/>
              <a:pathLst>
                <a:path w="1775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27">
              <a:extLst>
                <a:ext uri="{FF2B5EF4-FFF2-40B4-BE49-F238E27FC236}">
                  <a16:creationId xmlns:a16="http://schemas.microsoft.com/office/drawing/2014/main" id="{7C08145B-D293-BF2D-18C0-5FD5277D8788}"/>
                </a:ext>
              </a:extLst>
            </p:cNvPr>
            <p:cNvSpPr/>
            <p:nvPr/>
          </p:nvSpPr>
          <p:spPr>
            <a:xfrm>
              <a:off x="1050229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Google Shape;1595;p62">
            <a:extLst>
              <a:ext uri="{FF2B5EF4-FFF2-40B4-BE49-F238E27FC236}">
                <a16:creationId xmlns:a16="http://schemas.microsoft.com/office/drawing/2014/main" id="{A2B8AD64-C84E-FFE8-B844-9396AF178A4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49053" y="1659564"/>
            <a:ext cx="7782017" cy="252948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 algn="l" rtl="0" fontAlgn="base">
              <a:buSzPct val="100000"/>
              <a:buNone/>
            </a:pPr>
            <a:r>
              <a:rPr lang="en-US" sz="2000" b="1" dirty="0">
                <a:solidFill>
                  <a:schemeClr val="accent4"/>
                </a:solidFill>
                <a:latin typeface="Orbitron"/>
                <a:sym typeface="Orbitron"/>
              </a:rPr>
              <a:t>Choosing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 to generate a collision shape from the </a:t>
            </a:r>
            <a:r>
              <a:rPr lang="en-US" sz="2000" b="1" dirty="0">
                <a:solidFill>
                  <a:schemeClr val="accent4"/>
                </a:solidFill>
                <a:latin typeface="Orbitron"/>
                <a:sym typeface="Orbitron"/>
              </a:rPr>
              <a:t>mesh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, while it makes a (mostly) </a:t>
            </a:r>
            <a:r>
              <a:rPr lang="en-US" sz="2000" b="1" dirty="0">
                <a:solidFill>
                  <a:schemeClr val="accent4"/>
                </a:solidFill>
                <a:latin typeface="Orbitron"/>
                <a:sym typeface="Orbitron"/>
              </a:rPr>
              <a:t>accurate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 shape, will often make it very </a:t>
            </a:r>
            <a:r>
              <a:rPr lang="en-US" sz="2000" b="1" dirty="0">
                <a:solidFill>
                  <a:schemeClr val="accent4"/>
                </a:solidFill>
                <a:latin typeface="Orbitron"/>
                <a:sym typeface="Orbitron"/>
              </a:rPr>
              <a:t>detailed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, which will introduce </a:t>
            </a:r>
            <a:r>
              <a:rPr lang="en-US" sz="2000" b="1" dirty="0">
                <a:solidFill>
                  <a:schemeClr val="accent4"/>
                </a:solidFill>
                <a:latin typeface="Orbitron"/>
                <a:sym typeface="Orbitron"/>
              </a:rPr>
              <a:t>complexity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 to the physics rendering and doing this a lot throughout your game will </a:t>
            </a:r>
            <a:r>
              <a:rPr lang="en-US" sz="2000" b="1" dirty="0">
                <a:solidFill>
                  <a:schemeClr val="accent4"/>
                </a:solidFill>
                <a:latin typeface="Orbitron"/>
                <a:sym typeface="Orbitron"/>
              </a:rPr>
              <a:t>cost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 you in performance.</a:t>
            </a:r>
            <a:b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</a:br>
            <a:r>
              <a:rPr lang="en-US" sz="2000" b="1" dirty="0">
                <a:solidFill>
                  <a:schemeClr val="accent4"/>
                </a:solidFill>
                <a:latin typeface="Orbitron"/>
                <a:sym typeface="Orbitron"/>
              </a:rPr>
              <a:t>So do keep that in mind.</a:t>
            </a: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985CC363-340A-26C9-B8E0-42307F16D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044" y="531149"/>
            <a:ext cx="6675162" cy="572700"/>
          </a:xfrm>
        </p:spPr>
        <p:txBody>
          <a:bodyPr/>
          <a:lstStyle/>
          <a:p>
            <a:pPr>
              <a:buClr>
                <a:schemeClr val="accent4"/>
              </a:buClr>
            </a:pPr>
            <a:r>
              <a:rPr lang="en-US" dirty="0">
                <a:solidFill>
                  <a:srgbClr val="FF247F"/>
                </a:solidFill>
              </a:rPr>
              <a:t>A Note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71276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7">
          <a:extLst>
            <a:ext uri="{FF2B5EF4-FFF2-40B4-BE49-F238E27FC236}">
              <a16:creationId xmlns:a16="http://schemas.microsoft.com/office/drawing/2014/main" id="{34435BFF-A245-2B21-901E-4AF020A5B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48" name="Google Shape;3248;p28">
            <a:extLst>
              <a:ext uri="{FF2B5EF4-FFF2-40B4-BE49-F238E27FC236}">
                <a16:creationId xmlns:a16="http://schemas.microsoft.com/office/drawing/2014/main" id="{7E703FE6-D4EC-1D9C-94FB-57D0A9F7B50C}"/>
              </a:ext>
            </a:extLst>
          </p:cNvPr>
          <p:cNvGrpSpPr/>
          <p:nvPr/>
        </p:nvGrpSpPr>
        <p:grpSpPr>
          <a:xfrm>
            <a:off x="5162923" y="1285254"/>
            <a:ext cx="3242422" cy="2381590"/>
            <a:chOff x="296117" y="2376907"/>
            <a:chExt cx="715672" cy="525668"/>
          </a:xfrm>
        </p:grpSpPr>
        <p:sp>
          <p:nvSpPr>
            <p:cNvPr id="3249" name="Google Shape;3249;p28">
              <a:extLst>
                <a:ext uri="{FF2B5EF4-FFF2-40B4-BE49-F238E27FC236}">
                  <a16:creationId xmlns:a16="http://schemas.microsoft.com/office/drawing/2014/main" id="{6D2729E8-7A6F-E98B-E40F-D09AF78A984C}"/>
                </a:ext>
              </a:extLst>
            </p:cNvPr>
            <p:cNvSpPr/>
            <p:nvPr/>
          </p:nvSpPr>
          <p:spPr>
            <a:xfrm>
              <a:off x="476250" y="2376907"/>
              <a:ext cx="355343" cy="46378"/>
            </a:xfrm>
            <a:custGeom>
              <a:avLst/>
              <a:gdLst/>
              <a:ahLst/>
              <a:cxnLst/>
              <a:rect l="l" t="t" r="r" b="b"/>
              <a:pathLst>
                <a:path w="6344" h="828" extrusionOk="0">
                  <a:moveTo>
                    <a:pt x="3179" y="1"/>
                  </a:moveTo>
                  <a:cubicBezTo>
                    <a:pt x="2019" y="1"/>
                    <a:pt x="936" y="293"/>
                    <a:pt x="1" y="828"/>
                  </a:cubicBezTo>
                  <a:lnTo>
                    <a:pt x="6344" y="828"/>
                  </a:lnTo>
                  <a:cubicBezTo>
                    <a:pt x="5408" y="293"/>
                    <a:pt x="4326" y="1"/>
                    <a:pt x="3179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0" name="Google Shape;3250;p28">
              <a:extLst>
                <a:ext uri="{FF2B5EF4-FFF2-40B4-BE49-F238E27FC236}">
                  <a16:creationId xmlns:a16="http://schemas.microsoft.com/office/drawing/2014/main" id="{D1B0A545-6826-05B2-332E-3211CE5DD2F3}"/>
                </a:ext>
              </a:extLst>
            </p:cNvPr>
            <p:cNvSpPr/>
            <p:nvPr/>
          </p:nvSpPr>
          <p:spPr>
            <a:xfrm>
              <a:off x="394081" y="2441881"/>
              <a:ext cx="520412" cy="47275"/>
            </a:xfrm>
            <a:custGeom>
              <a:avLst/>
              <a:gdLst/>
              <a:ahLst/>
              <a:cxnLst/>
              <a:rect l="l" t="t" r="r" b="b"/>
              <a:pathLst>
                <a:path w="9291" h="844" extrusionOk="0">
                  <a:moveTo>
                    <a:pt x="962" y="1"/>
                  </a:moveTo>
                  <a:cubicBezTo>
                    <a:pt x="616" y="241"/>
                    <a:pt x="295" y="523"/>
                    <a:pt x="1" y="843"/>
                  </a:cubicBezTo>
                  <a:lnTo>
                    <a:pt x="9291" y="843"/>
                  </a:lnTo>
                  <a:cubicBezTo>
                    <a:pt x="8996" y="523"/>
                    <a:pt x="8676" y="241"/>
                    <a:pt x="8317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1" name="Google Shape;3251;p28">
              <a:extLst>
                <a:ext uri="{FF2B5EF4-FFF2-40B4-BE49-F238E27FC236}">
                  <a16:creationId xmlns:a16="http://schemas.microsoft.com/office/drawing/2014/main" id="{77EFD4BA-2EF0-1CDA-FC20-28A54A25FD53}"/>
                </a:ext>
              </a:extLst>
            </p:cNvPr>
            <p:cNvSpPr/>
            <p:nvPr/>
          </p:nvSpPr>
          <p:spPr>
            <a:xfrm>
              <a:off x="353025" y="2507022"/>
              <a:ext cx="601854" cy="33608"/>
            </a:xfrm>
            <a:custGeom>
              <a:avLst/>
              <a:gdLst/>
              <a:ahLst/>
              <a:cxnLst/>
              <a:rect l="l" t="t" r="r" b="b"/>
              <a:pathLst>
                <a:path w="10745" h="600" extrusionOk="0">
                  <a:moveTo>
                    <a:pt x="439" y="1"/>
                  </a:moveTo>
                  <a:cubicBezTo>
                    <a:pt x="279" y="186"/>
                    <a:pt x="135" y="388"/>
                    <a:pt x="0" y="600"/>
                  </a:cubicBezTo>
                  <a:lnTo>
                    <a:pt x="10745" y="600"/>
                  </a:lnTo>
                  <a:cubicBezTo>
                    <a:pt x="10610" y="388"/>
                    <a:pt x="10466" y="186"/>
                    <a:pt x="10306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2" name="Google Shape;3252;p28">
              <a:extLst>
                <a:ext uri="{FF2B5EF4-FFF2-40B4-BE49-F238E27FC236}">
                  <a16:creationId xmlns:a16="http://schemas.microsoft.com/office/drawing/2014/main" id="{880B0483-A7D5-20E7-3EE2-85A67D94398B}"/>
                </a:ext>
              </a:extLst>
            </p:cNvPr>
            <p:cNvSpPr/>
            <p:nvPr/>
          </p:nvSpPr>
          <p:spPr>
            <a:xfrm>
              <a:off x="322330" y="2571995"/>
              <a:ext cx="663244" cy="27670"/>
            </a:xfrm>
            <a:custGeom>
              <a:avLst/>
              <a:gdLst/>
              <a:ahLst/>
              <a:cxnLst/>
              <a:rect l="l" t="t" r="r" b="b"/>
              <a:pathLst>
                <a:path w="11841" h="494" extrusionOk="0">
                  <a:moveTo>
                    <a:pt x="228" y="0"/>
                  </a:moveTo>
                  <a:cubicBezTo>
                    <a:pt x="148" y="160"/>
                    <a:pt x="68" y="333"/>
                    <a:pt x="0" y="494"/>
                  </a:cubicBezTo>
                  <a:lnTo>
                    <a:pt x="11841" y="494"/>
                  </a:lnTo>
                  <a:cubicBezTo>
                    <a:pt x="11773" y="333"/>
                    <a:pt x="11706" y="160"/>
                    <a:pt x="11613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3" name="Google Shape;3253;p28">
              <a:extLst>
                <a:ext uri="{FF2B5EF4-FFF2-40B4-BE49-F238E27FC236}">
                  <a16:creationId xmlns:a16="http://schemas.microsoft.com/office/drawing/2014/main" id="{99AE93A6-9284-D49E-D4FE-7D9947E1C046}"/>
                </a:ext>
              </a:extLst>
            </p:cNvPr>
            <p:cNvSpPr/>
            <p:nvPr/>
          </p:nvSpPr>
          <p:spPr>
            <a:xfrm>
              <a:off x="303679" y="2637137"/>
              <a:ext cx="701276" cy="25318"/>
            </a:xfrm>
            <a:custGeom>
              <a:avLst/>
              <a:gdLst/>
              <a:ahLst/>
              <a:cxnLst/>
              <a:rect l="l" t="t" r="r" b="b"/>
              <a:pathLst>
                <a:path w="12520" h="452" extrusionOk="0">
                  <a:moveTo>
                    <a:pt x="106" y="0"/>
                  </a:moveTo>
                  <a:cubicBezTo>
                    <a:pt x="67" y="147"/>
                    <a:pt x="26" y="308"/>
                    <a:pt x="0" y="452"/>
                  </a:cubicBezTo>
                  <a:lnTo>
                    <a:pt x="12520" y="452"/>
                  </a:lnTo>
                  <a:cubicBezTo>
                    <a:pt x="12481" y="308"/>
                    <a:pt x="12452" y="147"/>
                    <a:pt x="12414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4" name="Google Shape;3254;p28">
              <a:extLst>
                <a:ext uri="{FF2B5EF4-FFF2-40B4-BE49-F238E27FC236}">
                  <a16:creationId xmlns:a16="http://schemas.microsoft.com/office/drawing/2014/main" id="{BCA5B4B0-C4C1-BCD3-FE2E-09011456EEF4}"/>
                </a:ext>
              </a:extLst>
            </p:cNvPr>
            <p:cNvSpPr/>
            <p:nvPr/>
          </p:nvSpPr>
          <p:spPr>
            <a:xfrm>
              <a:off x="296117" y="2702054"/>
              <a:ext cx="715672" cy="21789"/>
            </a:xfrm>
            <a:custGeom>
              <a:avLst/>
              <a:gdLst/>
              <a:ahLst/>
              <a:cxnLst/>
              <a:rect l="l" t="t" r="r" b="b"/>
              <a:pathLst>
                <a:path w="12777" h="389" extrusionOk="0">
                  <a:moveTo>
                    <a:pt x="29" y="1"/>
                  </a:moveTo>
                  <a:cubicBezTo>
                    <a:pt x="13" y="135"/>
                    <a:pt x="13" y="270"/>
                    <a:pt x="1" y="388"/>
                  </a:cubicBezTo>
                  <a:lnTo>
                    <a:pt x="12776" y="388"/>
                  </a:lnTo>
                  <a:cubicBezTo>
                    <a:pt x="12776" y="270"/>
                    <a:pt x="12763" y="135"/>
                    <a:pt x="12763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5" name="Google Shape;3255;p28">
              <a:extLst>
                <a:ext uri="{FF2B5EF4-FFF2-40B4-BE49-F238E27FC236}">
                  <a16:creationId xmlns:a16="http://schemas.microsoft.com/office/drawing/2014/main" id="{FF7389EC-9F2C-9677-F264-B009F1C22EA5}"/>
                </a:ext>
              </a:extLst>
            </p:cNvPr>
            <p:cNvSpPr/>
            <p:nvPr/>
          </p:nvSpPr>
          <p:spPr>
            <a:xfrm>
              <a:off x="297741" y="2767923"/>
              <a:ext cx="712423" cy="14227"/>
            </a:xfrm>
            <a:custGeom>
              <a:avLst/>
              <a:gdLst/>
              <a:ahLst/>
              <a:cxnLst/>
              <a:rect l="l" t="t" r="r" b="b"/>
              <a:pathLst>
                <a:path w="12719" h="254" extrusionOk="0">
                  <a:moveTo>
                    <a:pt x="0" y="1"/>
                  </a:moveTo>
                  <a:cubicBezTo>
                    <a:pt x="13" y="81"/>
                    <a:pt x="13" y="173"/>
                    <a:pt x="26" y="254"/>
                  </a:cubicBezTo>
                  <a:lnTo>
                    <a:pt x="12693" y="254"/>
                  </a:lnTo>
                  <a:cubicBezTo>
                    <a:pt x="12706" y="173"/>
                    <a:pt x="12718" y="81"/>
                    <a:pt x="12718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6" name="Google Shape;3256;p28">
              <a:extLst>
                <a:ext uri="{FF2B5EF4-FFF2-40B4-BE49-F238E27FC236}">
                  <a16:creationId xmlns:a16="http://schemas.microsoft.com/office/drawing/2014/main" id="{0369A71E-10AB-524A-10CC-28FE3292411E}"/>
                </a:ext>
              </a:extLst>
            </p:cNvPr>
            <p:cNvSpPr/>
            <p:nvPr/>
          </p:nvSpPr>
          <p:spPr>
            <a:xfrm>
              <a:off x="309560" y="2832897"/>
              <a:ext cx="688786" cy="12043"/>
            </a:xfrm>
            <a:custGeom>
              <a:avLst/>
              <a:gdLst/>
              <a:ahLst/>
              <a:cxnLst/>
              <a:rect l="l" t="t" r="r" b="b"/>
              <a:pathLst>
                <a:path w="12297" h="215" extrusionOk="0">
                  <a:moveTo>
                    <a:pt x="1" y="0"/>
                  </a:moveTo>
                  <a:cubicBezTo>
                    <a:pt x="30" y="67"/>
                    <a:pt x="55" y="148"/>
                    <a:pt x="68" y="215"/>
                  </a:cubicBezTo>
                  <a:lnTo>
                    <a:pt x="12229" y="215"/>
                  </a:lnTo>
                  <a:cubicBezTo>
                    <a:pt x="12254" y="148"/>
                    <a:pt x="12283" y="67"/>
                    <a:pt x="12296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7" name="Google Shape;3257;p28">
              <a:extLst>
                <a:ext uri="{FF2B5EF4-FFF2-40B4-BE49-F238E27FC236}">
                  <a16:creationId xmlns:a16="http://schemas.microsoft.com/office/drawing/2014/main" id="{B386BF04-63FF-27C1-0503-9F32C0712D96}"/>
                </a:ext>
              </a:extLst>
            </p:cNvPr>
            <p:cNvSpPr/>
            <p:nvPr/>
          </p:nvSpPr>
          <p:spPr>
            <a:xfrm>
              <a:off x="335773" y="2898038"/>
              <a:ext cx="637086" cy="4537"/>
            </a:xfrm>
            <a:custGeom>
              <a:avLst/>
              <a:gdLst/>
              <a:ahLst/>
              <a:cxnLst/>
              <a:rect l="l" t="t" r="r" b="b"/>
              <a:pathLst>
                <a:path w="11374" h="81" extrusionOk="0">
                  <a:moveTo>
                    <a:pt x="1" y="0"/>
                  </a:moveTo>
                  <a:cubicBezTo>
                    <a:pt x="13" y="26"/>
                    <a:pt x="26" y="55"/>
                    <a:pt x="42" y="80"/>
                  </a:cubicBezTo>
                  <a:lnTo>
                    <a:pt x="11319" y="80"/>
                  </a:lnTo>
                  <a:cubicBezTo>
                    <a:pt x="11335" y="55"/>
                    <a:pt x="11360" y="26"/>
                    <a:pt x="11373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58" name="Google Shape;3258;p28">
            <a:extLst>
              <a:ext uri="{FF2B5EF4-FFF2-40B4-BE49-F238E27FC236}">
                <a16:creationId xmlns:a16="http://schemas.microsoft.com/office/drawing/2014/main" id="{4C4C8D69-98A3-633F-FC35-1250FD167E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6891" y="2343590"/>
            <a:ext cx="4159488" cy="128214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solidFill>
                  <a:schemeClr val="tx1"/>
                </a:solidFill>
                <a:sym typeface="Arimo SemiBold"/>
              </a:rPr>
              <a:t>Replacing </a:t>
            </a:r>
            <a:r>
              <a:rPr lang="en-US" sz="4000" dirty="0" err="1">
                <a:solidFill>
                  <a:schemeClr val="tx1"/>
                </a:solidFill>
                <a:sym typeface="Arimo SemiBold"/>
              </a:rPr>
              <a:t>Greyboxes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259" name="Google Shape;3259;p28">
            <a:extLst>
              <a:ext uri="{FF2B5EF4-FFF2-40B4-BE49-F238E27FC236}">
                <a16:creationId xmlns:a16="http://schemas.microsoft.com/office/drawing/2014/main" id="{E548D997-67D0-980A-F091-45FBCEDA6F5B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815400" y="1105150"/>
            <a:ext cx="1456374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3</a:t>
            </a:r>
            <a:endParaRPr dirty="0"/>
          </a:p>
        </p:txBody>
      </p:sp>
      <p:grpSp>
        <p:nvGrpSpPr>
          <p:cNvPr id="3352" name="Google Shape;3352;p28">
            <a:extLst>
              <a:ext uri="{FF2B5EF4-FFF2-40B4-BE49-F238E27FC236}">
                <a16:creationId xmlns:a16="http://schemas.microsoft.com/office/drawing/2014/main" id="{890055E1-FDF8-191F-6C39-F146BAE37E2B}"/>
              </a:ext>
            </a:extLst>
          </p:cNvPr>
          <p:cNvGrpSpPr/>
          <p:nvPr/>
        </p:nvGrpSpPr>
        <p:grpSpPr>
          <a:xfrm>
            <a:off x="7460542" y="539504"/>
            <a:ext cx="1129918" cy="278457"/>
            <a:chOff x="713231" y="815211"/>
            <a:chExt cx="894914" cy="220542"/>
          </a:xfrm>
        </p:grpSpPr>
        <p:sp>
          <p:nvSpPr>
            <p:cNvPr id="3353" name="Google Shape;3353;p28">
              <a:extLst>
                <a:ext uri="{FF2B5EF4-FFF2-40B4-BE49-F238E27FC236}">
                  <a16:creationId xmlns:a16="http://schemas.microsoft.com/office/drawing/2014/main" id="{A9C73021-029E-37A6-5CA1-76FDAD4A9000}"/>
                </a:ext>
              </a:extLst>
            </p:cNvPr>
            <p:cNvSpPr/>
            <p:nvPr/>
          </p:nvSpPr>
          <p:spPr>
            <a:xfrm>
              <a:off x="1387603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4" name="Google Shape;3354;p28">
              <a:extLst>
                <a:ext uri="{FF2B5EF4-FFF2-40B4-BE49-F238E27FC236}">
                  <a16:creationId xmlns:a16="http://schemas.microsoft.com/office/drawing/2014/main" id="{C24D3242-4EDD-B422-4654-2499FB629199}"/>
                </a:ext>
              </a:extLst>
            </p:cNvPr>
            <p:cNvSpPr/>
            <p:nvPr/>
          </p:nvSpPr>
          <p:spPr>
            <a:xfrm>
              <a:off x="713231" y="815211"/>
              <a:ext cx="222044" cy="220542"/>
            </a:xfrm>
            <a:custGeom>
              <a:avLst/>
              <a:gdLst/>
              <a:ahLst/>
              <a:cxnLst/>
              <a:rect l="l" t="t" r="r" b="b"/>
              <a:pathLst>
                <a:path w="1775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5" name="Google Shape;3355;p28">
              <a:extLst>
                <a:ext uri="{FF2B5EF4-FFF2-40B4-BE49-F238E27FC236}">
                  <a16:creationId xmlns:a16="http://schemas.microsoft.com/office/drawing/2014/main" id="{5CA974CC-EFA9-F56A-BA3D-28F51660ECC4}"/>
                </a:ext>
              </a:extLst>
            </p:cNvPr>
            <p:cNvSpPr/>
            <p:nvPr/>
          </p:nvSpPr>
          <p:spPr>
            <a:xfrm>
              <a:off x="1050229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6911290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8">
          <a:extLst>
            <a:ext uri="{FF2B5EF4-FFF2-40B4-BE49-F238E27FC236}">
              <a16:creationId xmlns:a16="http://schemas.microsoft.com/office/drawing/2014/main" id="{AA66B0D2-E7A4-1FC6-D4BA-7E43EEEDF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2" name="Google Shape;3232;p27">
            <a:extLst>
              <a:ext uri="{FF2B5EF4-FFF2-40B4-BE49-F238E27FC236}">
                <a16:creationId xmlns:a16="http://schemas.microsoft.com/office/drawing/2014/main" id="{2369D344-DC00-FF16-19F8-1C9020A221D4}"/>
              </a:ext>
            </a:extLst>
          </p:cNvPr>
          <p:cNvGrpSpPr/>
          <p:nvPr/>
        </p:nvGrpSpPr>
        <p:grpSpPr>
          <a:xfrm rot="13381071">
            <a:off x="7772787" y="861741"/>
            <a:ext cx="1129918" cy="278457"/>
            <a:chOff x="713231" y="815211"/>
            <a:chExt cx="894914" cy="220542"/>
          </a:xfrm>
        </p:grpSpPr>
        <p:sp>
          <p:nvSpPr>
            <p:cNvPr id="3233" name="Google Shape;3233;p27">
              <a:extLst>
                <a:ext uri="{FF2B5EF4-FFF2-40B4-BE49-F238E27FC236}">
                  <a16:creationId xmlns:a16="http://schemas.microsoft.com/office/drawing/2014/main" id="{0ABC6928-2739-CFC6-AEC8-71B61270AB3D}"/>
                </a:ext>
              </a:extLst>
            </p:cNvPr>
            <p:cNvSpPr/>
            <p:nvPr/>
          </p:nvSpPr>
          <p:spPr>
            <a:xfrm>
              <a:off x="1387603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27">
              <a:extLst>
                <a:ext uri="{FF2B5EF4-FFF2-40B4-BE49-F238E27FC236}">
                  <a16:creationId xmlns:a16="http://schemas.microsoft.com/office/drawing/2014/main" id="{89D65E2D-919F-E0D7-6AF4-84F305DE7B72}"/>
                </a:ext>
              </a:extLst>
            </p:cNvPr>
            <p:cNvSpPr/>
            <p:nvPr/>
          </p:nvSpPr>
          <p:spPr>
            <a:xfrm>
              <a:off x="713231" y="815211"/>
              <a:ext cx="222044" cy="220542"/>
            </a:xfrm>
            <a:custGeom>
              <a:avLst/>
              <a:gdLst/>
              <a:ahLst/>
              <a:cxnLst/>
              <a:rect l="l" t="t" r="r" b="b"/>
              <a:pathLst>
                <a:path w="1775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27">
              <a:extLst>
                <a:ext uri="{FF2B5EF4-FFF2-40B4-BE49-F238E27FC236}">
                  <a16:creationId xmlns:a16="http://schemas.microsoft.com/office/drawing/2014/main" id="{5789D7CF-E09B-7416-FE80-437DAA169F8A}"/>
                </a:ext>
              </a:extLst>
            </p:cNvPr>
            <p:cNvSpPr/>
            <p:nvPr/>
          </p:nvSpPr>
          <p:spPr>
            <a:xfrm>
              <a:off x="1050229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DA41C30A-C740-4184-6011-73AB5CBA59A0}"/>
              </a:ext>
            </a:extLst>
          </p:cNvPr>
          <p:cNvSpPr txBox="1"/>
          <p:nvPr/>
        </p:nvSpPr>
        <p:spPr>
          <a:xfrm>
            <a:off x="1663795" y="1848475"/>
            <a:ext cx="581641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accent4"/>
              </a:buClr>
            </a:pPr>
            <a:r>
              <a:rPr lang="en-US" sz="4400" b="1" dirty="0">
                <a:solidFill>
                  <a:schemeClr val="tx1"/>
                </a:solidFill>
                <a:latin typeface="Orbitron"/>
                <a:ea typeface="Orbitron"/>
                <a:cs typeface="Orbitron"/>
                <a:sym typeface="Orbitron"/>
              </a:rPr>
              <a:t>Grey Boxing</a:t>
            </a:r>
          </a:p>
        </p:txBody>
      </p:sp>
    </p:spTree>
    <p:extLst>
      <p:ext uri="{BB962C8B-B14F-4D97-AF65-F5344CB8AC3E}">
        <p14:creationId xmlns:p14="http://schemas.microsoft.com/office/powerpoint/2010/main" val="254775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8">
          <a:extLst>
            <a:ext uri="{FF2B5EF4-FFF2-40B4-BE49-F238E27FC236}">
              <a16:creationId xmlns:a16="http://schemas.microsoft.com/office/drawing/2014/main" id="{7142ED2C-50E5-D5AE-FE8E-0E3DD2DD8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2" name="Google Shape;3232;p27">
            <a:extLst>
              <a:ext uri="{FF2B5EF4-FFF2-40B4-BE49-F238E27FC236}">
                <a16:creationId xmlns:a16="http://schemas.microsoft.com/office/drawing/2014/main" id="{0E86C577-78D0-486F-CE6F-8FE39DE63EB5}"/>
              </a:ext>
            </a:extLst>
          </p:cNvPr>
          <p:cNvGrpSpPr/>
          <p:nvPr/>
        </p:nvGrpSpPr>
        <p:grpSpPr>
          <a:xfrm>
            <a:off x="7479608" y="686164"/>
            <a:ext cx="1129918" cy="278457"/>
            <a:chOff x="713231" y="815211"/>
            <a:chExt cx="894914" cy="220542"/>
          </a:xfrm>
        </p:grpSpPr>
        <p:sp>
          <p:nvSpPr>
            <p:cNvPr id="3233" name="Google Shape;3233;p27">
              <a:extLst>
                <a:ext uri="{FF2B5EF4-FFF2-40B4-BE49-F238E27FC236}">
                  <a16:creationId xmlns:a16="http://schemas.microsoft.com/office/drawing/2014/main" id="{8CE85408-9179-48BD-0B29-2827A4E0B7A8}"/>
                </a:ext>
              </a:extLst>
            </p:cNvPr>
            <p:cNvSpPr/>
            <p:nvPr/>
          </p:nvSpPr>
          <p:spPr>
            <a:xfrm>
              <a:off x="1387603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27">
              <a:extLst>
                <a:ext uri="{FF2B5EF4-FFF2-40B4-BE49-F238E27FC236}">
                  <a16:creationId xmlns:a16="http://schemas.microsoft.com/office/drawing/2014/main" id="{1F4D55A3-3140-032D-AB81-A6F8A5FACFE3}"/>
                </a:ext>
              </a:extLst>
            </p:cNvPr>
            <p:cNvSpPr/>
            <p:nvPr/>
          </p:nvSpPr>
          <p:spPr>
            <a:xfrm>
              <a:off x="713231" y="815211"/>
              <a:ext cx="222044" cy="220542"/>
            </a:xfrm>
            <a:custGeom>
              <a:avLst/>
              <a:gdLst/>
              <a:ahLst/>
              <a:cxnLst/>
              <a:rect l="l" t="t" r="r" b="b"/>
              <a:pathLst>
                <a:path w="1775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27">
              <a:extLst>
                <a:ext uri="{FF2B5EF4-FFF2-40B4-BE49-F238E27FC236}">
                  <a16:creationId xmlns:a16="http://schemas.microsoft.com/office/drawing/2014/main" id="{EFD4D798-37DA-07CE-CC49-37E2F98666D9}"/>
                </a:ext>
              </a:extLst>
            </p:cNvPr>
            <p:cNvSpPr/>
            <p:nvPr/>
          </p:nvSpPr>
          <p:spPr>
            <a:xfrm>
              <a:off x="1050229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Google Shape;1595;p62">
            <a:extLst>
              <a:ext uri="{FF2B5EF4-FFF2-40B4-BE49-F238E27FC236}">
                <a16:creationId xmlns:a16="http://schemas.microsoft.com/office/drawing/2014/main" id="{8D4F114C-55DF-158B-49F5-99FAF613AA3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49053" y="1484235"/>
            <a:ext cx="7782017" cy="177115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 rtl="0" fontAlgn="base"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FF247F"/>
                </a:solidFill>
                <a:latin typeface="Orbitron"/>
                <a:sym typeface="Orbitron"/>
              </a:rPr>
              <a:t>CSG Nodes: 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a node that allow you to make a </a:t>
            </a:r>
            <a:r>
              <a:rPr lang="en-US" sz="2000" b="1" dirty="0">
                <a:solidFill>
                  <a:srgbClr val="FF247F"/>
                </a:solidFill>
                <a:latin typeface="Orbitron"/>
                <a:sym typeface="Orbitron"/>
              </a:rPr>
              <a:t>complex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 </a:t>
            </a:r>
            <a:r>
              <a:rPr lang="en-US" sz="2000" b="1" dirty="0">
                <a:solidFill>
                  <a:srgbClr val="FF247F"/>
                </a:solidFill>
                <a:latin typeface="Orbitron"/>
                <a:sym typeface="Orbitron"/>
              </a:rPr>
              <a:t>shapes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 by combining shapes like </a:t>
            </a:r>
            <a:r>
              <a:rPr lang="en-US" sz="2000" b="1" dirty="0">
                <a:solidFill>
                  <a:srgbClr val="FF247F"/>
                </a:solidFill>
                <a:latin typeface="Orbitron"/>
                <a:sym typeface="Orbitron"/>
              </a:rPr>
              <a:t>cubes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, </a:t>
            </a:r>
            <a:r>
              <a:rPr lang="en-US" sz="2000" b="1" dirty="0">
                <a:solidFill>
                  <a:srgbClr val="FF247F"/>
                </a:solidFill>
                <a:latin typeface="Orbitron"/>
                <a:sym typeface="Orbitron"/>
              </a:rPr>
              <a:t>spheres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 and </a:t>
            </a:r>
            <a:r>
              <a:rPr lang="en-US" sz="2000" b="1" dirty="0">
                <a:solidFill>
                  <a:srgbClr val="FF247F"/>
                </a:solidFill>
                <a:latin typeface="Orbitron"/>
                <a:sym typeface="Orbitron"/>
              </a:rPr>
              <a:t>cylinders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. You can use this to make a </a:t>
            </a:r>
            <a:r>
              <a:rPr lang="en-US" sz="2000" b="1" dirty="0">
                <a:solidFill>
                  <a:srgbClr val="FF247F"/>
                </a:solidFill>
                <a:latin typeface="Orbitron"/>
                <a:sym typeface="Orbitron"/>
              </a:rPr>
              <a:t>prototype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 for the </a:t>
            </a:r>
            <a:r>
              <a:rPr lang="en-US" sz="2000" b="1" dirty="0">
                <a:solidFill>
                  <a:srgbClr val="FF247F"/>
                </a:solidFill>
                <a:latin typeface="Orbitron"/>
                <a:sym typeface="Orbitron"/>
              </a:rPr>
              <a:t>level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 you want make.</a:t>
            </a:r>
            <a:endParaRPr lang="ar-BH" sz="2000" b="1" dirty="0">
              <a:solidFill>
                <a:srgbClr val="FF247F"/>
              </a:solidFill>
              <a:latin typeface="Orbitron"/>
              <a:sym typeface="Orbitron"/>
            </a:endParaRP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4C4C4E17-93DD-282E-CBDB-72B15DFF0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044" y="531149"/>
            <a:ext cx="6675162" cy="572700"/>
          </a:xfrm>
        </p:spPr>
        <p:txBody>
          <a:bodyPr/>
          <a:lstStyle/>
          <a:p>
            <a:pPr>
              <a:buClr>
                <a:schemeClr val="accent4"/>
              </a:buClr>
            </a:pPr>
            <a:r>
              <a:rPr lang="en-US" dirty="0">
                <a:solidFill>
                  <a:schemeClr val="tx1"/>
                </a:solidFill>
              </a:rPr>
              <a:t>Grey Boxing</a:t>
            </a:r>
          </a:p>
        </p:txBody>
      </p:sp>
    </p:spTree>
    <p:extLst>
      <p:ext uri="{BB962C8B-B14F-4D97-AF65-F5344CB8AC3E}">
        <p14:creationId xmlns:p14="http://schemas.microsoft.com/office/powerpoint/2010/main" val="34383057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8">
          <a:extLst>
            <a:ext uri="{FF2B5EF4-FFF2-40B4-BE49-F238E27FC236}">
              <a16:creationId xmlns:a16="http://schemas.microsoft.com/office/drawing/2014/main" id="{170976BE-EB5F-83CB-74DB-B58037F55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2" name="Google Shape;3232;p27">
            <a:extLst>
              <a:ext uri="{FF2B5EF4-FFF2-40B4-BE49-F238E27FC236}">
                <a16:creationId xmlns:a16="http://schemas.microsoft.com/office/drawing/2014/main" id="{4045B085-992E-D409-F241-1AE6D2578CAC}"/>
              </a:ext>
            </a:extLst>
          </p:cNvPr>
          <p:cNvGrpSpPr/>
          <p:nvPr/>
        </p:nvGrpSpPr>
        <p:grpSpPr>
          <a:xfrm>
            <a:off x="7479608" y="686164"/>
            <a:ext cx="1129918" cy="278457"/>
            <a:chOff x="713231" y="815211"/>
            <a:chExt cx="894914" cy="220542"/>
          </a:xfrm>
        </p:grpSpPr>
        <p:sp>
          <p:nvSpPr>
            <p:cNvPr id="3233" name="Google Shape;3233;p27">
              <a:extLst>
                <a:ext uri="{FF2B5EF4-FFF2-40B4-BE49-F238E27FC236}">
                  <a16:creationId xmlns:a16="http://schemas.microsoft.com/office/drawing/2014/main" id="{D9EF04F1-E26E-6C5B-07B9-C4F4F9C6E449}"/>
                </a:ext>
              </a:extLst>
            </p:cNvPr>
            <p:cNvSpPr/>
            <p:nvPr/>
          </p:nvSpPr>
          <p:spPr>
            <a:xfrm>
              <a:off x="1387603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27">
              <a:extLst>
                <a:ext uri="{FF2B5EF4-FFF2-40B4-BE49-F238E27FC236}">
                  <a16:creationId xmlns:a16="http://schemas.microsoft.com/office/drawing/2014/main" id="{1339ACD4-A755-76E9-1A1C-9A380B023412}"/>
                </a:ext>
              </a:extLst>
            </p:cNvPr>
            <p:cNvSpPr/>
            <p:nvPr/>
          </p:nvSpPr>
          <p:spPr>
            <a:xfrm>
              <a:off x="713231" y="815211"/>
              <a:ext cx="222044" cy="220542"/>
            </a:xfrm>
            <a:custGeom>
              <a:avLst/>
              <a:gdLst/>
              <a:ahLst/>
              <a:cxnLst/>
              <a:rect l="l" t="t" r="r" b="b"/>
              <a:pathLst>
                <a:path w="1775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27">
              <a:extLst>
                <a:ext uri="{FF2B5EF4-FFF2-40B4-BE49-F238E27FC236}">
                  <a16:creationId xmlns:a16="http://schemas.microsoft.com/office/drawing/2014/main" id="{75D0420A-899B-000D-4D65-9189971DEE19}"/>
                </a:ext>
              </a:extLst>
            </p:cNvPr>
            <p:cNvSpPr/>
            <p:nvPr/>
          </p:nvSpPr>
          <p:spPr>
            <a:xfrm>
              <a:off x="1050229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Google Shape;1595;p62">
            <a:extLst>
              <a:ext uri="{FF2B5EF4-FFF2-40B4-BE49-F238E27FC236}">
                <a16:creationId xmlns:a16="http://schemas.microsoft.com/office/drawing/2014/main" id="{675231D9-B53A-4A96-AC77-9F9C53AFD4C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49053" y="1484235"/>
            <a:ext cx="8060473" cy="317714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 algn="l" rtl="0" fontAlgn="base">
              <a:buSzPct val="100000"/>
              <a:buNone/>
            </a:pPr>
            <a:r>
              <a:rPr lang="en-US" sz="2400" b="1" dirty="0">
                <a:solidFill>
                  <a:schemeClr val="tx1"/>
                </a:solidFill>
                <a:latin typeface="Orbitron"/>
                <a:sym typeface="Orbitron"/>
              </a:rPr>
              <a:t>Types of </a:t>
            </a:r>
            <a:r>
              <a:rPr lang="en-US" sz="2400" b="1" dirty="0">
                <a:solidFill>
                  <a:srgbClr val="FF247F"/>
                </a:solidFill>
                <a:latin typeface="Orbitron"/>
                <a:sym typeface="Orbitron"/>
              </a:rPr>
              <a:t>CSG Nodes</a:t>
            </a:r>
            <a:r>
              <a:rPr lang="en-US" sz="2400" b="1" dirty="0">
                <a:solidFill>
                  <a:schemeClr val="tx1"/>
                </a:solidFill>
                <a:latin typeface="Orbitron"/>
                <a:sym typeface="Orbitron"/>
              </a:rPr>
              <a:t>:</a:t>
            </a:r>
          </a:p>
          <a:p>
            <a:r>
              <a:rPr lang="en-US" sz="2000" b="1" dirty="0" err="1">
                <a:solidFill>
                  <a:srgbClr val="FF247F"/>
                </a:solidFill>
                <a:latin typeface="Orbitron"/>
                <a:sym typeface="Orbitron"/>
              </a:rPr>
              <a:t>CSGBox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: a box shape.</a:t>
            </a:r>
          </a:p>
          <a:p>
            <a:r>
              <a:rPr lang="en-US" sz="2000" b="1" dirty="0" err="1">
                <a:solidFill>
                  <a:srgbClr val="FF247F"/>
                </a:solidFill>
                <a:latin typeface="Orbitron"/>
                <a:sym typeface="Orbitron"/>
              </a:rPr>
              <a:t>CSGCylinder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: a cylinder shape.</a:t>
            </a:r>
          </a:p>
          <a:p>
            <a:r>
              <a:rPr lang="en-US" sz="2000" b="1" dirty="0" err="1">
                <a:solidFill>
                  <a:srgbClr val="FF247F"/>
                </a:solidFill>
                <a:latin typeface="Orbitron"/>
                <a:sym typeface="Orbitron"/>
              </a:rPr>
              <a:t>CSGSphere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: a sphere shape.</a:t>
            </a:r>
          </a:p>
          <a:p>
            <a:r>
              <a:rPr lang="en-US" sz="2000" b="1" dirty="0" err="1">
                <a:solidFill>
                  <a:srgbClr val="FF247F"/>
                </a:solidFill>
                <a:latin typeface="Orbitron"/>
                <a:sym typeface="Orbitron"/>
              </a:rPr>
              <a:t>CSGPolygon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: a polygon shape.</a:t>
            </a:r>
          </a:p>
          <a:p>
            <a:r>
              <a:rPr lang="en-US" sz="2000" b="1" dirty="0" err="1">
                <a:solidFill>
                  <a:srgbClr val="FF247F"/>
                </a:solidFill>
                <a:latin typeface="Orbitron"/>
                <a:sym typeface="Orbitron"/>
              </a:rPr>
              <a:t>CSGMesh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: a mesh shape.</a:t>
            </a:r>
          </a:p>
          <a:p>
            <a:r>
              <a:rPr lang="en-US" sz="2000" b="1" dirty="0" err="1">
                <a:solidFill>
                  <a:srgbClr val="FF247F"/>
                </a:solidFill>
                <a:latin typeface="Orbitron"/>
                <a:sym typeface="Orbitron"/>
              </a:rPr>
              <a:t>CSGTorus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: a torus shape.</a:t>
            </a:r>
          </a:p>
          <a:p>
            <a:r>
              <a:rPr lang="en-US" sz="2000" b="1" dirty="0" err="1">
                <a:solidFill>
                  <a:srgbClr val="FF247F"/>
                </a:solidFill>
                <a:latin typeface="Orbitron"/>
                <a:sym typeface="Orbitron"/>
              </a:rPr>
              <a:t>CSGCombiner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: a node that combines multiple CSG nodes into one shape.</a:t>
            </a:r>
          </a:p>
          <a:p>
            <a:pPr fontAlgn="base">
              <a:buSzPct val="75000"/>
            </a:pPr>
            <a:endParaRPr lang="ar-BH" sz="2000" b="1" dirty="0">
              <a:solidFill>
                <a:schemeClr val="tx1"/>
              </a:solidFill>
              <a:latin typeface="Orbitron"/>
              <a:sym typeface="Orbitron"/>
            </a:endParaRP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DB60265C-E0A3-B6F0-657D-76196C223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044" y="531149"/>
            <a:ext cx="6675162" cy="572700"/>
          </a:xfrm>
        </p:spPr>
        <p:txBody>
          <a:bodyPr/>
          <a:lstStyle/>
          <a:p>
            <a:pPr>
              <a:buClr>
                <a:schemeClr val="accent4"/>
              </a:buClr>
            </a:pPr>
            <a:r>
              <a:rPr lang="en-US" dirty="0">
                <a:solidFill>
                  <a:schemeClr val="tx1"/>
                </a:solidFill>
              </a:rPr>
              <a:t>Grey Boxing</a:t>
            </a:r>
          </a:p>
        </p:txBody>
      </p:sp>
    </p:spTree>
    <p:extLst>
      <p:ext uri="{BB962C8B-B14F-4D97-AF65-F5344CB8AC3E}">
        <p14:creationId xmlns:p14="http://schemas.microsoft.com/office/powerpoint/2010/main" val="38473336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8">
          <a:extLst>
            <a:ext uri="{FF2B5EF4-FFF2-40B4-BE49-F238E27FC236}">
              <a16:creationId xmlns:a16="http://schemas.microsoft.com/office/drawing/2014/main" id="{34EC8993-9357-AB9D-50B6-A94708327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2" name="Google Shape;3232;p27">
            <a:extLst>
              <a:ext uri="{FF2B5EF4-FFF2-40B4-BE49-F238E27FC236}">
                <a16:creationId xmlns:a16="http://schemas.microsoft.com/office/drawing/2014/main" id="{A7ED129E-A2A4-F48F-6CC8-1EE020D7ABA1}"/>
              </a:ext>
            </a:extLst>
          </p:cNvPr>
          <p:cNvGrpSpPr/>
          <p:nvPr/>
        </p:nvGrpSpPr>
        <p:grpSpPr>
          <a:xfrm>
            <a:off x="7479608" y="686164"/>
            <a:ext cx="1129918" cy="278457"/>
            <a:chOff x="713231" y="815211"/>
            <a:chExt cx="894914" cy="220542"/>
          </a:xfrm>
        </p:grpSpPr>
        <p:sp>
          <p:nvSpPr>
            <p:cNvPr id="3233" name="Google Shape;3233;p27">
              <a:extLst>
                <a:ext uri="{FF2B5EF4-FFF2-40B4-BE49-F238E27FC236}">
                  <a16:creationId xmlns:a16="http://schemas.microsoft.com/office/drawing/2014/main" id="{CD4D89BD-1583-EF82-B408-229FF7D726E2}"/>
                </a:ext>
              </a:extLst>
            </p:cNvPr>
            <p:cNvSpPr/>
            <p:nvPr/>
          </p:nvSpPr>
          <p:spPr>
            <a:xfrm>
              <a:off x="1387603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27">
              <a:extLst>
                <a:ext uri="{FF2B5EF4-FFF2-40B4-BE49-F238E27FC236}">
                  <a16:creationId xmlns:a16="http://schemas.microsoft.com/office/drawing/2014/main" id="{4351CCCC-3057-26E3-6C1C-6755B669CCE3}"/>
                </a:ext>
              </a:extLst>
            </p:cNvPr>
            <p:cNvSpPr/>
            <p:nvPr/>
          </p:nvSpPr>
          <p:spPr>
            <a:xfrm>
              <a:off x="713231" y="815211"/>
              <a:ext cx="222044" cy="220542"/>
            </a:xfrm>
            <a:custGeom>
              <a:avLst/>
              <a:gdLst/>
              <a:ahLst/>
              <a:cxnLst/>
              <a:rect l="l" t="t" r="r" b="b"/>
              <a:pathLst>
                <a:path w="1775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27">
              <a:extLst>
                <a:ext uri="{FF2B5EF4-FFF2-40B4-BE49-F238E27FC236}">
                  <a16:creationId xmlns:a16="http://schemas.microsoft.com/office/drawing/2014/main" id="{9941875B-E177-2E24-9655-1F4029480972}"/>
                </a:ext>
              </a:extLst>
            </p:cNvPr>
            <p:cNvSpPr/>
            <p:nvPr/>
          </p:nvSpPr>
          <p:spPr>
            <a:xfrm>
              <a:off x="1050229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Google Shape;1595;p62">
            <a:extLst>
              <a:ext uri="{FF2B5EF4-FFF2-40B4-BE49-F238E27FC236}">
                <a16:creationId xmlns:a16="http://schemas.microsoft.com/office/drawing/2014/main" id="{F7CD809C-A425-A1D1-E77F-907515ACB26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49053" y="1484235"/>
            <a:ext cx="8060473" cy="317714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base">
              <a:buSzPct val="75000"/>
            </a:pP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First off, we’ll give the </a:t>
            </a:r>
            <a:r>
              <a:rPr lang="en-US" sz="2000" b="1" dirty="0">
                <a:solidFill>
                  <a:schemeClr val="accent4"/>
                </a:solidFill>
                <a:latin typeface="Orbitron"/>
                <a:sym typeface="Orbitron"/>
              </a:rPr>
              <a:t>CSGCombiner3D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 a new material so we can work comfortably.</a:t>
            </a:r>
          </a:p>
          <a:p>
            <a:pPr fontAlgn="base">
              <a:buSzPct val="75000"/>
            </a:pPr>
            <a:endParaRPr lang="en-US" sz="2000" b="1" dirty="0">
              <a:solidFill>
                <a:schemeClr val="tx1"/>
              </a:solidFill>
              <a:latin typeface="Orbitron"/>
              <a:sym typeface="Orbitron"/>
            </a:endParaRPr>
          </a:p>
          <a:p>
            <a:pPr fontAlgn="base">
              <a:buSzPct val="75000"/>
            </a:pP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Then we’ll enable </a:t>
            </a:r>
            <a:r>
              <a:rPr lang="en-US" sz="2000" b="1" dirty="0">
                <a:solidFill>
                  <a:schemeClr val="accent4"/>
                </a:solidFill>
                <a:latin typeface="Orbitron"/>
                <a:sym typeface="Orbitron"/>
              </a:rPr>
              <a:t>Transparency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 in the material’s settings.</a:t>
            </a:r>
          </a:p>
          <a:p>
            <a:pPr fontAlgn="base">
              <a:buSzPct val="75000"/>
            </a:pPr>
            <a:endParaRPr lang="en-US" sz="2000" b="1" dirty="0">
              <a:solidFill>
                <a:schemeClr val="tx1"/>
              </a:solidFill>
              <a:latin typeface="Orbitron"/>
              <a:sym typeface="Orbitron"/>
            </a:endParaRPr>
          </a:p>
          <a:p>
            <a:pPr fontAlgn="base">
              <a:buSzPct val="75000"/>
            </a:pP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Lastly under </a:t>
            </a:r>
            <a:r>
              <a:rPr lang="en-US" sz="2000" b="1" dirty="0" err="1">
                <a:solidFill>
                  <a:schemeClr val="accent4"/>
                </a:solidFill>
                <a:latin typeface="Orbitron"/>
                <a:sym typeface="Orbitron"/>
              </a:rPr>
              <a:t>Albdeo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, we’ll choose the color of our choice and set the </a:t>
            </a:r>
            <a:r>
              <a:rPr lang="en-US" sz="2000" b="1" dirty="0">
                <a:solidFill>
                  <a:schemeClr val="accent4"/>
                </a:solidFill>
                <a:latin typeface="Orbitron"/>
                <a:sym typeface="Orbitron"/>
              </a:rPr>
              <a:t>A (alpha)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 channel to a lower value so the </a:t>
            </a:r>
            <a:r>
              <a:rPr lang="en-US" sz="2000" b="1" dirty="0" err="1">
                <a:solidFill>
                  <a:schemeClr val="tx1"/>
                </a:solidFill>
                <a:latin typeface="Orbitron"/>
                <a:sym typeface="Orbitron"/>
              </a:rPr>
              <a:t>greybox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 goes </a:t>
            </a:r>
            <a:r>
              <a:rPr lang="en-US" sz="2000" b="1" dirty="0">
                <a:solidFill>
                  <a:schemeClr val="accent4"/>
                </a:solidFill>
                <a:latin typeface="Orbitron"/>
                <a:sym typeface="Orbitron"/>
              </a:rPr>
              <a:t>transparent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.</a:t>
            </a:r>
            <a:endParaRPr lang="ar-BH" sz="2000" b="1" dirty="0">
              <a:solidFill>
                <a:schemeClr val="tx1"/>
              </a:solidFill>
              <a:latin typeface="Orbitron"/>
              <a:sym typeface="Orbitron"/>
            </a:endParaRP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FE34FDA6-4A5B-C205-0D93-9E993C7DB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044" y="531149"/>
            <a:ext cx="6675162" cy="572700"/>
          </a:xfrm>
        </p:spPr>
        <p:txBody>
          <a:bodyPr/>
          <a:lstStyle/>
          <a:p>
            <a:pPr>
              <a:buClr>
                <a:schemeClr val="accent4"/>
              </a:buClr>
            </a:pPr>
            <a:r>
              <a:rPr lang="en-US" dirty="0">
                <a:solidFill>
                  <a:schemeClr val="tx1"/>
                </a:solidFill>
              </a:rPr>
              <a:t>Replacing Grey Boxes</a:t>
            </a:r>
          </a:p>
        </p:txBody>
      </p:sp>
    </p:spTree>
    <p:extLst>
      <p:ext uri="{BB962C8B-B14F-4D97-AF65-F5344CB8AC3E}">
        <p14:creationId xmlns:p14="http://schemas.microsoft.com/office/powerpoint/2010/main" val="6529419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8">
          <a:extLst>
            <a:ext uri="{FF2B5EF4-FFF2-40B4-BE49-F238E27FC236}">
              <a16:creationId xmlns:a16="http://schemas.microsoft.com/office/drawing/2014/main" id="{3C262FB8-B390-3E5E-CD05-1701A470F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2" name="Google Shape;3232;p27">
            <a:extLst>
              <a:ext uri="{FF2B5EF4-FFF2-40B4-BE49-F238E27FC236}">
                <a16:creationId xmlns:a16="http://schemas.microsoft.com/office/drawing/2014/main" id="{86F9849F-6A96-65A3-E7E5-9DEC43F14384}"/>
              </a:ext>
            </a:extLst>
          </p:cNvPr>
          <p:cNvGrpSpPr/>
          <p:nvPr/>
        </p:nvGrpSpPr>
        <p:grpSpPr>
          <a:xfrm>
            <a:off x="7479608" y="686164"/>
            <a:ext cx="1129918" cy="278457"/>
            <a:chOff x="713231" y="815211"/>
            <a:chExt cx="894914" cy="220542"/>
          </a:xfrm>
        </p:grpSpPr>
        <p:sp>
          <p:nvSpPr>
            <p:cNvPr id="3233" name="Google Shape;3233;p27">
              <a:extLst>
                <a:ext uri="{FF2B5EF4-FFF2-40B4-BE49-F238E27FC236}">
                  <a16:creationId xmlns:a16="http://schemas.microsoft.com/office/drawing/2014/main" id="{6464CDEA-5D63-7385-ED60-6091631394A1}"/>
                </a:ext>
              </a:extLst>
            </p:cNvPr>
            <p:cNvSpPr/>
            <p:nvPr/>
          </p:nvSpPr>
          <p:spPr>
            <a:xfrm>
              <a:off x="1387603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27">
              <a:extLst>
                <a:ext uri="{FF2B5EF4-FFF2-40B4-BE49-F238E27FC236}">
                  <a16:creationId xmlns:a16="http://schemas.microsoft.com/office/drawing/2014/main" id="{23876928-96C5-39D3-8B5E-BD3A846C8B82}"/>
                </a:ext>
              </a:extLst>
            </p:cNvPr>
            <p:cNvSpPr/>
            <p:nvPr/>
          </p:nvSpPr>
          <p:spPr>
            <a:xfrm>
              <a:off x="713231" y="815211"/>
              <a:ext cx="222044" cy="220542"/>
            </a:xfrm>
            <a:custGeom>
              <a:avLst/>
              <a:gdLst/>
              <a:ahLst/>
              <a:cxnLst/>
              <a:rect l="l" t="t" r="r" b="b"/>
              <a:pathLst>
                <a:path w="1775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27">
              <a:extLst>
                <a:ext uri="{FF2B5EF4-FFF2-40B4-BE49-F238E27FC236}">
                  <a16:creationId xmlns:a16="http://schemas.microsoft.com/office/drawing/2014/main" id="{1F69613E-25BC-2886-1B7C-BFECF4CE6203}"/>
                </a:ext>
              </a:extLst>
            </p:cNvPr>
            <p:cNvSpPr/>
            <p:nvPr/>
          </p:nvSpPr>
          <p:spPr>
            <a:xfrm>
              <a:off x="1050229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" name="Title 2">
            <a:extLst>
              <a:ext uri="{FF2B5EF4-FFF2-40B4-BE49-F238E27FC236}">
                <a16:creationId xmlns:a16="http://schemas.microsoft.com/office/drawing/2014/main" id="{375B3238-DD26-A4D0-3927-0988A038C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044" y="531149"/>
            <a:ext cx="6675162" cy="572700"/>
          </a:xfrm>
        </p:spPr>
        <p:txBody>
          <a:bodyPr/>
          <a:lstStyle/>
          <a:p>
            <a:pPr>
              <a:buClr>
                <a:schemeClr val="accent4"/>
              </a:buClr>
            </a:pPr>
            <a:r>
              <a:rPr lang="en-US" dirty="0">
                <a:solidFill>
                  <a:schemeClr val="tx1"/>
                </a:solidFill>
              </a:rPr>
              <a:t>Replacing Grey Boxes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522336-B1AF-498E-9F5F-F0B15D6EC8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551" y="2436412"/>
            <a:ext cx="2410161" cy="111458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08C1B34-8A67-B111-1FD3-809644D120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3738" y="2684096"/>
            <a:ext cx="2295845" cy="61921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D929EF8-FEB9-E666-F84E-E7D4B3229F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8549" y="964621"/>
            <a:ext cx="2015009" cy="3710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4716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8">
          <a:extLst>
            <a:ext uri="{FF2B5EF4-FFF2-40B4-BE49-F238E27FC236}">
              <a16:creationId xmlns:a16="http://schemas.microsoft.com/office/drawing/2014/main" id="{55342856-551B-F85B-C5C8-9FBEE8AB8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2" name="Google Shape;3232;p27">
            <a:extLst>
              <a:ext uri="{FF2B5EF4-FFF2-40B4-BE49-F238E27FC236}">
                <a16:creationId xmlns:a16="http://schemas.microsoft.com/office/drawing/2014/main" id="{23C2C75D-C61B-A284-AE16-6F93CA10B2FB}"/>
              </a:ext>
            </a:extLst>
          </p:cNvPr>
          <p:cNvGrpSpPr/>
          <p:nvPr/>
        </p:nvGrpSpPr>
        <p:grpSpPr>
          <a:xfrm>
            <a:off x="7479608" y="686164"/>
            <a:ext cx="1129918" cy="278457"/>
            <a:chOff x="713231" y="815211"/>
            <a:chExt cx="894914" cy="220542"/>
          </a:xfrm>
        </p:grpSpPr>
        <p:sp>
          <p:nvSpPr>
            <p:cNvPr id="3233" name="Google Shape;3233;p27">
              <a:extLst>
                <a:ext uri="{FF2B5EF4-FFF2-40B4-BE49-F238E27FC236}">
                  <a16:creationId xmlns:a16="http://schemas.microsoft.com/office/drawing/2014/main" id="{CB679949-BD35-762D-C293-9953D3278687}"/>
                </a:ext>
              </a:extLst>
            </p:cNvPr>
            <p:cNvSpPr/>
            <p:nvPr/>
          </p:nvSpPr>
          <p:spPr>
            <a:xfrm>
              <a:off x="1387603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27">
              <a:extLst>
                <a:ext uri="{FF2B5EF4-FFF2-40B4-BE49-F238E27FC236}">
                  <a16:creationId xmlns:a16="http://schemas.microsoft.com/office/drawing/2014/main" id="{B17CB373-D3BC-44E5-8D81-952BC4BC728B}"/>
                </a:ext>
              </a:extLst>
            </p:cNvPr>
            <p:cNvSpPr/>
            <p:nvPr/>
          </p:nvSpPr>
          <p:spPr>
            <a:xfrm>
              <a:off x="713231" y="815211"/>
              <a:ext cx="222044" cy="220542"/>
            </a:xfrm>
            <a:custGeom>
              <a:avLst/>
              <a:gdLst/>
              <a:ahLst/>
              <a:cxnLst/>
              <a:rect l="l" t="t" r="r" b="b"/>
              <a:pathLst>
                <a:path w="1775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27">
              <a:extLst>
                <a:ext uri="{FF2B5EF4-FFF2-40B4-BE49-F238E27FC236}">
                  <a16:creationId xmlns:a16="http://schemas.microsoft.com/office/drawing/2014/main" id="{0A0D40F1-28AE-2499-2976-08B6197A6BF9}"/>
                </a:ext>
              </a:extLst>
            </p:cNvPr>
            <p:cNvSpPr/>
            <p:nvPr/>
          </p:nvSpPr>
          <p:spPr>
            <a:xfrm>
              <a:off x="1050229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" name="Title 2">
            <a:extLst>
              <a:ext uri="{FF2B5EF4-FFF2-40B4-BE49-F238E27FC236}">
                <a16:creationId xmlns:a16="http://schemas.microsoft.com/office/drawing/2014/main" id="{29C6D235-924A-BE18-CD24-BE8532DBA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044" y="531149"/>
            <a:ext cx="6675162" cy="572700"/>
          </a:xfrm>
        </p:spPr>
        <p:txBody>
          <a:bodyPr/>
          <a:lstStyle/>
          <a:p>
            <a:pPr>
              <a:buClr>
                <a:schemeClr val="accent4"/>
              </a:buClr>
            </a:pPr>
            <a:r>
              <a:rPr lang="en-US" dirty="0">
                <a:solidFill>
                  <a:schemeClr val="accent4"/>
                </a:solidFill>
              </a:rPr>
              <a:t>Ta-Da</a:t>
            </a:r>
            <a:r>
              <a:rPr lang="en-US" dirty="0">
                <a:solidFill>
                  <a:schemeClr val="tx1"/>
                </a:solidFill>
              </a:rPr>
              <a:t>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509768-9E0C-5D3A-947C-487CB82ECF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286" y="1103849"/>
            <a:ext cx="6772050" cy="3590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7383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8">
          <a:extLst>
            <a:ext uri="{FF2B5EF4-FFF2-40B4-BE49-F238E27FC236}">
              <a16:creationId xmlns:a16="http://schemas.microsoft.com/office/drawing/2014/main" id="{759B6D5E-48B5-B88C-995D-7B1B427D5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2" name="Google Shape;3232;p27">
            <a:extLst>
              <a:ext uri="{FF2B5EF4-FFF2-40B4-BE49-F238E27FC236}">
                <a16:creationId xmlns:a16="http://schemas.microsoft.com/office/drawing/2014/main" id="{D4D684FC-336A-9B71-AAB5-B19912FD96CB}"/>
              </a:ext>
            </a:extLst>
          </p:cNvPr>
          <p:cNvGrpSpPr/>
          <p:nvPr/>
        </p:nvGrpSpPr>
        <p:grpSpPr>
          <a:xfrm>
            <a:off x="7479608" y="686164"/>
            <a:ext cx="1129918" cy="278457"/>
            <a:chOff x="713231" y="815211"/>
            <a:chExt cx="894914" cy="220542"/>
          </a:xfrm>
        </p:grpSpPr>
        <p:sp>
          <p:nvSpPr>
            <p:cNvPr id="3233" name="Google Shape;3233;p27">
              <a:extLst>
                <a:ext uri="{FF2B5EF4-FFF2-40B4-BE49-F238E27FC236}">
                  <a16:creationId xmlns:a16="http://schemas.microsoft.com/office/drawing/2014/main" id="{27CAC991-4AF0-6C55-670D-43308C7AE6D4}"/>
                </a:ext>
              </a:extLst>
            </p:cNvPr>
            <p:cNvSpPr/>
            <p:nvPr/>
          </p:nvSpPr>
          <p:spPr>
            <a:xfrm>
              <a:off x="1387603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27">
              <a:extLst>
                <a:ext uri="{FF2B5EF4-FFF2-40B4-BE49-F238E27FC236}">
                  <a16:creationId xmlns:a16="http://schemas.microsoft.com/office/drawing/2014/main" id="{461F6ABD-D1D9-B878-073E-2E666ECE281A}"/>
                </a:ext>
              </a:extLst>
            </p:cNvPr>
            <p:cNvSpPr/>
            <p:nvPr/>
          </p:nvSpPr>
          <p:spPr>
            <a:xfrm>
              <a:off x="713231" y="815211"/>
              <a:ext cx="222044" cy="220542"/>
            </a:xfrm>
            <a:custGeom>
              <a:avLst/>
              <a:gdLst/>
              <a:ahLst/>
              <a:cxnLst/>
              <a:rect l="l" t="t" r="r" b="b"/>
              <a:pathLst>
                <a:path w="1775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27">
              <a:extLst>
                <a:ext uri="{FF2B5EF4-FFF2-40B4-BE49-F238E27FC236}">
                  <a16:creationId xmlns:a16="http://schemas.microsoft.com/office/drawing/2014/main" id="{3DED619F-F559-480A-4CA1-196A511CD39C}"/>
                </a:ext>
              </a:extLst>
            </p:cNvPr>
            <p:cNvSpPr/>
            <p:nvPr/>
          </p:nvSpPr>
          <p:spPr>
            <a:xfrm>
              <a:off x="1050229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Google Shape;1595;p62">
            <a:extLst>
              <a:ext uri="{FF2B5EF4-FFF2-40B4-BE49-F238E27FC236}">
                <a16:creationId xmlns:a16="http://schemas.microsoft.com/office/drawing/2014/main" id="{EB1BC6A9-E49E-3F82-5F03-5EFAF800D04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49053" y="1484235"/>
            <a:ext cx="8060473" cy="317714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 fontAlgn="base">
              <a:buSzPct val="75000"/>
              <a:buNone/>
            </a:pP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To put the actual map assets, we need to make sure each one is in a scene of its own with collision shapes, the root node being an appropriate </a:t>
            </a:r>
            <a:r>
              <a:rPr lang="en-US" sz="2000" b="1" dirty="0" err="1">
                <a:solidFill>
                  <a:schemeClr val="tx1"/>
                </a:solidFill>
                <a:latin typeface="Orbitron"/>
                <a:sym typeface="Orbitron"/>
              </a:rPr>
              <a:t>PhysicsObject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 node (e.g. StaticBody3D). </a:t>
            </a:r>
          </a:p>
          <a:p>
            <a:pPr marL="152400" indent="0" fontAlgn="base">
              <a:buSzPct val="75000"/>
              <a:buNone/>
            </a:pPr>
            <a:endParaRPr lang="en-US" sz="2000" b="1" dirty="0">
              <a:solidFill>
                <a:schemeClr val="tx1"/>
              </a:solidFill>
              <a:latin typeface="Orbitron"/>
              <a:sym typeface="Orbitron"/>
            </a:endParaRPr>
          </a:p>
          <a:p>
            <a:pPr marL="152400" indent="0" fontAlgn="base">
              <a:buSzPct val="75000"/>
              <a:buNone/>
            </a:pPr>
            <a:r>
              <a:rPr lang="en-US" sz="2000" b="1" dirty="0">
                <a:solidFill>
                  <a:schemeClr val="accent4"/>
                </a:solidFill>
                <a:latin typeface="Orbitron"/>
                <a:sym typeface="Orbitron"/>
              </a:rPr>
              <a:t>(Refer to the previous assets section in slides.)</a:t>
            </a:r>
            <a:endParaRPr lang="ar-BH" sz="2000" b="1" dirty="0">
              <a:solidFill>
                <a:schemeClr val="accent4"/>
              </a:solidFill>
              <a:latin typeface="Orbitron"/>
              <a:sym typeface="Orbitron"/>
            </a:endParaRP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96C52122-0C16-4BE4-E32A-7F8E1FA07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044" y="531149"/>
            <a:ext cx="6675162" cy="572700"/>
          </a:xfrm>
        </p:spPr>
        <p:txBody>
          <a:bodyPr/>
          <a:lstStyle/>
          <a:p>
            <a:pPr>
              <a:buClr>
                <a:schemeClr val="accent4"/>
              </a:buClr>
            </a:pPr>
            <a:r>
              <a:rPr lang="en-US" dirty="0">
                <a:solidFill>
                  <a:schemeClr val="tx1"/>
                </a:solidFill>
              </a:rPr>
              <a:t>Replacing Grey Boxes</a:t>
            </a:r>
          </a:p>
        </p:txBody>
      </p:sp>
    </p:spTree>
    <p:extLst>
      <p:ext uri="{BB962C8B-B14F-4D97-AF65-F5344CB8AC3E}">
        <p14:creationId xmlns:p14="http://schemas.microsoft.com/office/powerpoint/2010/main" val="25716047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8">
          <a:extLst>
            <a:ext uri="{FF2B5EF4-FFF2-40B4-BE49-F238E27FC236}">
              <a16:creationId xmlns:a16="http://schemas.microsoft.com/office/drawing/2014/main" id="{C585297C-8D0F-446E-4245-2FDBD2A32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2" name="Google Shape;3232;p27">
            <a:extLst>
              <a:ext uri="{FF2B5EF4-FFF2-40B4-BE49-F238E27FC236}">
                <a16:creationId xmlns:a16="http://schemas.microsoft.com/office/drawing/2014/main" id="{E59BB394-A9D2-0002-6D0F-BFFA14804924}"/>
              </a:ext>
            </a:extLst>
          </p:cNvPr>
          <p:cNvGrpSpPr/>
          <p:nvPr/>
        </p:nvGrpSpPr>
        <p:grpSpPr>
          <a:xfrm>
            <a:off x="7479608" y="686164"/>
            <a:ext cx="1129918" cy="278457"/>
            <a:chOff x="713231" y="815211"/>
            <a:chExt cx="894914" cy="220542"/>
          </a:xfrm>
        </p:grpSpPr>
        <p:sp>
          <p:nvSpPr>
            <p:cNvPr id="3233" name="Google Shape;3233;p27">
              <a:extLst>
                <a:ext uri="{FF2B5EF4-FFF2-40B4-BE49-F238E27FC236}">
                  <a16:creationId xmlns:a16="http://schemas.microsoft.com/office/drawing/2014/main" id="{6E4B0EB7-50CD-CE21-F40A-4CCF006FBA69}"/>
                </a:ext>
              </a:extLst>
            </p:cNvPr>
            <p:cNvSpPr/>
            <p:nvPr/>
          </p:nvSpPr>
          <p:spPr>
            <a:xfrm>
              <a:off x="1387603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27">
              <a:extLst>
                <a:ext uri="{FF2B5EF4-FFF2-40B4-BE49-F238E27FC236}">
                  <a16:creationId xmlns:a16="http://schemas.microsoft.com/office/drawing/2014/main" id="{8179EDC4-AE69-3DCE-9DA2-F24F7AAC0E44}"/>
                </a:ext>
              </a:extLst>
            </p:cNvPr>
            <p:cNvSpPr/>
            <p:nvPr/>
          </p:nvSpPr>
          <p:spPr>
            <a:xfrm>
              <a:off x="713231" y="815211"/>
              <a:ext cx="222044" cy="220542"/>
            </a:xfrm>
            <a:custGeom>
              <a:avLst/>
              <a:gdLst/>
              <a:ahLst/>
              <a:cxnLst/>
              <a:rect l="l" t="t" r="r" b="b"/>
              <a:pathLst>
                <a:path w="1775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27">
              <a:extLst>
                <a:ext uri="{FF2B5EF4-FFF2-40B4-BE49-F238E27FC236}">
                  <a16:creationId xmlns:a16="http://schemas.microsoft.com/office/drawing/2014/main" id="{C82163D7-FEA2-723B-517C-5F4BCD3A6B81}"/>
                </a:ext>
              </a:extLst>
            </p:cNvPr>
            <p:cNvSpPr/>
            <p:nvPr/>
          </p:nvSpPr>
          <p:spPr>
            <a:xfrm>
              <a:off x="1050229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" name="Title 2">
            <a:extLst>
              <a:ext uri="{FF2B5EF4-FFF2-40B4-BE49-F238E27FC236}">
                <a16:creationId xmlns:a16="http://schemas.microsoft.com/office/drawing/2014/main" id="{1AFCFF33-B244-9CF4-23D2-C3BFC79AD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044" y="531149"/>
            <a:ext cx="6675162" cy="572700"/>
          </a:xfrm>
        </p:spPr>
        <p:txBody>
          <a:bodyPr/>
          <a:lstStyle/>
          <a:p>
            <a:pPr>
              <a:buClr>
                <a:schemeClr val="accent4"/>
              </a:buClr>
            </a:pPr>
            <a:r>
              <a:rPr lang="en-US" dirty="0">
                <a:solidFill>
                  <a:schemeClr val="tx1"/>
                </a:solidFill>
              </a:rPr>
              <a:t>Replacing Grey Boxes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494E56-1134-CA30-AEC9-EF6012DCF0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857" y="1116798"/>
            <a:ext cx="7570285" cy="3340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7454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8">
          <a:extLst>
            <a:ext uri="{FF2B5EF4-FFF2-40B4-BE49-F238E27FC236}">
              <a16:creationId xmlns:a16="http://schemas.microsoft.com/office/drawing/2014/main" id="{6A2B85B0-DF62-2A3F-D4C3-D17BAEC75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2" name="Google Shape;3232;p27">
            <a:extLst>
              <a:ext uri="{FF2B5EF4-FFF2-40B4-BE49-F238E27FC236}">
                <a16:creationId xmlns:a16="http://schemas.microsoft.com/office/drawing/2014/main" id="{A1142828-8180-15D3-D5FF-44C48C2A0560}"/>
              </a:ext>
            </a:extLst>
          </p:cNvPr>
          <p:cNvGrpSpPr/>
          <p:nvPr/>
        </p:nvGrpSpPr>
        <p:grpSpPr>
          <a:xfrm rot="13381071">
            <a:off x="7772787" y="861741"/>
            <a:ext cx="1129918" cy="278457"/>
            <a:chOff x="713231" y="815211"/>
            <a:chExt cx="894914" cy="220542"/>
          </a:xfrm>
        </p:grpSpPr>
        <p:sp>
          <p:nvSpPr>
            <p:cNvPr id="3233" name="Google Shape;3233;p27">
              <a:extLst>
                <a:ext uri="{FF2B5EF4-FFF2-40B4-BE49-F238E27FC236}">
                  <a16:creationId xmlns:a16="http://schemas.microsoft.com/office/drawing/2014/main" id="{26791816-878E-4926-7E44-8BBDC268EBAC}"/>
                </a:ext>
              </a:extLst>
            </p:cNvPr>
            <p:cNvSpPr/>
            <p:nvPr/>
          </p:nvSpPr>
          <p:spPr>
            <a:xfrm>
              <a:off x="1387603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27">
              <a:extLst>
                <a:ext uri="{FF2B5EF4-FFF2-40B4-BE49-F238E27FC236}">
                  <a16:creationId xmlns:a16="http://schemas.microsoft.com/office/drawing/2014/main" id="{5982F804-CD70-B9B2-92D7-A69F11CFCDFF}"/>
                </a:ext>
              </a:extLst>
            </p:cNvPr>
            <p:cNvSpPr/>
            <p:nvPr/>
          </p:nvSpPr>
          <p:spPr>
            <a:xfrm>
              <a:off x="713231" y="815211"/>
              <a:ext cx="222044" cy="220542"/>
            </a:xfrm>
            <a:custGeom>
              <a:avLst/>
              <a:gdLst/>
              <a:ahLst/>
              <a:cxnLst/>
              <a:rect l="l" t="t" r="r" b="b"/>
              <a:pathLst>
                <a:path w="1775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27">
              <a:extLst>
                <a:ext uri="{FF2B5EF4-FFF2-40B4-BE49-F238E27FC236}">
                  <a16:creationId xmlns:a16="http://schemas.microsoft.com/office/drawing/2014/main" id="{F6006EB9-C5D9-AC46-4CF3-71DF07EE9071}"/>
                </a:ext>
              </a:extLst>
            </p:cNvPr>
            <p:cNvSpPr/>
            <p:nvPr/>
          </p:nvSpPr>
          <p:spPr>
            <a:xfrm>
              <a:off x="1050229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DF98609E-9855-F0E7-4D85-1728A2A484DB}"/>
              </a:ext>
            </a:extLst>
          </p:cNvPr>
          <p:cNvSpPr txBox="1"/>
          <p:nvPr/>
        </p:nvSpPr>
        <p:spPr>
          <a:xfrm>
            <a:off x="1663795" y="1848475"/>
            <a:ext cx="581641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accent4"/>
              </a:buClr>
            </a:pPr>
            <a:r>
              <a:rPr lang="en-US" sz="4400" b="1" dirty="0">
                <a:solidFill>
                  <a:schemeClr val="tx1"/>
                </a:solidFill>
                <a:latin typeface="Orbitron"/>
                <a:ea typeface="Orbitron"/>
                <a:cs typeface="Orbitron"/>
                <a:sym typeface="Orbitron"/>
              </a:rPr>
              <a:t>Hands </a:t>
            </a:r>
            <a:r>
              <a:rPr lang="en-US" sz="4400" b="1" dirty="0">
                <a:solidFill>
                  <a:srgbClr val="FF247F"/>
                </a:solidFill>
                <a:latin typeface="Orbitron"/>
                <a:ea typeface="Orbitron"/>
                <a:cs typeface="Orbitron"/>
                <a:sym typeface="Orbitron"/>
              </a:rPr>
              <a:t>on</a:t>
            </a:r>
          </a:p>
        </p:txBody>
      </p:sp>
    </p:spTree>
    <p:extLst>
      <p:ext uri="{BB962C8B-B14F-4D97-AF65-F5344CB8AC3E}">
        <p14:creationId xmlns:p14="http://schemas.microsoft.com/office/powerpoint/2010/main" val="42160111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7">
          <a:extLst>
            <a:ext uri="{FF2B5EF4-FFF2-40B4-BE49-F238E27FC236}">
              <a16:creationId xmlns:a16="http://schemas.microsoft.com/office/drawing/2014/main" id="{5E94E45C-3399-3E74-E7F1-18991E1B0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48" name="Google Shape;3248;p28">
            <a:extLst>
              <a:ext uri="{FF2B5EF4-FFF2-40B4-BE49-F238E27FC236}">
                <a16:creationId xmlns:a16="http://schemas.microsoft.com/office/drawing/2014/main" id="{C35342EC-7CA5-827F-2F10-36BFD3CC6ADA}"/>
              </a:ext>
            </a:extLst>
          </p:cNvPr>
          <p:cNvGrpSpPr/>
          <p:nvPr/>
        </p:nvGrpSpPr>
        <p:grpSpPr>
          <a:xfrm>
            <a:off x="5162923" y="1285254"/>
            <a:ext cx="3242422" cy="2381590"/>
            <a:chOff x="296117" y="2376907"/>
            <a:chExt cx="715672" cy="525668"/>
          </a:xfrm>
        </p:grpSpPr>
        <p:sp>
          <p:nvSpPr>
            <p:cNvPr id="3249" name="Google Shape;3249;p28">
              <a:extLst>
                <a:ext uri="{FF2B5EF4-FFF2-40B4-BE49-F238E27FC236}">
                  <a16:creationId xmlns:a16="http://schemas.microsoft.com/office/drawing/2014/main" id="{26B60A2B-61AE-BE13-D296-BC4BB45BE1FD}"/>
                </a:ext>
              </a:extLst>
            </p:cNvPr>
            <p:cNvSpPr/>
            <p:nvPr/>
          </p:nvSpPr>
          <p:spPr>
            <a:xfrm>
              <a:off x="476250" y="2376907"/>
              <a:ext cx="355343" cy="46378"/>
            </a:xfrm>
            <a:custGeom>
              <a:avLst/>
              <a:gdLst/>
              <a:ahLst/>
              <a:cxnLst/>
              <a:rect l="l" t="t" r="r" b="b"/>
              <a:pathLst>
                <a:path w="6344" h="828" extrusionOk="0">
                  <a:moveTo>
                    <a:pt x="3179" y="1"/>
                  </a:moveTo>
                  <a:cubicBezTo>
                    <a:pt x="2019" y="1"/>
                    <a:pt x="936" y="293"/>
                    <a:pt x="1" y="828"/>
                  </a:cubicBezTo>
                  <a:lnTo>
                    <a:pt x="6344" y="828"/>
                  </a:lnTo>
                  <a:cubicBezTo>
                    <a:pt x="5408" y="293"/>
                    <a:pt x="4326" y="1"/>
                    <a:pt x="3179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0" name="Google Shape;3250;p28">
              <a:extLst>
                <a:ext uri="{FF2B5EF4-FFF2-40B4-BE49-F238E27FC236}">
                  <a16:creationId xmlns:a16="http://schemas.microsoft.com/office/drawing/2014/main" id="{D5D5A778-AE37-6086-2992-18B3936D3FFB}"/>
                </a:ext>
              </a:extLst>
            </p:cNvPr>
            <p:cNvSpPr/>
            <p:nvPr/>
          </p:nvSpPr>
          <p:spPr>
            <a:xfrm>
              <a:off x="394081" y="2441881"/>
              <a:ext cx="520412" cy="47275"/>
            </a:xfrm>
            <a:custGeom>
              <a:avLst/>
              <a:gdLst/>
              <a:ahLst/>
              <a:cxnLst/>
              <a:rect l="l" t="t" r="r" b="b"/>
              <a:pathLst>
                <a:path w="9291" h="844" extrusionOk="0">
                  <a:moveTo>
                    <a:pt x="962" y="1"/>
                  </a:moveTo>
                  <a:cubicBezTo>
                    <a:pt x="616" y="241"/>
                    <a:pt x="295" y="523"/>
                    <a:pt x="1" y="843"/>
                  </a:cubicBezTo>
                  <a:lnTo>
                    <a:pt x="9291" y="843"/>
                  </a:lnTo>
                  <a:cubicBezTo>
                    <a:pt x="8996" y="523"/>
                    <a:pt x="8676" y="241"/>
                    <a:pt x="8317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1" name="Google Shape;3251;p28">
              <a:extLst>
                <a:ext uri="{FF2B5EF4-FFF2-40B4-BE49-F238E27FC236}">
                  <a16:creationId xmlns:a16="http://schemas.microsoft.com/office/drawing/2014/main" id="{EA93011B-13C1-9896-73F4-ABB8DD25F36B}"/>
                </a:ext>
              </a:extLst>
            </p:cNvPr>
            <p:cNvSpPr/>
            <p:nvPr/>
          </p:nvSpPr>
          <p:spPr>
            <a:xfrm>
              <a:off x="353025" y="2507022"/>
              <a:ext cx="601854" cy="33608"/>
            </a:xfrm>
            <a:custGeom>
              <a:avLst/>
              <a:gdLst/>
              <a:ahLst/>
              <a:cxnLst/>
              <a:rect l="l" t="t" r="r" b="b"/>
              <a:pathLst>
                <a:path w="10745" h="600" extrusionOk="0">
                  <a:moveTo>
                    <a:pt x="439" y="1"/>
                  </a:moveTo>
                  <a:cubicBezTo>
                    <a:pt x="279" y="186"/>
                    <a:pt x="135" y="388"/>
                    <a:pt x="0" y="600"/>
                  </a:cubicBezTo>
                  <a:lnTo>
                    <a:pt x="10745" y="600"/>
                  </a:lnTo>
                  <a:cubicBezTo>
                    <a:pt x="10610" y="388"/>
                    <a:pt x="10466" y="186"/>
                    <a:pt x="10306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2" name="Google Shape;3252;p28">
              <a:extLst>
                <a:ext uri="{FF2B5EF4-FFF2-40B4-BE49-F238E27FC236}">
                  <a16:creationId xmlns:a16="http://schemas.microsoft.com/office/drawing/2014/main" id="{24FD23CA-5FCD-9FD1-7D82-6D6885A01231}"/>
                </a:ext>
              </a:extLst>
            </p:cNvPr>
            <p:cNvSpPr/>
            <p:nvPr/>
          </p:nvSpPr>
          <p:spPr>
            <a:xfrm>
              <a:off x="322330" y="2571995"/>
              <a:ext cx="663244" cy="27670"/>
            </a:xfrm>
            <a:custGeom>
              <a:avLst/>
              <a:gdLst/>
              <a:ahLst/>
              <a:cxnLst/>
              <a:rect l="l" t="t" r="r" b="b"/>
              <a:pathLst>
                <a:path w="11841" h="494" extrusionOk="0">
                  <a:moveTo>
                    <a:pt x="228" y="0"/>
                  </a:moveTo>
                  <a:cubicBezTo>
                    <a:pt x="148" y="160"/>
                    <a:pt x="68" y="333"/>
                    <a:pt x="0" y="494"/>
                  </a:cubicBezTo>
                  <a:lnTo>
                    <a:pt x="11841" y="494"/>
                  </a:lnTo>
                  <a:cubicBezTo>
                    <a:pt x="11773" y="333"/>
                    <a:pt x="11706" y="160"/>
                    <a:pt x="11613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3" name="Google Shape;3253;p28">
              <a:extLst>
                <a:ext uri="{FF2B5EF4-FFF2-40B4-BE49-F238E27FC236}">
                  <a16:creationId xmlns:a16="http://schemas.microsoft.com/office/drawing/2014/main" id="{56D43DF2-D7F1-3D08-3E59-0427BA01A6FE}"/>
                </a:ext>
              </a:extLst>
            </p:cNvPr>
            <p:cNvSpPr/>
            <p:nvPr/>
          </p:nvSpPr>
          <p:spPr>
            <a:xfrm>
              <a:off x="303679" y="2637137"/>
              <a:ext cx="701276" cy="25318"/>
            </a:xfrm>
            <a:custGeom>
              <a:avLst/>
              <a:gdLst/>
              <a:ahLst/>
              <a:cxnLst/>
              <a:rect l="l" t="t" r="r" b="b"/>
              <a:pathLst>
                <a:path w="12520" h="452" extrusionOk="0">
                  <a:moveTo>
                    <a:pt x="106" y="0"/>
                  </a:moveTo>
                  <a:cubicBezTo>
                    <a:pt x="67" y="147"/>
                    <a:pt x="26" y="308"/>
                    <a:pt x="0" y="452"/>
                  </a:cubicBezTo>
                  <a:lnTo>
                    <a:pt x="12520" y="452"/>
                  </a:lnTo>
                  <a:cubicBezTo>
                    <a:pt x="12481" y="308"/>
                    <a:pt x="12452" y="147"/>
                    <a:pt x="12414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4" name="Google Shape;3254;p28">
              <a:extLst>
                <a:ext uri="{FF2B5EF4-FFF2-40B4-BE49-F238E27FC236}">
                  <a16:creationId xmlns:a16="http://schemas.microsoft.com/office/drawing/2014/main" id="{7E5CC99D-FC4A-935A-BB61-0A762369721D}"/>
                </a:ext>
              </a:extLst>
            </p:cNvPr>
            <p:cNvSpPr/>
            <p:nvPr/>
          </p:nvSpPr>
          <p:spPr>
            <a:xfrm>
              <a:off x="296117" y="2702054"/>
              <a:ext cx="715672" cy="21789"/>
            </a:xfrm>
            <a:custGeom>
              <a:avLst/>
              <a:gdLst/>
              <a:ahLst/>
              <a:cxnLst/>
              <a:rect l="l" t="t" r="r" b="b"/>
              <a:pathLst>
                <a:path w="12777" h="389" extrusionOk="0">
                  <a:moveTo>
                    <a:pt x="29" y="1"/>
                  </a:moveTo>
                  <a:cubicBezTo>
                    <a:pt x="13" y="135"/>
                    <a:pt x="13" y="270"/>
                    <a:pt x="1" y="388"/>
                  </a:cubicBezTo>
                  <a:lnTo>
                    <a:pt x="12776" y="388"/>
                  </a:lnTo>
                  <a:cubicBezTo>
                    <a:pt x="12776" y="270"/>
                    <a:pt x="12763" y="135"/>
                    <a:pt x="12763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5" name="Google Shape;3255;p28">
              <a:extLst>
                <a:ext uri="{FF2B5EF4-FFF2-40B4-BE49-F238E27FC236}">
                  <a16:creationId xmlns:a16="http://schemas.microsoft.com/office/drawing/2014/main" id="{6E512C72-19DA-A171-B9BE-A7B08629233E}"/>
                </a:ext>
              </a:extLst>
            </p:cNvPr>
            <p:cNvSpPr/>
            <p:nvPr/>
          </p:nvSpPr>
          <p:spPr>
            <a:xfrm>
              <a:off x="297741" y="2767923"/>
              <a:ext cx="712423" cy="14227"/>
            </a:xfrm>
            <a:custGeom>
              <a:avLst/>
              <a:gdLst/>
              <a:ahLst/>
              <a:cxnLst/>
              <a:rect l="l" t="t" r="r" b="b"/>
              <a:pathLst>
                <a:path w="12719" h="254" extrusionOk="0">
                  <a:moveTo>
                    <a:pt x="0" y="1"/>
                  </a:moveTo>
                  <a:cubicBezTo>
                    <a:pt x="13" y="81"/>
                    <a:pt x="13" y="173"/>
                    <a:pt x="26" y="254"/>
                  </a:cubicBezTo>
                  <a:lnTo>
                    <a:pt x="12693" y="254"/>
                  </a:lnTo>
                  <a:cubicBezTo>
                    <a:pt x="12706" y="173"/>
                    <a:pt x="12718" y="81"/>
                    <a:pt x="12718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6" name="Google Shape;3256;p28">
              <a:extLst>
                <a:ext uri="{FF2B5EF4-FFF2-40B4-BE49-F238E27FC236}">
                  <a16:creationId xmlns:a16="http://schemas.microsoft.com/office/drawing/2014/main" id="{B48969FC-FECD-3C03-42D9-6A35CD5E3333}"/>
                </a:ext>
              </a:extLst>
            </p:cNvPr>
            <p:cNvSpPr/>
            <p:nvPr/>
          </p:nvSpPr>
          <p:spPr>
            <a:xfrm>
              <a:off x="309560" y="2832897"/>
              <a:ext cx="688786" cy="12043"/>
            </a:xfrm>
            <a:custGeom>
              <a:avLst/>
              <a:gdLst/>
              <a:ahLst/>
              <a:cxnLst/>
              <a:rect l="l" t="t" r="r" b="b"/>
              <a:pathLst>
                <a:path w="12297" h="215" extrusionOk="0">
                  <a:moveTo>
                    <a:pt x="1" y="0"/>
                  </a:moveTo>
                  <a:cubicBezTo>
                    <a:pt x="30" y="67"/>
                    <a:pt x="55" y="148"/>
                    <a:pt x="68" y="215"/>
                  </a:cubicBezTo>
                  <a:lnTo>
                    <a:pt x="12229" y="215"/>
                  </a:lnTo>
                  <a:cubicBezTo>
                    <a:pt x="12254" y="148"/>
                    <a:pt x="12283" y="67"/>
                    <a:pt x="12296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7" name="Google Shape;3257;p28">
              <a:extLst>
                <a:ext uri="{FF2B5EF4-FFF2-40B4-BE49-F238E27FC236}">
                  <a16:creationId xmlns:a16="http://schemas.microsoft.com/office/drawing/2014/main" id="{C9485BB7-25D0-EBD9-7B12-5FBC4CC5FBE0}"/>
                </a:ext>
              </a:extLst>
            </p:cNvPr>
            <p:cNvSpPr/>
            <p:nvPr/>
          </p:nvSpPr>
          <p:spPr>
            <a:xfrm>
              <a:off x="335773" y="2898038"/>
              <a:ext cx="637086" cy="4537"/>
            </a:xfrm>
            <a:custGeom>
              <a:avLst/>
              <a:gdLst/>
              <a:ahLst/>
              <a:cxnLst/>
              <a:rect l="l" t="t" r="r" b="b"/>
              <a:pathLst>
                <a:path w="11374" h="81" extrusionOk="0">
                  <a:moveTo>
                    <a:pt x="1" y="0"/>
                  </a:moveTo>
                  <a:cubicBezTo>
                    <a:pt x="13" y="26"/>
                    <a:pt x="26" y="55"/>
                    <a:pt x="42" y="80"/>
                  </a:cubicBezTo>
                  <a:lnTo>
                    <a:pt x="11319" y="80"/>
                  </a:lnTo>
                  <a:cubicBezTo>
                    <a:pt x="11335" y="55"/>
                    <a:pt x="11360" y="26"/>
                    <a:pt x="11373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58" name="Google Shape;3258;p28">
            <a:extLst>
              <a:ext uri="{FF2B5EF4-FFF2-40B4-BE49-F238E27FC236}">
                <a16:creationId xmlns:a16="http://schemas.microsoft.com/office/drawing/2014/main" id="{F3F9EE6A-9E7A-7DE8-6BCC-13955E24334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6891" y="2343590"/>
            <a:ext cx="4159488" cy="119602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solidFill>
                  <a:schemeClr val="tx1"/>
                </a:solidFill>
                <a:sym typeface="Arimo SemiBold"/>
              </a:rPr>
              <a:t>Environment &amp; Lighting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259" name="Google Shape;3259;p28">
            <a:extLst>
              <a:ext uri="{FF2B5EF4-FFF2-40B4-BE49-F238E27FC236}">
                <a16:creationId xmlns:a16="http://schemas.microsoft.com/office/drawing/2014/main" id="{973412D0-CBA0-DA0C-F47C-E70EF5D56C06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815400" y="1105150"/>
            <a:ext cx="1456374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4</a:t>
            </a:r>
            <a:endParaRPr dirty="0"/>
          </a:p>
        </p:txBody>
      </p:sp>
      <p:grpSp>
        <p:nvGrpSpPr>
          <p:cNvPr id="3352" name="Google Shape;3352;p28">
            <a:extLst>
              <a:ext uri="{FF2B5EF4-FFF2-40B4-BE49-F238E27FC236}">
                <a16:creationId xmlns:a16="http://schemas.microsoft.com/office/drawing/2014/main" id="{731504B5-D478-8E6E-55CA-29EB85755B84}"/>
              </a:ext>
            </a:extLst>
          </p:cNvPr>
          <p:cNvGrpSpPr/>
          <p:nvPr/>
        </p:nvGrpSpPr>
        <p:grpSpPr>
          <a:xfrm>
            <a:off x="7460542" y="539504"/>
            <a:ext cx="1129918" cy="278457"/>
            <a:chOff x="713231" y="815211"/>
            <a:chExt cx="894914" cy="220542"/>
          </a:xfrm>
        </p:grpSpPr>
        <p:sp>
          <p:nvSpPr>
            <p:cNvPr id="3353" name="Google Shape;3353;p28">
              <a:extLst>
                <a:ext uri="{FF2B5EF4-FFF2-40B4-BE49-F238E27FC236}">
                  <a16:creationId xmlns:a16="http://schemas.microsoft.com/office/drawing/2014/main" id="{0858E7CC-F7FC-7E85-7871-16CF8A93623F}"/>
                </a:ext>
              </a:extLst>
            </p:cNvPr>
            <p:cNvSpPr/>
            <p:nvPr/>
          </p:nvSpPr>
          <p:spPr>
            <a:xfrm>
              <a:off x="1387603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4" name="Google Shape;3354;p28">
              <a:extLst>
                <a:ext uri="{FF2B5EF4-FFF2-40B4-BE49-F238E27FC236}">
                  <a16:creationId xmlns:a16="http://schemas.microsoft.com/office/drawing/2014/main" id="{F42D24AE-5AEA-3C7D-6247-29C205A9DE06}"/>
                </a:ext>
              </a:extLst>
            </p:cNvPr>
            <p:cNvSpPr/>
            <p:nvPr/>
          </p:nvSpPr>
          <p:spPr>
            <a:xfrm>
              <a:off x="713231" y="815211"/>
              <a:ext cx="222044" cy="220542"/>
            </a:xfrm>
            <a:custGeom>
              <a:avLst/>
              <a:gdLst/>
              <a:ahLst/>
              <a:cxnLst/>
              <a:rect l="l" t="t" r="r" b="b"/>
              <a:pathLst>
                <a:path w="1775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5" name="Google Shape;3355;p28">
              <a:extLst>
                <a:ext uri="{FF2B5EF4-FFF2-40B4-BE49-F238E27FC236}">
                  <a16:creationId xmlns:a16="http://schemas.microsoft.com/office/drawing/2014/main" id="{BDBE2EF7-A490-3B76-D401-1A823DF2CFF4}"/>
                </a:ext>
              </a:extLst>
            </p:cNvPr>
            <p:cNvSpPr/>
            <p:nvPr/>
          </p:nvSpPr>
          <p:spPr>
            <a:xfrm>
              <a:off x="1050229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0702256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8">
          <a:extLst>
            <a:ext uri="{FF2B5EF4-FFF2-40B4-BE49-F238E27FC236}">
              <a16:creationId xmlns:a16="http://schemas.microsoft.com/office/drawing/2014/main" id="{4DDD3AE5-F084-5292-C153-0ABA14F7A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2" name="Google Shape;3232;p27">
            <a:extLst>
              <a:ext uri="{FF2B5EF4-FFF2-40B4-BE49-F238E27FC236}">
                <a16:creationId xmlns:a16="http://schemas.microsoft.com/office/drawing/2014/main" id="{2A4457AD-DEF4-F42E-8B9F-E01617FCC1A3}"/>
              </a:ext>
            </a:extLst>
          </p:cNvPr>
          <p:cNvGrpSpPr/>
          <p:nvPr/>
        </p:nvGrpSpPr>
        <p:grpSpPr>
          <a:xfrm rot="2074261">
            <a:off x="7732826" y="678270"/>
            <a:ext cx="1129918" cy="278457"/>
            <a:chOff x="713231" y="815211"/>
            <a:chExt cx="894914" cy="220542"/>
          </a:xfrm>
        </p:grpSpPr>
        <p:sp>
          <p:nvSpPr>
            <p:cNvPr id="3233" name="Google Shape;3233;p27">
              <a:extLst>
                <a:ext uri="{FF2B5EF4-FFF2-40B4-BE49-F238E27FC236}">
                  <a16:creationId xmlns:a16="http://schemas.microsoft.com/office/drawing/2014/main" id="{2E23064C-D9A9-2F86-1436-A4C1272AEA49}"/>
                </a:ext>
              </a:extLst>
            </p:cNvPr>
            <p:cNvSpPr/>
            <p:nvPr/>
          </p:nvSpPr>
          <p:spPr>
            <a:xfrm>
              <a:off x="1387603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27">
              <a:extLst>
                <a:ext uri="{FF2B5EF4-FFF2-40B4-BE49-F238E27FC236}">
                  <a16:creationId xmlns:a16="http://schemas.microsoft.com/office/drawing/2014/main" id="{D6FCDDA9-EDB5-491E-8370-5E7259978D19}"/>
                </a:ext>
              </a:extLst>
            </p:cNvPr>
            <p:cNvSpPr/>
            <p:nvPr/>
          </p:nvSpPr>
          <p:spPr>
            <a:xfrm>
              <a:off x="713231" y="815211"/>
              <a:ext cx="222044" cy="220542"/>
            </a:xfrm>
            <a:custGeom>
              <a:avLst/>
              <a:gdLst/>
              <a:ahLst/>
              <a:cxnLst/>
              <a:rect l="l" t="t" r="r" b="b"/>
              <a:pathLst>
                <a:path w="1775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27">
              <a:extLst>
                <a:ext uri="{FF2B5EF4-FFF2-40B4-BE49-F238E27FC236}">
                  <a16:creationId xmlns:a16="http://schemas.microsoft.com/office/drawing/2014/main" id="{D8B2F676-F4A4-94F0-F183-2DDFA14D8D20}"/>
                </a:ext>
              </a:extLst>
            </p:cNvPr>
            <p:cNvSpPr/>
            <p:nvPr/>
          </p:nvSpPr>
          <p:spPr>
            <a:xfrm>
              <a:off x="1050229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Google Shape;1595;p62">
            <a:extLst>
              <a:ext uri="{FF2B5EF4-FFF2-40B4-BE49-F238E27FC236}">
                <a16:creationId xmlns:a16="http://schemas.microsoft.com/office/drawing/2014/main" id="{43C19315-7463-8CCC-04AF-86DF150FB6C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49053" y="1484235"/>
            <a:ext cx="8292935" cy="317714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base">
              <a:buSzPct val="75000"/>
            </a:pP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The </a:t>
            </a:r>
            <a:r>
              <a:rPr lang="en-US" sz="2000" b="1" dirty="0">
                <a:solidFill>
                  <a:schemeClr val="accent4"/>
                </a:solidFill>
                <a:latin typeface="Orbitron"/>
                <a:sym typeface="Orbitron"/>
              </a:rPr>
              <a:t>Environment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 is – quite literally – what sets the environment for the game. </a:t>
            </a:r>
          </a:p>
          <a:p>
            <a:pPr fontAlgn="base">
              <a:buSzPct val="75000"/>
            </a:pP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It lets us set things like </a:t>
            </a:r>
            <a:r>
              <a:rPr lang="en-US" sz="2000" b="1" dirty="0">
                <a:solidFill>
                  <a:schemeClr val="accent4"/>
                </a:solidFill>
                <a:latin typeface="Orbitron"/>
                <a:sym typeface="Orbitron"/>
              </a:rPr>
              <a:t>ambient lighting, sky </a:t>
            </a:r>
            <a:r>
              <a:rPr lang="en-US" sz="2000" b="1" dirty="0" err="1">
                <a:solidFill>
                  <a:schemeClr val="accent4"/>
                </a:solidFill>
                <a:latin typeface="Orbitron"/>
                <a:sym typeface="Orbitron"/>
              </a:rPr>
              <a:t>colpurs</a:t>
            </a:r>
            <a:r>
              <a:rPr lang="en-US" sz="2000" b="1" dirty="0">
                <a:solidFill>
                  <a:schemeClr val="accent4"/>
                </a:solidFill>
                <a:latin typeface="Orbitron"/>
                <a:sym typeface="Orbitron"/>
              </a:rPr>
              <a:t> and horizons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, add </a:t>
            </a:r>
            <a:r>
              <a:rPr lang="en-US" sz="2000" b="1" dirty="0" err="1">
                <a:solidFill>
                  <a:schemeClr val="tx1"/>
                </a:solidFill>
                <a:latin typeface="Orbitron"/>
                <a:sym typeface="Orbitron"/>
              </a:rPr>
              <a:t>specifcs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 options like </a:t>
            </a:r>
            <a:r>
              <a:rPr lang="en-US" sz="2000" b="1" dirty="0">
                <a:solidFill>
                  <a:schemeClr val="accent4"/>
                </a:solidFill>
                <a:latin typeface="Orbitron"/>
                <a:sym typeface="Orbitron"/>
              </a:rPr>
              <a:t>fog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 and </a:t>
            </a:r>
            <a:r>
              <a:rPr lang="en-US" sz="2000" b="1" dirty="0">
                <a:solidFill>
                  <a:schemeClr val="accent4"/>
                </a:solidFill>
                <a:latin typeface="Orbitron"/>
                <a:sym typeface="Orbitron"/>
              </a:rPr>
              <a:t>reflections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 and more!</a:t>
            </a:r>
            <a:endParaRPr lang="ar-BH" sz="2000" b="1" dirty="0">
              <a:solidFill>
                <a:schemeClr val="tx1"/>
              </a:solidFill>
              <a:latin typeface="Orbitron"/>
              <a:sym typeface="Orbitron"/>
            </a:endParaRP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98961316-94B8-44A6-F398-253B965E8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044" y="531149"/>
            <a:ext cx="3388014" cy="572700"/>
          </a:xfrm>
        </p:spPr>
        <p:txBody>
          <a:bodyPr/>
          <a:lstStyle/>
          <a:p>
            <a:pPr>
              <a:buClr>
                <a:schemeClr val="accent4"/>
              </a:buClr>
            </a:pPr>
            <a:r>
              <a:rPr lang="en-US" dirty="0">
                <a:solidFill>
                  <a:schemeClr val="accent4"/>
                </a:solidFill>
              </a:rPr>
              <a:t>Environment</a:t>
            </a:r>
          </a:p>
        </p:txBody>
      </p:sp>
    </p:spTree>
    <p:extLst>
      <p:ext uri="{BB962C8B-B14F-4D97-AF65-F5344CB8AC3E}">
        <p14:creationId xmlns:p14="http://schemas.microsoft.com/office/powerpoint/2010/main" val="38387661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8">
          <a:extLst>
            <a:ext uri="{FF2B5EF4-FFF2-40B4-BE49-F238E27FC236}">
              <a16:creationId xmlns:a16="http://schemas.microsoft.com/office/drawing/2014/main" id="{BEBEF3A8-42DF-BFFC-947A-C7AE8CE1E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2" name="Google Shape;3232;p27">
            <a:extLst>
              <a:ext uri="{FF2B5EF4-FFF2-40B4-BE49-F238E27FC236}">
                <a16:creationId xmlns:a16="http://schemas.microsoft.com/office/drawing/2014/main" id="{037E2BFE-6283-40E2-B0D7-0BAA8AF96F4B}"/>
              </a:ext>
            </a:extLst>
          </p:cNvPr>
          <p:cNvGrpSpPr/>
          <p:nvPr/>
        </p:nvGrpSpPr>
        <p:grpSpPr>
          <a:xfrm rot="2074261">
            <a:off x="7732826" y="678270"/>
            <a:ext cx="1129918" cy="278457"/>
            <a:chOff x="713231" y="815211"/>
            <a:chExt cx="894914" cy="220542"/>
          </a:xfrm>
        </p:grpSpPr>
        <p:sp>
          <p:nvSpPr>
            <p:cNvPr id="3233" name="Google Shape;3233;p27">
              <a:extLst>
                <a:ext uri="{FF2B5EF4-FFF2-40B4-BE49-F238E27FC236}">
                  <a16:creationId xmlns:a16="http://schemas.microsoft.com/office/drawing/2014/main" id="{43B42D9D-3FD4-1AB2-95E7-6DDC4E70029A}"/>
                </a:ext>
              </a:extLst>
            </p:cNvPr>
            <p:cNvSpPr/>
            <p:nvPr/>
          </p:nvSpPr>
          <p:spPr>
            <a:xfrm>
              <a:off x="1387603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27">
              <a:extLst>
                <a:ext uri="{FF2B5EF4-FFF2-40B4-BE49-F238E27FC236}">
                  <a16:creationId xmlns:a16="http://schemas.microsoft.com/office/drawing/2014/main" id="{CABDAE5A-CEB5-4E87-C655-D6A4D9BD8281}"/>
                </a:ext>
              </a:extLst>
            </p:cNvPr>
            <p:cNvSpPr/>
            <p:nvPr/>
          </p:nvSpPr>
          <p:spPr>
            <a:xfrm>
              <a:off x="713231" y="815211"/>
              <a:ext cx="222044" cy="220542"/>
            </a:xfrm>
            <a:custGeom>
              <a:avLst/>
              <a:gdLst/>
              <a:ahLst/>
              <a:cxnLst/>
              <a:rect l="l" t="t" r="r" b="b"/>
              <a:pathLst>
                <a:path w="1775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27">
              <a:extLst>
                <a:ext uri="{FF2B5EF4-FFF2-40B4-BE49-F238E27FC236}">
                  <a16:creationId xmlns:a16="http://schemas.microsoft.com/office/drawing/2014/main" id="{76B6C0C2-BACF-3D95-60F2-E2C28484E648}"/>
                </a:ext>
              </a:extLst>
            </p:cNvPr>
            <p:cNvSpPr/>
            <p:nvPr/>
          </p:nvSpPr>
          <p:spPr>
            <a:xfrm>
              <a:off x="1050229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Google Shape;1595;p62">
            <a:extLst>
              <a:ext uri="{FF2B5EF4-FFF2-40B4-BE49-F238E27FC236}">
                <a16:creationId xmlns:a16="http://schemas.microsoft.com/office/drawing/2014/main" id="{2DEFB125-89E0-46BE-A581-E4D94A6E197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49054" y="1484235"/>
            <a:ext cx="5291308" cy="317714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base">
              <a:buSzPct val="75000"/>
            </a:pP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To add an </a:t>
            </a:r>
            <a:r>
              <a:rPr lang="en-US" sz="2000" b="1" dirty="0">
                <a:solidFill>
                  <a:schemeClr val="accent4"/>
                </a:solidFill>
                <a:latin typeface="Orbitron"/>
                <a:sym typeface="Orbitron"/>
              </a:rPr>
              <a:t>environment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: you can click on the 3 dots in the </a:t>
            </a:r>
            <a:r>
              <a:rPr lang="en-US" sz="2000" b="1" dirty="0" err="1">
                <a:solidFill>
                  <a:schemeClr val="tx1"/>
                </a:solidFill>
                <a:latin typeface="Orbitron"/>
                <a:sym typeface="Orbitron"/>
              </a:rPr>
              <a:t>the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 toolbar, or add it manually as a node in your scene.</a:t>
            </a:r>
            <a:endParaRPr lang="ar-BH" sz="2000" b="1" dirty="0">
              <a:solidFill>
                <a:schemeClr val="tx1"/>
              </a:solidFill>
              <a:latin typeface="Orbitron"/>
              <a:sym typeface="Orbitron"/>
            </a:endParaRP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782D6D26-FAA3-4968-C500-A25034C33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044" y="531149"/>
            <a:ext cx="3388014" cy="572700"/>
          </a:xfrm>
        </p:spPr>
        <p:txBody>
          <a:bodyPr/>
          <a:lstStyle/>
          <a:p>
            <a:pPr>
              <a:buClr>
                <a:schemeClr val="accent4"/>
              </a:buClr>
            </a:pPr>
            <a:r>
              <a:rPr lang="en-US" dirty="0">
                <a:solidFill>
                  <a:schemeClr val="tx1"/>
                </a:solidFill>
              </a:rPr>
              <a:t>Environment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6E1DF7-273F-0ACD-4AD2-0B56E8A7A3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0229" y="962255"/>
            <a:ext cx="3101759" cy="3557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9681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8">
          <a:extLst>
            <a:ext uri="{FF2B5EF4-FFF2-40B4-BE49-F238E27FC236}">
              <a16:creationId xmlns:a16="http://schemas.microsoft.com/office/drawing/2014/main" id="{FADC3287-B0D2-AA5A-DCCA-D8C6BACF6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2" name="Google Shape;3232;p27">
            <a:extLst>
              <a:ext uri="{FF2B5EF4-FFF2-40B4-BE49-F238E27FC236}">
                <a16:creationId xmlns:a16="http://schemas.microsoft.com/office/drawing/2014/main" id="{5FB80D08-0AB0-F06D-87A4-F39253973E16}"/>
              </a:ext>
            </a:extLst>
          </p:cNvPr>
          <p:cNvGrpSpPr/>
          <p:nvPr/>
        </p:nvGrpSpPr>
        <p:grpSpPr>
          <a:xfrm rot="2074261">
            <a:off x="7732826" y="678270"/>
            <a:ext cx="1129918" cy="278457"/>
            <a:chOff x="713231" y="815211"/>
            <a:chExt cx="894914" cy="220542"/>
          </a:xfrm>
        </p:grpSpPr>
        <p:sp>
          <p:nvSpPr>
            <p:cNvPr id="3233" name="Google Shape;3233;p27">
              <a:extLst>
                <a:ext uri="{FF2B5EF4-FFF2-40B4-BE49-F238E27FC236}">
                  <a16:creationId xmlns:a16="http://schemas.microsoft.com/office/drawing/2014/main" id="{91B41B55-EA1C-4D60-4BF7-FCD8E7D3F5E9}"/>
                </a:ext>
              </a:extLst>
            </p:cNvPr>
            <p:cNvSpPr/>
            <p:nvPr/>
          </p:nvSpPr>
          <p:spPr>
            <a:xfrm>
              <a:off x="1387603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27">
              <a:extLst>
                <a:ext uri="{FF2B5EF4-FFF2-40B4-BE49-F238E27FC236}">
                  <a16:creationId xmlns:a16="http://schemas.microsoft.com/office/drawing/2014/main" id="{B31365FD-7701-30E9-B70E-1A10783E7933}"/>
                </a:ext>
              </a:extLst>
            </p:cNvPr>
            <p:cNvSpPr/>
            <p:nvPr/>
          </p:nvSpPr>
          <p:spPr>
            <a:xfrm>
              <a:off x="713231" y="815211"/>
              <a:ext cx="222044" cy="220542"/>
            </a:xfrm>
            <a:custGeom>
              <a:avLst/>
              <a:gdLst/>
              <a:ahLst/>
              <a:cxnLst/>
              <a:rect l="l" t="t" r="r" b="b"/>
              <a:pathLst>
                <a:path w="1775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27">
              <a:extLst>
                <a:ext uri="{FF2B5EF4-FFF2-40B4-BE49-F238E27FC236}">
                  <a16:creationId xmlns:a16="http://schemas.microsoft.com/office/drawing/2014/main" id="{128BCF23-6702-E6AA-A248-B3654D10FA98}"/>
                </a:ext>
              </a:extLst>
            </p:cNvPr>
            <p:cNvSpPr/>
            <p:nvPr/>
          </p:nvSpPr>
          <p:spPr>
            <a:xfrm>
              <a:off x="1050229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Google Shape;1595;p62">
            <a:extLst>
              <a:ext uri="{FF2B5EF4-FFF2-40B4-BE49-F238E27FC236}">
                <a16:creationId xmlns:a16="http://schemas.microsoft.com/office/drawing/2014/main" id="{BE2B826B-6886-2C5A-F0FA-1FFB822C2C6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49053" y="1484235"/>
            <a:ext cx="8292935" cy="317714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 fontAlgn="base">
              <a:buSzPct val="75000"/>
              <a:buNone/>
            </a:pP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The Environment node has a lot of settings in the inspector, mainly:</a:t>
            </a:r>
          </a:p>
          <a:p>
            <a:pPr fontAlgn="base">
              <a:buSzPct val="75000"/>
            </a:pPr>
            <a:r>
              <a:rPr lang="en-US" sz="2000" b="1" dirty="0">
                <a:solidFill>
                  <a:schemeClr val="accent4"/>
                </a:solidFill>
                <a:latin typeface="Orbitron"/>
                <a:sym typeface="Orbitron"/>
              </a:rPr>
              <a:t>Background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: Let us choose the background or sky</a:t>
            </a:r>
          </a:p>
          <a:p>
            <a:pPr fontAlgn="base">
              <a:buSzPct val="75000"/>
            </a:pPr>
            <a:r>
              <a:rPr lang="en-US" sz="2000" b="1" dirty="0">
                <a:solidFill>
                  <a:schemeClr val="accent4"/>
                </a:solidFill>
                <a:latin typeface="Orbitron"/>
                <a:sym typeface="Orbitron"/>
              </a:rPr>
              <a:t>Sky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: configure sky settings</a:t>
            </a:r>
          </a:p>
          <a:p>
            <a:pPr fontAlgn="base">
              <a:buSzPct val="75000"/>
            </a:pPr>
            <a:r>
              <a:rPr lang="en-US" sz="2000" b="1" dirty="0">
                <a:solidFill>
                  <a:schemeClr val="accent4"/>
                </a:solidFill>
                <a:latin typeface="Orbitron"/>
                <a:sym typeface="Orbitron"/>
              </a:rPr>
              <a:t>Ambient Lighting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: light that affects all object in scene.</a:t>
            </a:r>
          </a:p>
          <a:p>
            <a:pPr fontAlgn="base">
              <a:buSzPct val="75000"/>
            </a:pPr>
            <a:r>
              <a:rPr lang="en-US" sz="2000" b="1" dirty="0">
                <a:solidFill>
                  <a:schemeClr val="accent4"/>
                </a:solidFill>
                <a:latin typeface="Orbitron"/>
                <a:sym typeface="Orbitron"/>
              </a:rPr>
              <a:t>Reflected Light</a:t>
            </a:r>
          </a:p>
          <a:p>
            <a:pPr fontAlgn="base">
              <a:buSzPct val="75000"/>
            </a:pPr>
            <a:r>
              <a:rPr lang="en-US" sz="2000" b="1" dirty="0" err="1">
                <a:solidFill>
                  <a:schemeClr val="accent4"/>
                </a:solidFill>
                <a:latin typeface="Orbitron"/>
                <a:sym typeface="Orbitron"/>
              </a:rPr>
              <a:t>Tonemap</a:t>
            </a:r>
            <a:endParaRPr lang="en-US" sz="2000" b="1" dirty="0">
              <a:solidFill>
                <a:schemeClr val="accent4"/>
              </a:solidFill>
              <a:latin typeface="Orbitron"/>
              <a:sym typeface="Orbitron"/>
            </a:endParaRPr>
          </a:p>
          <a:p>
            <a:pPr fontAlgn="base">
              <a:buSzPct val="75000"/>
            </a:pPr>
            <a:r>
              <a:rPr lang="en-US" sz="2000" b="1" dirty="0">
                <a:solidFill>
                  <a:schemeClr val="accent4"/>
                </a:solidFill>
                <a:latin typeface="Orbitron"/>
                <a:sym typeface="Orbitron"/>
              </a:rPr>
              <a:t>Fog/Volumetric Fog</a:t>
            </a:r>
          </a:p>
          <a:p>
            <a:pPr fontAlgn="base">
              <a:buSzPct val="75000"/>
            </a:pPr>
            <a:r>
              <a:rPr lang="en-US" sz="2000" b="1" dirty="0">
                <a:solidFill>
                  <a:schemeClr val="accent4"/>
                </a:solidFill>
                <a:latin typeface="Orbitron"/>
                <a:sym typeface="Orbitron"/>
              </a:rPr>
              <a:t>And more</a:t>
            </a:r>
            <a:endParaRPr lang="en-US" sz="2000" b="1" dirty="0">
              <a:solidFill>
                <a:schemeClr val="tx1"/>
              </a:solidFill>
              <a:latin typeface="Orbitron"/>
              <a:sym typeface="Orbitron"/>
            </a:endParaRP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EE97EA5E-DE4E-FA41-8031-2D04AFDC5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044" y="531149"/>
            <a:ext cx="3388014" cy="572700"/>
          </a:xfrm>
        </p:spPr>
        <p:txBody>
          <a:bodyPr/>
          <a:lstStyle/>
          <a:p>
            <a:pPr>
              <a:buClr>
                <a:schemeClr val="accent4"/>
              </a:buClr>
            </a:pPr>
            <a:r>
              <a:rPr lang="en-US" dirty="0">
                <a:solidFill>
                  <a:schemeClr val="tx1"/>
                </a:solidFill>
              </a:rPr>
              <a:t>Environment</a:t>
            </a:r>
          </a:p>
        </p:txBody>
      </p:sp>
    </p:spTree>
    <p:extLst>
      <p:ext uri="{BB962C8B-B14F-4D97-AF65-F5344CB8AC3E}">
        <p14:creationId xmlns:p14="http://schemas.microsoft.com/office/powerpoint/2010/main" val="4544248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8">
          <a:extLst>
            <a:ext uri="{FF2B5EF4-FFF2-40B4-BE49-F238E27FC236}">
              <a16:creationId xmlns:a16="http://schemas.microsoft.com/office/drawing/2014/main" id="{21B41471-CA03-B4D5-0B25-38548AA86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2" name="Google Shape;3232;p27">
            <a:extLst>
              <a:ext uri="{FF2B5EF4-FFF2-40B4-BE49-F238E27FC236}">
                <a16:creationId xmlns:a16="http://schemas.microsoft.com/office/drawing/2014/main" id="{B49908B4-29A0-7AAD-7E09-8F4F9AADE6C9}"/>
              </a:ext>
            </a:extLst>
          </p:cNvPr>
          <p:cNvGrpSpPr/>
          <p:nvPr/>
        </p:nvGrpSpPr>
        <p:grpSpPr>
          <a:xfrm rot="2074261">
            <a:off x="7732826" y="678270"/>
            <a:ext cx="1129918" cy="278457"/>
            <a:chOff x="713231" y="815211"/>
            <a:chExt cx="894914" cy="220542"/>
          </a:xfrm>
        </p:grpSpPr>
        <p:sp>
          <p:nvSpPr>
            <p:cNvPr id="3233" name="Google Shape;3233;p27">
              <a:extLst>
                <a:ext uri="{FF2B5EF4-FFF2-40B4-BE49-F238E27FC236}">
                  <a16:creationId xmlns:a16="http://schemas.microsoft.com/office/drawing/2014/main" id="{27FAC508-1A63-81EE-C8E3-6B0B8637CC2D}"/>
                </a:ext>
              </a:extLst>
            </p:cNvPr>
            <p:cNvSpPr/>
            <p:nvPr/>
          </p:nvSpPr>
          <p:spPr>
            <a:xfrm>
              <a:off x="1387603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27">
              <a:extLst>
                <a:ext uri="{FF2B5EF4-FFF2-40B4-BE49-F238E27FC236}">
                  <a16:creationId xmlns:a16="http://schemas.microsoft.com/office/drawing/2014/main" id="{3DDC4D77-51C4-2EA3-505C-8876758CE3EC}"/>
                </a:ext>
              </a:extLst>
            </p:cNvPr>
            <p:cNvSpPr/>
            <p:nvPr/>
          </p:nvSpPr>
          <p:spPr>
            <a:xfrm>
              <a:off x="713231" y="815211"/>
              <a:ext cx="222044" cy="220542"/>
            </a:xfrm>
            <a:custGeom>
              <a:avLst/>
              <a:gdLst/>
              <a:ahLst/>
              <a:cxnLst/>
              <a:rect l="l" t="t" r="r" b="b"/>
              <a:pathLst>
                <a:path w="1775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27">
              <a:extLst>
                <a:ext uri="{FF2B5EF4-FFF2-40B4-BE49-F238E27FC236}">
                  <a16:creationId xmlns:a16="http://schemas.microsoft.com/office/drawing/2014/main" id="{42B95C7B-65A4-4058-9B8D-3BF9059A7A16}"/>
                </a:ext>
              </a:extLst>
            </p:cNvPr>
            <p:cNvSpPr/>
            <p:nvPr/>
          </p:nvSpPr>
          <p:spPr>
            <a:xfrm>
              <a:off x="1050229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Google Shape;1595;p62">
            <a:extLst>
              <a:ext uri="{FF2B5EF4-FFF2-40B4-BE49-F238E27FC236}">
                <a16:creationId xmlns:a16="http://schemas.microsoft.com/office/drawing/2014/main" id="{79C1F5E1-EFB4-6AD6-7BE4-AD10EBD99C9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49053" y="1484235"/>
            <a:ext cx="8292935" cy="317714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 fontAlgn="base">
              <a:buSzPct val="75000"/>
              <a:buNone/>
            </a:pP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The Environment node has a lot of settings in the inspector, mainly:</a:t>
            </a:r>
          </a:p>
          <a:p>
            <a:pPr fontAlgn="base">
              <a:buSzPct val="75000"/>
            </a:pPr>
            <a:r>
              <a:rPr lang="en-US" sz="2000" b="1" dirty="0">
                <a:solidFill>
                  <a:schemeClr val="accent4"/>
                </a:solidFill>
                <a:latin typeface="Orbitron"/>
                <a:sym typeface="Orbitron"/>
              </a:rPr>
              <a:t>Background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: Let us choose the background or sky</a:t>
            </a:r>
          </a:p>
          <a:p>
            <a:pPr fontAlgn="base">
              <a:buSzPct val="75000"/>
            </a:pPr>
            <a:r>
              <a:rPr lang="en-US" sz="2000" b="1" dirty="0">
                <a:solidFill>
                  <a:schemeClr val="accent4"/>
                </a:solidFill>
                <a:latin typeface="Orbitron"/>
                <a:sym typeface="Orbitron"/>
              </a:rPr>
              <a:t>Sky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: configure sky settings</a:t>
            </a:r>
          </a:p>
          <a:p>
            <a:pPr fontAlgn="base">
              <a:buSzPct val="75000"/>
            </a:pPr>
            <a:r>
              <a:rPr lang="en-US" sz="2000" b="1" dirty="0">
                <a:solidFill>
                  <a:schemeClr val="accent4"/>
                </a:solidFill>
                <a:latin typeface="Orbitron"/>
                <a:sym typeface="Orbitron"/>
              </a:rPr>
              <a:t>Ambient Lighting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: light that affects all object in scene.</a:t>
            </a:r>
          </a:p>
          <a:p>
            <a:pPr fontAlgn="base">
              <a:buSzPct val="75000"/>
            </a:pPr>
            <a:r>
              <a:rPr lang="en-US" sz="2000" b="1" dirty="0">
                <a:solidFill>
                  <a:schemeClr val="accent4"/>
                </a:solidFill>
                <a:latin typeface="Orbitron"/>
                <a:sym typeface="Orbitron"/>
              </a:rPr>
              <a:t>Reflected Light</a:t>
            </a:r>
          </a:p>
          <a:p>
            <a:pPr fontAlgn="base">
              <a:buSzPct val="75000"/>
            </a:pPr>
            <a:r>
              <a:rPr lang="en-US" sz="2000" b="1" dirty="0" err="1">
                <a:solidFill>
                  <a:schemeClr val="accent4"/>
                </a:solidFill>
                <a:latin typeface="Orbitron"/>
                <a:sym typeface="Orbitron"/>
              </a:rPr>
              <a:t>Tonemap</a:t>
            </a:r>
            <a:endParaRPr lang="en-US" sz="2000" b="1" dirty="0">
              <a:solidFill>
                <a:schemeClr val="accent4"/>
              </a:solidFill>
              <a:latin typeface="Orbitron"/>
              <a:sym typeface="Orbitron"/>
            </a:endParaRPr>
          </a:p>
          <a:p>
            <a:pPr fontAlgn="base">
              <a:buSzPct val="75000"/>
            </a:pPr>
            <a:r>
              <a:rPr lang="en-US" sz="2000" b="1" dirty="0">
                <a:solidFill>
                  <a:schemeClr val="accent4"/>
                </a:solidFill>
                <a:latin typeface="Orbitron"/>
                <a:sym typeface="Orbitron"/>
              </a:rPr>
              <a:t>Fog/Volumetric Fog</a:t>
            </a:r>
          </a:p>
          <a:p>
            <a:pPr fontAlgn="base">
              <a:buSzPct val="75000"/>
            </a:pPr>
            <a:r>
              <a:rPr lang="en-US" sz="2000" b="1" dirty="0">
                <a:solidFill>
                  <a:schemeClr val="accent4"/>
                </a:solidFill>
                <a:latin typeface="Orbitron"/>
                <a:sym typeface="Orbitron"/>
              </a:rPr>
              <a:t>And more</a:t>
            </a:r>
            <a:endParaRPr lang="en-US" sz="2000" b="1" dirty="0">
              <a:solidFill>
                <a:schemeClr val="tx1"/>
              </a:solidFill>
              <a:latin typeface="Orbitron"/>
              <a:sym typeface="Orbitron"/>
            </a:endParaRP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3D299E6A-C01C-5AB8-4DDB-04D655C24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044" y="531149"/>
            <a:ext cx="3388014" cy="572700"/>
          </a:xfrm>
        </p:spPr>
        <p:txBody>
          <a:bodyPr/>
          <a:lstStyle/>
          <a:p>
            <a:pPr>
              <a:buClr>
                <a:schemeClr val="accent4"/>
              </a:buClr>
            </a:pPr>
            <a:r>
              <a:rPr lang="en-US" dirty="0">
                <a:solidFill>
                  <a:schemeClr val="tx1"/>
                </a:solidFill>
              </a:rPr>
              <a:t>Environment</a:t>
            </a:r>
          </a:p>
        </p:txBody>
      </p:sp>
    </p:spTree>
    <p:extLst>
      <p:ext uri="{BB962C8B-B14F-4D97-AF65-F5344CB8AC3E}">
        <p14:creationId xmlns:p14="http://schemas.microsoft.com/office/powerpoint/2010/main" val="13526454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8">
          <a:extLst>
            <a:ext uri="{FF2B5EF4-FFF2-40B4-BE49-F238E27FC236}">
              <a16:creationId xmlns:a16="http://schemas.microsoft.com/office/drawing/2014/main" id="{1E842BFB-A8A9-9005-9E68-BCC3F38A5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2" name="Google Shape;3232;p27">
            <a:extLst>
              <a:ext uri="{FF2B5EF4-FFF2-40B4-BE49-F238E27FC236}">
                <a16:creationId xmlns:a16="http://schemas.microsoft.com/office/drawing/2014/main" id="{F0B2F145-0BAE-AFB1-4F4C-A44302BFD316}"/>
              </a:ext>
            </a:extLst>
          </p:cNvPr>
          <p:cNvGrpSpPr/>
          <p:nvPr/>
        </p:nvGrpSpPr>
        <p:grpSpPr>
          <a:xfrm rot="2074261">
            <a:off x="7732826" y="678270"/>
            <a:ext cx="1129918" cy="278457"/>
            <a:chOff x="713231" y="815211"/>
            <a:chExt cx="894914" cy="220542"/>
          </a:xfrm>
        </p:grpSpPr>
        <p:sp>
          <p:nvSpPr>
            <p:cNvPr id="3233" name="Google Shape;3233;p27">
              <a:extLst>
                <a:ext uri="{FF2B5EF4-FFF2-40B4-BE49-F238E27FC236}">
                  <a16:creationId xmlns:a16="http://schemas.microsoft.com/office/drawing/2014/main" id="{9D6F0C68-54B6-2AFB-E428-00AD0C5BC2DD}"/>
                </a:ext>
              </a:extLst>
            </p:cNvPr>
            <p:cNvSpPr/>
            <p:nvPr/>
          </p:nvSpPr>
          <p:spPr>
            <a:xfrm>
              <a:off x="1387603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27">
              <a:extLst>
                <a:ext uri="{FF2B5EF4-FFF2-40B4-BE49-F238E27FC236}">
                  <a16:creationId xmlns:a16="http://schemas.microsoft.com/office/drawing/2014/main" id="{D923B4F6-B8BF-CABA-030C-631210678C04}"/>
                </a:ext>
              </a:extLst>
            </p:cNvPr>
            <p:cNvSpPr/>
            <p:nvPr/>
          </p:nvSpPr>
          <p:spPr>
            <a:xfrm>
              <a:off x="713231" y="815211"/>
              <a:ext cx="222044" cy="220542"/>
            </a:xfrm>
            <a:custGeom>
              <a:avLst/>
              <a:gdLst/>
              <a:ahLst/>
              <a:cxnLst/>
              <a:rect l="l" t="t" r="r" b="b"/>
              <a:pathLst>
                <a:path w="1775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27">
              <a:extLst>
                <a:ext uri="{FF2B5EF4-FFF2-40B4-BE49-F238E27FC236}">
                  <a16:creationId xmlns:a16="http://schemas.microsoft.com/office/drawing/2014/main" id="{C5ED2A5A-B992-8C11-937F-FB5B6D551E96}"/>
                </a:ext>
              </a:extLst>
            </p:cNvPr>
            <p:cNvSpPr/>
            <p:nvPr/>
          </p:nvSpPr>
          <p:spPr>
            <a:xfrm>
              <a:off x="1050229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Google Shape;1595;p62">
            <a:extLst>
              <a:ext uri="{FF2B5EF4-FFF2-40B4-BE49-F238E27FC236}">
                <a16:creationId xmlns:a16="http://schemas.microsoft.com/office/drawing/2014/main" id="{90DFA7CA-243E-9467-B9BD-F99C5903084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49053" y="1484235"/>
            <a:ext cx="8292935" cy="317714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 fontAlgn="base">
              <a:buSzPct val="75000"/>
              <a:buNone/>
            </a:pP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There are 3 types of sky resources:</a:t>
            </a:r>
          </a:p>
          <a:p>
            <a:pPr fontAlgn="base">
              <a:buSzPct val="75000"/>
            </a:pPr>
            <a:r>
              <a:rPr lang="en-US" sz="2000" b="1" dirty="0" err="1">
                <a:solidFill>
                  <a:schemeClr val="accent4"/>
                </a:solidFill>
                <a:latin typeface="Orbitron"/>
                <a:sym typeface="Orbitron"/>
              </a:rPr>
              <a:t>PanoramaSkyMaterial</a:t>
            </a:r>
            <a:endParaRPr lang="en-US" sz="2000" b="1" dirty="0">
              <a:solidFill>
                <a:schemeClr val="accent4"/>
              </a:solidFill>
              <a:latin typeface="Orbitron"/>
              <a:sym typeface="Orbitron"/>
            </a:endParaRPr>
          </a:p>
          <a:p>
            <a:pPr fontAlgn="base">
              <a:buSzPct val="75000"/>
            </a:pPr>
            <a:r>
              <a:rPr lang="en-US" sz="2000" b="1" dirty="0" err="1">
                <a:solidFill>
                  <a:schemeClr val="accent4"/>
                </a:solidFill>
                <a:latin typeface="Orbitron"/>
                <a:sym typeface="Orbitron"/>
              </a:rPr>
              <a:t>ProceduralSkyMaterial</a:t>
            </a:r>
            <a:endParaRPr lang="en-US" sz="2000" b="1" dirty="0">
              <a:solidFill>
                <a:schemeClr val="accent4"/>
              </a:solidFill>
              <a:latin typeface="Orbitron"/>
              <a:sym typeface="Orbitron"/>
            </a:endParaRPr>
          </a:p>
          <a:p>
            <a:pPr fontAlgn="base">
              <a:buSzPct val="75000"/>
            </a:pPr>
            <a:r>
              <a:rPr lang="en-US" sz="2000" b="1" dirty="0" err="1">
                <a:solidFill>
                  <a:schemeClr val="accent4"/>
                </a:solidFill>
                <a:latin typeface="Orbitron"/>
                <a:sym typeface="Orbitron"/>
              </a:rPr>
              <a:t>PhysicalSkyMaterial</a:t>
            </a:r>
            <a:endParaRPr lang="en-US" sz="2000" b="1" dirty="0">
              <a:solidFill>
                <a:schemeClr val="accent4"/>
              </a:solidFill>
              <a:latin typeface="Orbitron"/>
              <a:sym typeface="Orbitron"/>
            </a:endParaRPr>
          </a:p>
          <a:p>
            <a:pPr fontAlgn="base">
              <a:buSzPct val="75000"/>
            </a:pPr>
            <a:endParaRPr lang="en-US" sz="2000" b="1" dirty="0">
              <a:solidFill>
                <a:schemeClr val="tx1"/>
              </a:solidFill>
              <a:latin typeface="Orbitron"/>
              <a:sym typeface="Orbitron"/>
            </a:endParaRPr>
          </a:p>
          <a:p>
            <a:pPr marL="152400" indent="0" fontAlgn="base">
              <a:buSzPct val="75000"/>
              <a:buNone/>
            </a:pPr>
            <a:r>
              <a:rPr lang="en-US" sz="2000" b="1" dirty="0" err="1">
                <a:solidFill>
                  <a:schemeClr val="accent4"/>
                </a:solidFill>
                <a:latin typeface="Orbitron"/>
                <a:sym typeface="Orbitron"/>
              </a:rPr>
              <a:t>PanoramaSkyMaterial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 lets us use a texture to fill out the skybox with.</a:t>
            </a:r>
          </a:p>
          <a:p>
            <a:pPr marL="152400" indent="0" fontAlgn="base">
              <a:buSzPct val="75000"/>
              <a:buNone/>
            </a:pPr>
            <a:endParaRPr lang="en-US" sz="2000" b="1" dirty="0">
              <a:solidFill>
                <a:schemeClr val="tx1"/>
              </a:solidFill>
              <a:latin typeface="Orbitron"/>
              <a:sym typeface="Orbitron"/>
            </a:endParaRPr>
          </a:p>
          <a:p>
            <a:pPr marL="152400" indent="0" fontAlgn="base">
              <a:buSzPct val="75000"/>
              <a:buNone/>
            </a:pPr>
            <a:r>
              <a:rPr lang="en-US" sz="2000" b="1" dirty="0" err="1">
                <a:solidFill>
                  <a:schemeClr val="accent4"/>
                </a:solidFill>
                <a:latin typeface="Orbitron"/>
                <a:sym typeface="Orbitron"/>
              </a:rPr>
              <a:t>ProceduralSkyMaterial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 lets us set a lot of details ourselves for the skybox.</a:t>
            </a:r>
          </a:p>
          <a:p>
            <a:pPr fontAlgn="base">
              <a:buSzPct val="75000"/>
            </a:pPr>
            <a:endParaRPr lang="en-US" sz="2000" b="1" dirty="0">
              <a:solidFill>
                <a:schemeClr val="tx1"/>
              </a:solidFill>
              <a:latin typeface="Orbitron"/>
              <a:sym typeface="Orbitron"/>
            </a:endParaRP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02D48F87-2824-B871-493A-5E5CB5B19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044" y="531149"/>
            <a:ext cx="3388014" cy="572700"/>
          </a:xfrm>
        </p:spPr>
        <p:txBody>
          <a:bodyPr/>
          <a:lstStyle/>
          <a:p>
            <a:pPr>
              <a:buClr>
                <a:schemeClr val="accent4"/>
              </a:buClr>
            </a:pPr>
            <a:r>
              <a:rPr lang="en-US" dirty="0">
                <a:solidFill>
                  <a:schemeClr val="tx1"/>
                </a:solidFill>
              </a:rPr>
              <a:t>Environment</a:t>
            </a:r>
          </a:p>
        </p:txBody>
      </p:sp>
    </p:spTree>
    <p:extLst>
      <p:ext uri="{BB962C8B-B14F-4D97-AF65-F5344CB8AC3E}">
        <p14:creationId xmlns:p14="http://schemas.microsoft.com/office/powerpoint/2010/main" val="16055637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8">
          <a:extLst>
            <a:ext uri="{FF2B5EF4-FFF2-40B4-BE49-F238E27FC236}">
              <a16:creationId xmlns:a16="http://schemas.microsoft.com/office/drawing/2014/main" id="{AC76399F-CF44-0CD9-0803-BFE10AA60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2" name="Google Shape;3232;p27">
            <a:extLst>
              <a:ext uri="{FF2B5EF4-FFF2-40B4-BE49-F238E27FC236}">
                <a16:creationId xmlns:a16="http://schemas.microsoft.com/office/drawing/2014/main" id="{13125212-4B23-700B-26E2-534F25E55328}"/>
              </a:ext>
            </a:extLst>
          </p:cNvPr>
          <p:cNvGrpSpPr/>
          <p:nvPr/>
        </p:nvGrpSpPr>
        <p:grpSpPr>
          <a:xfrm rot="2074261">
            <a:off x="7732826" y="678270"/>
            <a:ext cx="1129918" cy="278457"/>
            <a:chOff x="713231" y="815211"/>
            <a:chExt cx="894914" cy="220542"/>
          </a:xfrm>
        </p:grpSpPr>
        <p:sp>
          <p:nvSpPr>
            <p:cNvPr id="3233" name="Google Shape;3233;p27">
              <a:extLst>
                <a:ext uri="{FF2B5EF4-FFF2-40B4-BE49-F238E27FC236}">
                  <a16:creationId xmlns:a16="http://schemas.microsoft.com/office/drawing/2014/main" id="{C57A93B3-D441-B54D-49C3-9973E309D2DC}"/>
                </a:ext>
              </a:extLst>
            </p:cNvPr>
            <p:cNvSpPr/>
            <p:nvPr/>
          </p:nvSpPr>
          <p:spPr>
            <a:xfrm>
              <a:off x="1387603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27">
              <a:extLst>
                <a:ext uri="{FF2B5EF4-FFF2-40B4-BE49-F238E27FC236}">
                  <a16:creationId xmlns:a16="http://schemas.microsoft.com/office/drawing/2014/main" id="{DB917100-6648-026D-23ED-703B11879C64}"/>
                </a:ext>
              </a:extLst>
            </p:cNvPr>
            <p:cNvSpPr/>
            <p:nvPr/>
          </p:nvSpPr>
          <p:spPr>
            <a:xfrm>
              <a:off x="713231" y="815211"/>
              <a:ext cx="222044" cy="220542"/>
            </a:xfrm>
            <a:custGeom>
              <a:avLst/>
              <a:gdLst/>
              <a:ahLst/>
              <a:cxnLst/>
              <a:rect l="l" t="t" r="r" b="b"/>
              <a:pathLst>
                <a:path w="1775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27">
              <a:extLst>
                <a:ext uri="{FF2B5EF4-FFF2-40B4-BE49-F238E27FC236}">
                  <a16:creationId xmlns:a16="http://schemas.microsoft.com/office/drawing/2014/main" id="{1F3C3AB7-2545-985A-B6C9-A53A401AF23F}"/>
                </a:ext>
              </a:extLst>
            </p:cNvPr>
            <p:cNvSpPr/>
            <p:nvPr/>
          </p:nvSpPr>
          <p:spPr>
            <a:xfrm>
              <a:off x="1050229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Google Shape;1595;p62">
            <a:extLst>
              <a:ext uri="{FF2B5EF4-FFF2-40B4-BE49-F238E27FC236}">
                <a16:creationId xmlns:a16="http://schemas.microsoft.com/office/drawing/2014/main" id="{B49B0317-9FA0-3F3E-DC7D-0B009A72324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49053" y="1484235"/>
            <a:ext cx="8292935" cy="317714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 fontAlgn="base">
              <a:buSzPct val="75000"/>
              <a:buNone/>
            </a:pP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In 3D there are 3 main light sources:</a:t>
            </a:r>
          </a:p>
          <a:p>
            <a:pPr fontAlgn="base">
              <a:buSzPct val="75000"/>
            </a:pPr>
            <a:r>
              <a:rPr lang="en-US" sz="2000" b="1" dirty="0">
                <a:solidFill>
                  <a:schemeClr val="accent4"/>
                </a:solidFill>
                <a:latin typeface="Orbitron"/>
                <a:sym typeface="Orbitron"/>
              </a:rPr>
              <a:t>DirectionalLight3D</a:t>
            </a:r>
          </a:p>
          <a:p>
            <a:pPr fontAlgn="base">
              <a:buSzPct val="75000"/>
            </a:pPr>
            <a:r>
              <a:rPr lang="en-US" sz="2000" b="1" dirty="0">
                <a:solidFill>
                  <a:schemeClr val="accent4"/>
                </a:solidFill>
                <a:latin typeface="Orbitron"/>
                <a:sym typeface="Orbitron"/>
              </a:rPr>
              <a:t>OmniLight3D</a:t>
            </a:r>
          </a:p>
          <a:p>
            <a:pPr fontAlgn="base">
              <a:buSzPct val="75000"/>
            </a:pPr>
            <a:r>
              <a:rPr lang="en-US" sz="2000" b="1" dirty="0">
                <a:solidFill>
                  <a:schemeClr val="accent4"/>
                </a:solidFill>
                <a:latin typeface="Orbitron"/>
                <a:sym typeface="Orbitron"/>
              </a:rPr>
              <a:t>SpotLight3D</a:t>
            </a: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F718B838-5179-1793-8D36-513A1D9B1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044" y="531149"/>
            <a:ext cx="3388014" cy="572700"/>
          </a:xfrm>
        </p:spPr>
        <p:txBody>
          <a:bodyPr/>
          <a:lstStyle/>
          <a:p>
            <a:pPr>
              <a:buClr>
                <a:schemeClr val="accent4"/>
              </a:buClr>
            </a:pPr>
            <a:r>
              <a:rPr lang="en-US" dirty="0">
                <a:solidFill>
                  <a:schemeClr val="tx1"/>
                </a:solidFill>
              </a:rPr>
              <a:t>Lighting</a:t>
            </a:r>
          </a:p>
        </p:txBody>
      </p:sp>
    </p:spTree>
    <p:extLst>
      <p:ext uri="{BB962C8B-B14F-4D97-AF65-F5344CB8AC3E}">
        <p14:creationId xmlns:p14="http://schemas.microsoft.com/office/powerpoint/2010/main" val="41287693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1">
          <a:extLst>
            <a:ext uri="{FF2B5EF4-FFF2-40B4-BE49-F238E27FC236}">
              <a16:creationId xmlns:a16="http://schemas.microsoft.com/office/drawing/2014/main" id="{B4EB360D-D8AD-129B-7065-B6F80B15C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2" name="Google Shape;4202;p43">
            <a:extLst>
              <a:ext uri="{FF2B5EF4-FFF2-40B4-BE49-F238E27FC236}">
                <a16:creationId xmlns:a16="http://schemas.microsoft.com/office/drawing/2014/main" id="{BFCD3744-D66C-5A5D-A83E-C99D2BD613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12642" y="1298843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Thanks</a:t>
            </a:r>
            <a:r>
              <a:rPr lang="en" dirty="0">
                <a:solidFill>
                  <a:schemeClr val="accent4"/>
                </a:solidFill>
              </a:rPr>
              <a:t>!</a:t>
            </a:r>
            <a:endParaRPr dirty="0">
              <a:solidFill>
                <a:schemeClr val="accent4"/>
              </a:solidFill>
            </a:endParaRPr>
          </a:p>
        </p:txBody>
      </p:sp>
      <p:grpSp>
        <p:nvGrpSpPr>
          <p:cNvPr id="4221" name="Google Shape;4221;p43">
            <a:extLst>
              <a:ext uri="{FF2B5EF4-FFF2-40B4-BE49-F238E27FC236}">
                <a16:creationId xmlns:a16="http://schemas.microsoft.com/office/drawing/2014/main" id="{40E03948-7693-9B4D-38C5-8C051862B4A2}"/>
              </a:ext>
            </a:extLst>
          </p:cNvPr>
          <p:cNvGrpSpPr/>
          <p:nvPr/>
        </p:nvGrpSpPr>
        <p:grpSpPr>
          <a:xfrm>
            <a:off x="810016" y="2571750"/>
            <a:ext cx="1308365" cy="1070069"/>
            <a:chOff x="3294431" y="3820626"/>
            <a:chExt cx="757594" cy="619576"/>
          </a:xfrm>
        </p:grpSpPr>
        <p:sp>
          <p:nvSpPr>
            <p:cNvPr id="4222" name="Google Shape;4222;p43">
              <a:extLst>
                <a:ext uri="{FF2B5EF4-FFF2-40B4-BE49-F238E27FC236}">
                  <a16:creationId xmlns:a16="http://schemas.microsoft.com/office/drawing/2014/main" id="{3000BB54-7F30-C978-556D-FCABF2D9587C}"/>
                </a:ext>
              </a:extLst>
            </p:cNvPr>
            <p:cNvSpPr/>
            <p:nvPr/>
          </p:nvSpPr>
          <p:spPr>
            <a:xfrm>
              <a:off x="3588834" y="3820626"/>
              <a:ext cx="171817" cy="95578"/>
            </a:xfrm>
            <a:custGeom>
              <a:avLst/>
              <a:gdLst/>
              <a:ahLst/>
              <a:cxnLst/>
              <a:rect l="l" t="t" r="r" b="b"/>
              <a:pathLst>
                <a:path w="2150" h="1196" extrusionOk="0">
                  <a:moveTo>
                    <a:pt x="1749" y="0"/>
                  </a:moveTo>
                  <a:cubicBezTo>
                    <a:pt x="1705" y="0"/>
                    <a:pt x="1661" y="9"/>
                    <a:pt x="1618" y="27"/>
                  </a:cubicBezTo>
                  <a:lnTo>
                    <a:pt x="295" y="492"/>
                  </a:lnTo>
                  <a:cubicBezTo>
                    <a:pt x="109" y="559"/>
                    <a:pt x="0" y="761"/>
                    <a:pt x="68" y="947"/>
                  </a:cubicBezTo>
                  <a:cubicBezTo>
                    <a:pt x="120" y="1105"/>
                    <a:pt x="263" y="1196"/>
                    <a:pt x="412" y="1196"/>
                  </a:cubicBezTo>
                  <a:cubicBezTo>
                    <a:pt x="453" y="1196"/>
                    <a:pt x="495" y="1189"/>
                    <a:pt x="535" y="1174"/>
                  </a:cubicBezTo>
                  <a:lnTo>
                    <a:pt x="1858" y="707"/>
                  </a:lnTo>
                  <a:cubicBezTo>
                    <a:pt x="2044" y="639"/>
                    <a:pt x="2150" y="428"/>
                    <a:pt x="2083" y="239"/>
                  </a:cubicBezTo>
                  <a:cubicBezTo>
                    <a:pt x="2033" y="96"/>
                    <a:pt x="1895" y="0"/>
                    <a:pt x="1749" y="0"/>
                  </a:cubicBezTo>
                  <a:close/>
                </a:path>
              </a:pathLst>
            </a:custGeom>
            <a:solidFill>
              <a:srgbClr val="00A1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3" name="Google Shape;4223;p43">
              <a:extLst>
                <a:ext uri="{FF2B5EF4-FFF2-40B4-BE49-F238E27FC236}">
                  <a16:creationId xmlns:a16="http://schemas.microsoft.com/office/drawing/2014/main" id="{869C184A-D9D6-E360-5850-47D02B62CB63}"/>
                </a:ext>
              </a:extLst>
            </p:cNvPr>
            <p:cNvSpPr/>
            <p:nvPr/>
          </p:nvSpPr>
          <p:spPr>
            <a:xfrm>
              <a:off x="3360759" y="3901019"/>
              <a:ext cx="171817" cy="96138"/>
            </a:xfrm>
            <a:custGeom>
              <a:avLst/>
              <a:gdLst/>
              <a:ahLst/>
              <a:cxnLst/>
              <a:rect l="l" t="t" r="r" b="b"/>
              <a:pathLst>
                <a:path w="2150" h="1203" extrusionOk="0">
                  <a:moveTo>
                    <a:pt x="1730" y="1"/>
                  </a:moveTo>
                  <a:cubicBezTo>
                    <a:pt x="1691" y="1"/>
                    <a:pt x="1652" y="7"/>
                    <a:pt x="1615" y="21"/>
                  </a:cubicBezTo>
                  <a:lnTo>
                    <a:pt x="292" y="501"/>
                  </a:lnTo>
                  <a:cubicBezTo>
                    <a:pt x="106" y="569"/>
                    <a:pt x="0" y="767"/>
                    <a:pt x="67" y="956"/>
                  </a:cubicBezTo>
                  <a:cubicBezTo>
                    <a:pt x="119" y="1105"/>
                    <a:pt x="267" y="1203"/>
                    <a:pt x="419" y="1203"/>
                  </a:cubicBezTo>
                  <a:cubicBezTo>
                    <a:pt x="457" y="1203"/>
                    <a:pt x="495" y="1197"/>
                    <a:pt x="532" y="1184"/>
                  </a:cubicBezTo>
                  <a:lnTo>
                    <a:pt x="1855" y="716"/>
                  </a:lnTo>
                  <a:cubicBezTo>
                    <a:pt x="2041" y="649"/>
                    <a:pt x="2150" y="434"/>
                    <a:pt x="2082" y="248"/>
                  </a:cubicBezTo>
                  <a:cubicBezTo>
                    <a:pt x="2029" y="100"/>
                    <a:pt x="1881" y="1"/>
                    <a:pt x="1730" y="1"/>
                  </a:cubicBezTo>
                  <a:close/>
                </a:path>
              </a:pathLst>
            </a:custGeom>
            <a:solidFill>
              <a:srgbClr val="00A1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4" name="Google Shape;4224;p43">
              <a:extLst>
                <a:ext uri="{FF2B5EF4-FFF2-40B4-BE49-F238E27FC236}">
                  <a16:creationId xmlns:a16="http://schemas.microsoft.com/office/drawing/2014/main" id="{054A31E0-3A38-4C60-2BE2-035D236E3194}"/>
                </a:ext>
              </a:extLst>
            </p:cNvPr>
            <p:cNvSpPr/>
            <p:nvPr/>
          </p:nvSpPr>
          <p:spPr>
            <a:xfrm>
              <a:off x="3294431" y="3831255"/>
              <a:ext cx="757594" cy="608872"/>
            </a:xfrm>
            <a:custGeom>
              <a:avLst/>
              <a:gdLst/>
              <a:ahLst/>
              <a:cxnLst/>
              <a:rect l="l" t="t" r="r" b="b"/>
              <a:pathLst>
                <a:path w="9480" h="7619" extrusionOk="0">
                  <a:moveTo>
                    <a:pt x="5980" y="0"/>
                  </a:moveTo>
                  <a:cubicBezTo>
                    <a:pt x="5802" y="0"/>
                    <a:pt x="5622" y="30"/>
                    <a:pt x="5446" y="93"/>
                  </a:cubicBezTo>
                  <a:lnTo>
                    <a:pt x="3284" y="855"/>
                  </a:lnTo>
                  <a:lnTo>
                    <a:pt x="1122" y="1628"/>
                  </a:lnTo>
                  <a:cubicBezTo>
                    <a:pt x="430" y="1868"/>
                    <a:pt x="0" y="2576"/>
                    <a:pt x="96" y="3309"/>
                  </a:cubicBezTo>
                  <a:lnTo>
                    <a:pt x="561" y="6875"/>
                  </a:lnTo>
                  <a:cubicBezTo>
                    <a:pt x="626" y="7307"/>
                    <a:pt x="1000" y="7619"/>
                    <a:pt x="1418" y="7619"/>
                  </a:cubicBezTo>
                  <a:cubicBezTo>
                    <a:pt x="1515" y="7619"/>
                    <a:pt x="1613" y="7602"/>
                    <a:pt x="1711" y="7567"/>
                  </a:cubicBezTo>
                  <a:lnTo>
                    <a:pt x="1724" y="7567"/>
                  </a:lnTo>
                  <a:cubicBezTo>
                    <a:pt x="1977" y="7474"/>
                    <a:pt x="2179" y="7275"/>
                    <a:pt x="2259" y="7006"/>
                  </a:cubicBezTo>
                  <a:lnTo>
                    <a:pt x="3098" y="4379"/>
                  </a:lnTo>
                  <a:lnTo>
                    <a:pt x="4380" y="3924"/>
                  </a:lnTo>
                  <a:lnTo>
                    <a:pt x="5648" y="3470"/>
                  </a:lnTo>
                  <a:lnTo>
                    <a:pt x="7971" y="4991"/>
                  </a:lnTo>
                  <a:cubicBezTo>
                    <a:pt x="8110" y="5081"/>
                    <a:pt x="8267" y="5126"/>
                    <a:pt x="8427" y="5126"/>
                  </a:cubicBezTo>
                  <a:cubicBezTo>
                    <a:pt x="8529" y="5126"/>
                    <a:pt x="8631" y="5108"/>
                    <a:pt x="8730" y="5071"/>
                  </a:cubicBezTo>
                  <a:lnTo>
                    <a:pt x="8746" y="5071"/>
                  </a:lnTo>
                  <a:cubicBezTo>
                    <a:pt x="9265" y="4886"/>
                    <a:pt x="9480" y="4270"/>
                    <a:pt x="9198" y="3803"/>
                  </a:cubicBezTo>
                  <a:lnTo>
                    <a:pt x="7317" y="747"/>
                  </a:lnTo>
                  <a:cubicBezTo>
                    <a:pt x="7026" y="275"/>
                    <a:pt x="6516" y="0"/>
                    <a:pt x="5980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1000">
                  <a:schemeClr val="accent1"/>
                </a:gs>
                <a:gs pos="47000">
                  <a:schemeClr val="accent3"/>
                </a:gs>
                <a:gs pos="74000">
                  <a:schemeClr val="accent1"/>
                </a:gs>
                <a:gs pos="100000">
                  <a:schemeClr val="accent3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5" name="Google Shape;4225;p43">
              <a:extLst>
                <a:ext uri="{FF2B5EF4-FFF2-40B4-BE49-F238E27FC236}">
                  <a16:creationId xmlns:a16="http://schemas.microsoft.com/office/drawing/2014/main" id="{A3A42ABC-631C-4AAA-72CF-4E031E6EA4DA}"/>
                </a:ext>
              </a:extLst>
            </p:cNvPr>
            <p:cNvSpPr/>
            <p:nvPr/>
          </p:nvSpPr>
          <p:spPr>
            <a:xfrm>
              <a:off x="3806439" y="3959277"/>
              <a:ext cx="55621" cy="49068"/>
            </a:xfrm>
            <a:custGeom>
              <a:avLst/>
              <a:gdLst/>
              <a:ahLst/>
              <a:cxnLst/>
              <a:rect l="l" t="t" r="r" b="b"/>
              <a:pathLst>
                <a:path w="696" h="614" extrusionOk="0">
                  <a:moveTo>
                    <a:pt x="352" y="0"/>
                  </a:moveTo>
                  <a:cubicBezTo>
                    <a:pt x="285" y="0"/>
                    <a:pt x="217" y="22"/>
                    <a:pt x="161" y="67"/>
                  </a:cubicBezTo>
                  <a:cubicBezTo>
                    <a:pt x="29" y="160"/>
                    <a:pt x="0" y="359"/>
                    <a:pt x="109" y="493"/>
                  </a:cubicBezTo>
                  <a:cubicBezTo>
                    <a:pt x="171" y="572"/>
                    <a:pt x="260" y="613"/>
                    <a:pt x="350" y="613"/>
                  </a:cubicBezTo>
                  <a:cubicBezTo>
                    <a:pt x="414" y="613"/>
                    <a:pt x="479" y="592"/>
                    <a:pt x="535" y="548"/>
                  </a:cubicBezTo>
                  <a:cubicBezTo>
                    <a:pt x="670" y="455"/>
                    <a:pt x="696" y="253"/>
                    <a:pt x="603" y="118"/>
                  </a:cubicBezTo>
                  <a:cubicBezTo>
                    <a:pt x="541" y="42"/>
                    <a:pt x="447" y="0"/>
                    <a:pt x="352" y="0"/>
                  </a:cubicBezTo>
                  <a:close/>
                </a:path>
              </a:pathLst>
            </a:custGeom>
            <a:gradFill>
              <a:gsLst>
                <a:gs pos="0">
                  <a:srgbClr val="385DAB"/>
                </a:gs>
                <a:gs pos="100000">
                  <a:srgbClr val="1C2945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6" name="Google Shape;4226;p43">
              <a:extLst>
                <a:ext uri="{FF2B5EF4-FFF2-40B4-BE49-F238E27FC236}">
                  <a16:creationId xmlns:a16="http://schemas.microsoft.com/office/drawing/2014/main" id="{33C265BF-A0BA-C412-1999-B7E28E648EB9}"/>
                </a:ext>
              </a:extLst>
            </p:cNvPr>
            <p:cNvSpPr/>
            <p:nvPr/>
          </p:nvSpPr>
          <p:spPr>
            <a:xfrm>
              <a:off x="3744746" y="3961434"/>
              <a:ext cx="55381" cy="49148"/>
            </a:xfrm>
            <a:custGeom>
              <a:avLst/>
              <a:gdLst/>
              <a:ahLst/>
              <a:cxnLst/>
              <a:rect l="l" t="t" r="r" b="b"/>
              <a:pathLst>
                <a:path w="693" h="615" extrusionOk="0">
                  <a:moveTo>
                    <a:pt x="345" y="0"/>
                  </a:moveTo>
                  <a:cubicBezTo>
                    <a:pt x="280" y="0"/>
                    <a:pt x="215" y="22"/>
                    <a:pt x="161" y="66"/>
                  </a:cubicBezTo>
                  <a:cubicBezTo>
                    <a:pt x="13" y="172"/>
                    <a:pt x="0" y="361"/>
                    <a:pt x="93" y="492"/>
                  </a:cubicBezTo>
                  <a:cubicBezTo>
                    <a:pt x="157" y="573"/>
                    <a:pt x="251" y="614"/>
                    <a:pt x="347" y="614"/>
                  </a:cubicBezTo>
                  <a:cubicBezTo>
                    <a:pt x="410" y="614"/>
                    <a:pt x="475" y="596"/>
                    <a:pt x="532" y="559"/>
                  </a:cubicBezTo>
                  <a:cubicBezTo>
                    <a:pt x="667" y="453"/>
                    <a:pt x="692" y="252"/>
                    <a:pt x="587" y="120"/>
                  </a:cubicBezTo>
                  <a:cubicBezTo>
                    <a:pt x="525" y="42"/>
                    <a:pt x="435" y="0"/>
                    <a:pt x="345" y="0"/>
                  </a:cubicBezTo>
                  <a:close/>
                </a:path>
              </a:pathLst>
            </a:custGeom>
            <a:gradFill>
              <a:gsLst>
                <a:gs pos="0">
                  <a:srgbClr val="385DAB"/>
                </a:gs>
                <a:gs pos="100000">
                  <a:srgbClr val="1C2945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7" name="Google Shape;4227;p43">
              <a:extLst>
                <a:ext uri="{FF2B5EF4-FFF2-40B4-BE49-F238E27FC236}">
                  <a16:creationId xmlns:a16="http://schemas.microsoft.com/office/drawing/2014/main" id="{BCF8E4DD-A6DF-4918-ADB2-2801EC79DF23}"/>
                </a:ext>
              </a:extLst>
            </p:cNvPr>
            <p:cNvSpPr/>
            <p:nvPr/>
          </p:nvSpPr>
          <p:spPr>
            <a:xfrm>
              <a:off x="3767042" y="3905974"/>
              <a:ext cx="55621" cy="50107"/>
            </a:xfrm>
            <a:custGeom>
              <a:avLst/>
              <a:gdLst/>
              <a:ahLst/>
              <a:cxnLst/>
              <a:rect l="l" t="t" r="r" b="b"/>
              <a:pathLst>
                <a:path w="696" h="627" extrusionOk="0">
                  <a:moveTo>
                    <a:pt x="346" y="0"/>
                  </a:moveTo>
                  <a:cubicBezTo>
                    <a:pt x="281" y="0"/>
                    <a:pt x="215" y="21"/>
                    <a:pt x="160" y="65"/>
                  </a:cubicBezTo>
                  <a:cubicBezTo>
                    <a:pt x="29" y="174"/>
                    <a:pt x="0" y="359"/>
                    <a:pt x="109" y="507"/>
                  </a:cubicBezTo>
                  <a:cubicBezTo>
                    <a:pt x="163" y="585"/>
                    <a:pt x="253" y="627"/>
                    <a:pt x="345" y="627"/>
                  </a:cubicBezTo>
                  <a:cubicBezTo>
                    <a:pt x="412" y="627"/>
                    <a:pt x="479" y="605"/>
                    <a:pt x="535" y="561"/>
                  </a:cubicBezTo>
                  <a:cubicBezTo>
                    <a:pt x="670" y="452"/>
                    <a:pt x="695" y="266"/>
                    <a:pt x="590" y="132"/>
                  </a:cubicBezTo>
                  <a:cubicBezTo>
                    <a:pt x="533" y="45"/>
                    <a:pt x="440" y="0"/>
                    <a:pt x="346" y="0"/>
                  </a:cubicBezTo>
                  <a:close/>
                </a:path>
              </a:pathLst>
            </a:custGeom>
            <a:gradFill>
              <a:gsLst>
                <a:gs pos="0">
                  <a:srgbClr val="385DAB"/>
                </a:gs>
                <a:gs pos="100000">
                  <a:srgbClr val="1C2945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8" name="Google Shape;4228;p43">
              <a:extLst>
                <a:ext uri="{FF2B5EF4-FFF2-40B4-BE49-F238E27FC236}">
                  <a16:creationId xmlns:a16="http://schemas.microsoft.com/office/drawing/2014/main" id="{B632B868-9020-9FE8-33D9-51AB309FC3FB}"/>
                </a:ext>
              </a:extLst>
            </p:cNvPr>
            <p:cNvSpPr/>
            <p:nvPr/>
          </p:nvSpPr>
          <p:spPr>
            <a:xfrm>
              <a:off x="3703990" y="3909011"/>
              <a:ext cx="56660" cy="49148"/>
            </a:xfrm>
            <a:custGeom>
              <a:avLst/>
              <a:gdLst/>
              <a:ahLst/>
              <a:cxnLst/>
              <a:rect l="l" t="t" r="r" b="b"/>
              <a:pathLst>
                <a:path w="709" h="615" extrusionOk="0">
                  <a:moveTo>
                    <a:pt x="349" y="0"/>
                  </a:moveTo>
                  <a:cubicBezTo>
                    <a:pt x="285" y="0"/>
                    <a:pt x="220" y="18"/>
                    <a:pt x="161" y="55"/>
                  </a:cubicBezTo>
                  <a:cubicBezTo>
                    <a:pt x="30" y="161"/>
                    <a:pt x="1" y="363"/>
                    <a:pt x="110" y="494"/>
                  </a:cubicBezTo>
                  <a:cubicBezTo>
                    <a:pt x="172" y="573"/>
                    <a:pt x="260" y="614"/>
                    <a:pt x="350" y="614"/>
                  </a:cubicBezTo>
                  <a:cubicBezTo>
                    <a:pt x="415" y="614"/>
                    <a:pt x="480" y="593"/>
                    <a:pt x="536" y="549"/>
                  </a:cubicBezTo>
                  <a:cubicBezTo>
                    <a:pt x="683" y="443"/>
                    <a:pt x="709" y="254"/>
                    <a:pt x="603" y="123"/>
                  </a:cubicBezTo>
                  <a:cubicBezTo>
                    <a:pt x="540" y="42"/>
                    <a:pt x="446" y="0"/>
                    <a:pt x="349" y="0"/>
                  </a:cubicBezTo>
                  <a:close/>
                </a:path>
              </a:pathLst>
            </a:custGeom>
            <a:gradFill>
              <a:gsLst>
                <a:gs pos="0">
                  <a:srgbClr val="385DAB"/>
                </a:gs>
                <a:gs pos="100000">
                  <a:srgbClr val="1C2945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9" name="Google Shape;4229;p43">
              <a:extLst>
                <a:ext uri="{FF2B5EF4-FFF2-40B4-BE49-F238E27FC236}">
                  <a16:creationId xmlns:a16="http://schemas.microsoft.com/office/drawing/2014/main" id="{20F0614D-6A2B-405B-CF78-15AA95E65DFB}"/>
                </a:ext>
              </a:extLst>
            </p:cNvPr>
            <p:cNvSpPr/>
            <p:nvPr/>
          </p:nvSpPr>
          <p:spPr>
            <a:xfrm>
              <a:off x="3305139" y="4122301"/>
              <a:ext cx="205941" cy="317822"/>
            </a:xfrm>
            <a:custGeom>
              <a:avLst/>
              <a:gdLst/>
              <a:ahLst/>
              <a:cxnLst/>
              <a:rect l="l" t="t" r="r" b="b"/>
              <a:pathLst>
                <a:path w="2577" h="3977" extrusionOk="0">
                  <a:moveTo>
                    <a:pt x="1" y="1"/>
                  </a:moveTo>
                  <a:lnTo>
                    <a:pt x="427" y="3233"/>
                  </a:lnTo>
                  <a:cubicBezTo>
                    <a:pt x="492" y="3665"/>
                    <a:pt x="866" y="3977"/>
                    <a:pt x="1284" y="3977"/>
                  </a:cubicBezTo>
                  <a:cubicBezTo>
                    <a:pt x="1381" y="3977"/>
                    <a:pt x="1479" y="3960"/>
                    <a:pt x="1577" y="3925"/>
                  </a:cubicBezTo>
                  <a:lnTo>
                    <a:pt x="1590" y="3925"/>
                  </a:lnTo>
                  <a:cubicBezTo>
                    <a:pt x="1843" y="3832"/>
                    <a:pt x="2045" y="3633"/>
                    <a:pt x="2125" y="3364"/>
                  </a:cubicBezTo>
                  <a:lnTo>
                    <a:pt x="2577" y="1939"/>
                  </a:lnTo>
                  <a:cubicBezTo>
                    <a:pt x="1164" y="1577"/>
                    <a:pt x="388" y="64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0" name="Google Shape;4230;p43">
              <a:extLst>
                <a:ext uri="{FF2B5EF4-FFF2-40B4-BE49-F238E27FC236}">
                  <a16:creationId xmlns:a16="http://schemas.microsoft.com/office/drawing/2014/main" id="{89CE39B3-6329-A70B-56D2-6929FAF09647}"/>
                </a:ext>
              </a:extLst>
            </p:cNvPr>
            <p:cNvSpPr/>
            <p:nvPr/>
          </p:nvSpPr>
          <p:spPr>
            <a:xfrm>
              <a:off x="3830014" y="3910050"/>
              <a:ext cx="222004" cy="330848"/>
            </a:xfrm>
            <a:custGeom>
              <a:avLst/>
              <a:gdLst/>
              <a:ahLst/>
              <a:cxnLst/>
              <a:rect l="l" t="t" r="r" b="b"/>
              <a:pathLst>
                <a:path w="2778" h="4140" extrusionOk="0">
                  <a:moveTo>
                    <a:pt x="763" y="1"/>
                  </a:moveTo>
                  <a:lnTo>
                    <a:pt x="763" y="1"/>
                  </a:lnTo>
                  <a:cubicBezTo>
                    <a:pt x="881" y="734"/>
                    <a:pt x="881" y="1977"/>
                    <a:pt x="0" y="3166"/>
                  </a:cubicBezTo>
                  <a:lnTo>
                    <a:pt x="1269" y="4005"/>
                  </a:lnTo>
                  <a:cubicBezTo>
                    <a:pt x="1408" y="4095"/>
                    <a:pt x="1565" y="4140"/>
                    <a:pt x="1725" y="4140"/>
                  </a:cubicBezTo>
                  <a:cubicBezTo>
                    <a:pt x="1827" y="4140"/>
                    <a:pt x="1929" y="4122"/>
                    <a:pt x="2028" y="4085"/>
                  </a:cubicBezTo>
                  <a:lnTo>
                    <a:pt x="2044" y="4085"/>
                  </a:lnTo>
                  <a:cubicBezTo>
                    <a:pt x="2563" y="3900"/>
                    <a:pt x="2778" y="3284"/>
                    <a:pt x="2496" y="2817"/>
                  </a:cubicBezTo>
                  <a:lnTo>
                    <a:pt x="76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1" name="Google Shape;4231;p43">
              <a:extLst>
                <a:ext uri="{FF2B5EF4-FFF2-40B4-BE49-F238E27FC236}">
                  <a16:creationId xmlns:a16="http://schemas.microsoft.com/office/drawing/2014/main" id="{0EC02854-61E5-145B-AAE5-E16E4C14C9E9}"/>
                </a:ext>
              </a:extLst>
            </p:cNvPr>
            <p:cNvSpPr/>
            <p:nvPr/>
          </p:nvSpPr>
          <p:spPr>
            <a:xfrm>
              <a:off x="3584758" y="4035275"/>
              <a:ext cx="61774" cy="32445"/>
            </a:xfrm>
            <a:custGeom>
              <a:avLst/>
              <a:gdLst/>
              <a:ahLst/>
              <a:cxnLst/>
              <a:rect l="l" t="t" r="r" b="b"/>
              <a:pathLst>
                <a:path w="773" h="406" extrusionOk="0">
                  <a:moveTo>
                    <a:pt x="643" y="0"/>
                  </a:moveTo>
                  <a:cubicBezTo>
                    <a:pt x="628" y="0"/>
                    <a:pt x="613" y="3"/>
                    <a:pt x="599" y="10"/>
                  </a:cubicBezTo>
                  <a:lnTo>
                    <a:pt x="93" y="183"/>
                  </a:lnTo>
                  <a:cubicBezTo>
                    <a:pt x="39" y="209"/>
                    <a:pt x="0" y="276"/>
                    <a:pt x="26" y="330"/>
                  </a:cubicBezTo>
                  <a:cubicBezTo>
                    <a:pt x="46" y="373"/>
                    <a:pt x="91" y="406"/>
                    <a:pt x="136" y="406"/>
                  </a:cubicBezTo>
                  <a:cubicBezTo>
                    <a:pt x="149" y="406"/>
                    <a:pt x="161" y="403"/>
                    <a:pt x="173" y="398"/>
                  </a:cubicBezTo>
                  <a:lnTo>
                    <a:pt x="679" y="225"/>
                  </a:lnTo>
                  <a:cubicBezTo>
                    <a:pt x="734" y="196"/>
                    <a:pt x="772" y="129"/>
                    <a:pt x="747" y="77"/>
                  </a:cubicBezTo>
                  <a:cubicBezTo>
                    <a:pt x="728" y="27"/>
                    <a:pt x="685" y="0"/>
                    <a:pt x="6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2" name="Google Shape;4232;p43">
              <a:extLst>
                <a:ext uri="{FF2B5EF4-FFF2-40B4-BE49-F238E27FC236}">
                  <a16:creationId xmlns:a16="http://schemas.microsoft.com/office/drawing/2014/main" id="{E7073B9A-BCA5-96CD-9193-FAEFC848BC1F}"/>
                </a:ext>
              </a:extLst>
            </p:cNvPr>
            <p:cNvSpPr/>
            <p:nvPr/>
          </p:nvSpPr>
          <p:spPr>
            <a:xfrm>
              <a:off x="3569654" y="3993000"/>
              <a:ext cx="60975" cy="33085"/>
            </a:xfrm>
            <a:custGeom>
              <a:avLst/>
              <a:gdLst/>
              <a:ahLst/>
              <a:cxnLst/>
              <a:rect l="l" t="t" r="r" b="b"/>
              <a:pathLst>
                <a:path w="763" h="414" extrusionOk="0">
                  <a:moveTo>
                    <a:pt x="631" y="1"/>
                  </a:moveTo>
                  <a:cubicBezTo>
                    <a:pt x="621" y="1"/>
                    <a:pt x="612" y="2"/>
                    <a:pt x="602" y="4"/>
                  </a:cubicBezTo>
                  <a:lnTo>
                    <a:pt x="96" y="193"/>
                  </a:lnTo>
                  <a:cubicBezTo>
                    <a:pt x="42" y="206"/>
                    <a:pt x="0" y="273"/>
                    <a:pt x="29" y="337"/>
                  </a:cubicBezTo>
                  <a:cubicBezTo>
                    <a:pt x="39" y="379"/>
                    <a:pt x="82" y="414"/>
                    <a:pt x="131" y="414"/>
                  </a:cubicBezTo>
                  <a:cubicBezTo>
                    <a:pt x="146" y="414"/>
                    <a:pt x="161" y="411"/>
                    <a:pt x="176" y="404"/>
                  </a:cubicBezTo>
                  <a:lnTo>
                    <a:pt x="682" y="219"/>
                  </a:lnTo>
                  <a:cubicBezTo>
                    <a:pt x="737" y="206"/>
                    <a:pt x="763" y="139"/>
                    <a:pt x="750" y="71"/>
                  </a:cubicBezTo>
                  <a:cubicBezTo>
                    <a:pt x="726" y="26"/>
                    <a:pt x="678" y="1"/>
                    <a:pt x="6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3" name="Google Shape;4233;p43">
              <a:extLst>
                <a:ext uri="{FF2B5EF4-FFF2-40B4-BE49-F238E27FC236}">
                  <a16:creationId xmlns:a16="http://schemas.microsoft.com/office/drawing/2014/main" id="{BB466CF3-9245-33CA-68E9-50950249763B}"/>
                </a:ext>
              </a:extLst>
            </p:cNvPr>
            <p:cNvSpPr/>
            <p:nvPr/>
          </p:nvSpPr>
          <p:spPr>
            <a:xfrm>
              <a:off x="3844798" y="3949527"/>
              <a:ext cx="195472" cy="291370"/>
            </a:xfrm>
            <a:custGeom>
              <a:avLst/>
              <a:gdLst/>
              <a:ahLst/>
              <a:cxnLst/>
              <a:rect l="l" t="t" r="r" b="b"/>
              <a:pathLst>
                <a:path w="2446" h="3646" extrusionOk="0">
                  <a:moveTo>
                    <a:pt x="882" y="0"/>
                  </a:moveTo>
                  <a:lnTo>
                    <a:pt x="882" y="0"/>
                  </a:lnTo>
                  <a:cubicBezTo>
                    <a:pt x="962" y="843"/>
                    <a:pt x="869" y="2002"/>
                    <a:pt x="1" y="2790"/>
                  </a:cubicBezTo>
                  <a:lnTo>
                    <a:pt x="1084" y="3511"/>
                  </a:lnTo>
                  <a:cubicBezTo>
                    <a:pt x="1223" y="3601"/>
                    <a:pt x="1380" y="3646"/>
                    <a:pt x="1540" y="3646"/>
                  </a:cubicBezTo>
                  <a:cubicBezTo>
                    <a:pt x="1642" y="3646"/>
                    <a:pt x="1744" y="3628"/>
                    <a:pt x="1843" y="3591"/>
                  </a:cubicBezTo>
                  <a:lnTo>
                    <a:pt x="1859" y="3591"/>
                  </a:lnTo>
                  <a:cubicBezTo>
                    <a:pt x="2231" y="3460"/>
                    <a:pt x="2445" y="3124"/>
                    <a:pt x="2432" y="2778"/>
                  </a:cubicBezTo>
                  <a:lnTo>
                    <a:pt x="2432" y="2710"/>
                  </a:lnTo>
                  <a:cubicBezTo>
                    <a:pt x="2432" y="2659"/>
                    <a:pt x="2420" y="2605"/>
                    <a:pt x="2404" y="2550"/>
                  </a:cubicBezTo>
                  <a:lnTo>
                    <a:pt x="2404" y="2537"/>
                  </a:lnTo>
                  <a:cubicBezTo>
                    <a:pt x="2404" y="2525"/>
                    <a:pt x="2391" y="2512"/>
                    <a:pt x="2391" y="2499"/>
                  </a:cubicBezTo>
                  <a:lnTo>
                    <a:pt x="2378" y="2483"/>
                  </a:lnTo>
                  <a:cubicBezTo>
                    <a:pt x="2378" y="2470"/>
                    <a:pt x="2378" y="2457"/>
                    <a:pt x="2365" y="2444"/>
                  </a:cubicBezTo>
                  <a:lnTo>
                    <a:pt x="2365" y="2432"/>
                  </a:lnTo>
                  <a:cubicBezTo>
                    <a:pt x="2352" y="2419"/>
                    <a:pt x="2352" y="2403"/>
                    <a:pt x="2352" y="2390"/>
                  </a:cubicBezTo>
                  <a:cubicBezTo>
                    <a:pt x="2340" y="2390"/>
                    <a:pt x="2340" y="2377"/>
                    <a:pt x="2340" y="2377"/>
                  </a:cubicBezTo>
                  <a:cubicBezTo>
                    <a:pt x="2324" y="2364"/>
                    <a:pt x="2324" y="2339"/>
                    <a:pt x="2311" y="2323"/>
                  </a:cubicBezTo>
                  <a:lnTo>
                    <a:pt x="2243" y="2217"/>
                  </a:lnTo>
                  <a:lnTo>
                    <a:pt x="882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4" name="Google Shape;4234;p43">
              <a:extLst>
                <a:ext uri="{FF2B5EF4-FFF2-40B4-BE49-F238E27FC236}">
                  <a16:creationId xmlns:a16="http://schemas.microsoft.com/office/drawing/2014/main" id="{6B171306-FBF1-618C-501C-BA537AB13A3A}"/>
                </a:ext>
              </a:extLst>
            </p:cNvPr>
            <p:cNvSpPr/>
            <p:nvPr/>
          </p:nvSpPr>
          <p:spPr>
            <a:xfrm>
              <a:off x="3310573" y="4162977"/>
              <a:ext cx="196431" cy="277225"/>
            </a:xfrm>
            <a:custGeom>
              <a:avLst/>
              <a:gdLst/>
              <a:ahLst/>
              <a:cxnLst/>
              <a:rect l="l" t="t" r="r" b="b"/>
              <a:pathLst>
                <a:path w="2458" h="3469" extrusionOk="0">
                  <a:moveTo>
                    <a:pt x="0" y="1"/>
                  </a:moveTo>
                  <a:lnTo>
                    <a:pt x="346" y="2589"/>
                  </a:lnTo>
                  <a:lnTo>
                    <a:pt x="359" y="2724"/>
                  </a:lnTo>
                  <a:cubicBezTo>
                    <a:pt x="359" y="2737"/>
                    <a:pt x="375" y="2750"/>
                    <a:pt x="375" y="2775"/>
                  </a:cubicBezTo>
                  <a:lnTo>
                    <a:pt x="375" y="2791"/>
                  </a:lnTo>
                  <a:cubicBezTo>
                    <a:pt x="375" y="2804"/>
                    <a:pt x="388" y="2817"/>
                    <a:pt x="388" y="2830"/>
                  </a:cubicBezTo>
                  <a:lnTo>
                    <a:pt x="388" y="2842"/>
                  </a:lnTo>
                  <a:cubicBezTo>
                    <a:pt x="401" y="2855"/>
                    <a:pt x="401" y="2871"/>
                    <a:pt x="401" y="2884"/>
                  </a:cubicBezTo>
                  <a:lnTo>
                    <a:pt x="413" y="2897"/>
                  </a:lnTo>
                  <a:cubicBezTo>
                    <a:pt x="413" y="2910"/>
                    <a:pt x="413" y="2923"/>
                    <a:pt x="426" y="2935"/>
                  </a:cubicBezTo>
                  <a:lnTo>
                    <a:pt x="426" y="2951"/>
                  </a:lnTo>
                  <a:cubicBezTo>
                    <a:pt x="455" y="3003"/>
                    <a:pt x="481" y="3057"/>
                    <a:pt x="506" y="3096"/>
                  </a:cubicBezTo>
                  <a:cubicBezTo>
                    <a:pt x="519" y="3112"/>
                    <a:pt x="535" y="3124"/>
                    <a:pt x="548" y="3137"/>
                  </a:cubicBezTo>
                  <a:cubicBezTo>
                    <a:pt x="703" y="3342"/>
                    <a:pt x="953" y="3469"/>
                    <a:pt x="1218" y="3469"/>
                  </a:cubicBezTo>
                  <a:cubicBezTo>
                    <a:pt x="1314" y="3469"/>
                    <a:pt x="1413" y="3452"/>
                    <a:pt x="1509" y="3416"/>
                  </a:cubicBezTo>
                  <a:lnTo>
                    <a:pt x="1522" y="3416"/>
                  </a:lnTo>
                  <a:cubicBezTo>
                    <a:pt x="1775" y="3323"/>
                    <a:pt x="1977" y="3124"/>
                    <a:pt x="2057" y="2855"/>
                  </a:cubicBezTo>
                  <a:lnTo>
                    <a:pt x="2457" y="1628"/>
                  </a:lnTo>
                  <a:cubicBezTo>
                    <a:pt x="1282" y="1561"/>
                    <a:pt x="481" y="722"/>
                    <a:pt x="0" y="1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5" name="Google Shape;4235;p43">
              <a:extLst>
                <a:ext uri="{FF2B5EF4-FFF2-40B4-BE49-F238E27FC236}">
                  <a16:creationId xmlns:a16="http://schemas.microsoft.com/office/drawing/2014/main" id="{4404DB47-6BBD-C4D1-CDFA-93F3A74CE0A5}"/>
                </a:ext>
              </a:extLst>
            </p:cNvPr>
            <p:cNvSpPr/>
            <p:nvPr/>
          </p:nvSpPr>
          <p:spPr>
            <a:xfrm>
              <a:off x="3294431" y="3831255"/>
              <a:ext cx="744808" cy="582500"/>
            </a:xfrm>
            <a:custGeom>
              <a:avLst/>
              <a:gdLst/>
              <a:ahLst/>
              <a:cxnLst/>
              <a:rect l="l" t="t" r="r" b="b"/>
              <a:pathLst>
                <a:path w="9320" h="7289" extrusionOk="0">
                  <a:moveTo>
                    <a:pt x="5980" y="0"/>
                  </a:moveTo>
                  <a:cubicBezTo>
                    <a:pt x="5802" y="0"/>
                    <a:pt x="5622" y="30"/>
                    <a:pt x="5446" y="93"/>
                  </a:cubicBezTo>
                  <a:lnTo>
                    <a:pt x="3284" y="855"/>
                  </a:lnTo>
                  <a:lnTo>
                    <a:pt x="1122" y="1628"/>
                  </a:lnTo>
                  <a:cubicBezTo>
                    <a:pt x="430" y="1868"/>
                    <a:pt x="0" y="2576"/>
                    <a:pt x="96" y="3309"/>
                  </a:cubicBezTo>
                  <a:lnTo>
                    <a:pt x="561" y="6875"/>
                  </a:lnTo>
                  <a:cubicBezTo>
                    <a:pt x="590" y="7035"/>
                    <a:pt x="657" y="7182"/>
                    <a:pt x="750" y="7288"/>
                  </a:cubicBezTo>
                  <a:lnTo>
                    <a:pt x="295" y="3870"/>
                  </a:lnTo>
                  <a:cubicBezTo>
                    <a:pt x="202" y="3136"/>
                    <a:pt x="628" y="2428"/>
                    <a:pt x="1323" y="2188"/>
                  </a:cubicBezTo>
                  <a:lnTo>
                    <a:pt x="3486" y="1416"/>
                  </a:lnTo>
                  <a:lnTo>
                    <a:pt x="5648" y="654"/>
                  </a:lnTo>
                  <a:cubicBezTo>
                    <a:pt x="5824" y="591"/>
                    <a:pt x="6004" y="561"/>
                    <a:pt x="6181" y="561"/>
                  </a:cubicBezTo>
                  <a:cubicBezTo>
                    <a:pt x="6716" y="561"/>
                    <a:pt x="7225" y="835"/>
                    <a:pt x="7516" y="1307"/>
                  </a:cubicBezTo>
                  <a:lnTo>
                    <a:pt x="9319" y="4258"/>
                  </a:lnTo>
                  <a:cubicBezTo>
                    <a:pt x="9319" y="4097"/>
                    <a:pt x="9278" y="3950"/>
                    <a:pt x="9198" y="3803"/>
                  </a:cubicBezTo>
                  <a:lnTo>
                    <a:pt x="7317" y="747"/>
                  </a:lnTo>
                  <a:cubicBezTo>
                    <a:pt x="7026" y="275"/>
                    <a:pt x="6516" y="0"/>
                    <a:pt x="598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6" name="Google Shape;4236;p43">
              <a:extLst>
                <a:ext uri="{FF2B5EF4-FFF2-40B4-BE49-F238E27FC236}">
                  <a16:creationId xmlns:a16="http://schemas.microsoft.com/office/drawing/2014/main" id="{C0450ADC-17CF-1745-7C1F-13DBD9356A3D}"/>
                </a:ext>
              </a:extLst>
            </p:cNvPr>
            <p:cNvSpPr/>
            <p:nvPr/>
          </p:nvSpPr>
          <p:spPr>
            <a:xfrm>
              <a:off x="3338224" y="4063644"/>
              <a:ext cx="713801" cy="376480"/>
            </a:xfrm>
            <a:custGeom>
              <a:avLst/>
              <a:gdLst/>
              <a:ahLst/>
              <a:cxnLst/>
              <a:rect l="l" t="t" r="r" b="b"/>
              <a:pathLst>
                <a:path w="8932" h="4711" extrusionOk="0">
                  <a:moveTo>
                    <a:pt x="4914" y="1"/>
                  </a:moveTo>
                  <a:lnTo>
                    <a:pt x="3633" y="456"/>
                  </a:lnTo>
                  <a:lnTo>
                    <a:pt x="2630" y="802"/>
                  </a:lnTo>
                  <a:cubicBezTo>
                    <a:pt x="2457" y="869"/>
                    <a:pt x="2323" y="1016"/>
                    <a:pt x="2271" y="1189"/>
                  </a:cubicBezTo>
                  <a:lnTo>
                    <a:pt x="1509" y="3554"/>
                  </a:lnTo>
                  <a:cubicBezTo>
                    <a:pt x="1429" y="3807"/>
                    <a:pt x="1230" y="4005"/>
                    <a:pt x="974" y="4098"/>
                  </a:cubicBezTo>
                  <a:lnTo>
                    <a:pt x="961" y="4098"/>
                  </a:lnTo>
                  <a:cubicBezTo>
                    <a:pt x="865" y="4134"/>
                    <a:pt x="766" y="4151"/>
                    <a:pt x="670" y="4151"/>
                  </a:cubicBezTo>
                  <a:cubicBezTo>
                    <a:pt x="407" y="4151"/>
                    <a:pt x="157" y="4027"/>
                    <a:pt x="0" y="3832"/>
                  </a:cubicBezTo>
                  <a:lnTo>
                    <a:pt x="0" y="3832"/>
                  </a:lnTo>
                  <a:lnTo>
                    <a:pt x="13" y="3967"/>
                  </a:lnTo>
                  <a:cubicBezTo>
                    <a:pt x="78" y="4399"/>
                    <a:pt x="452" y="4711"/>
                    <a:pt x="870" y="4711"/>
                  </a:cubicBezTo>
                  <a:cubicBezTo>
                    <a:pt x="967" y="4711"/>
                    <a:pt x="1065" y="4694"/>
                    <a:pt x="1163" y="4659"/>
                  </a:cubicBezTo>
                  <a:lnTo>
                    <a:pt x="1176" y="4659"/>
                  </a:lnTo>
                  <a:cubicBezTo>
                    <a:pt x="1429" y="4566"/>
                    <a:pt x="1631" y="4367"/>
                    <a:pt x="1711" y="4114"/>
                  </a:cubicBezTo>
                  <a:lnTo>
                    <a:pt x="2550" y="1471"/>
                  </a:lnTo>
                  <a:lnTo>
                    <a:pt x="3832" y="1016"/>
                  </a:lnTo>
                  <a:lnTo>
                    <a:pt x="5100" y="562"/>
                  </a:lnTo>
                  <a:lnTo>
                    <a:pt x="7423" y="2083"/>
                  </a:lnTo>
                  <a:cubicBezTo>
                    <a:pt x="7562" y="2173"/>
                    <a:pt x="7719" y="2218"/>
                    <a:pt x="7879" y="2218"/>
                  </a:cubicBezTo>
                  <a:cubicBezTo>
                    <a:pt x="7981" y="2218"/>
                    <a:pt x="8083" y="2200"/>
                    <a:pt x="8182" y="2163"/>
                  </a:cubicBezTo>
                  <a:lnTo>
                    <a:pt x="8198" y="2163"/>
                  </a:lnTo>
                  <a:cubicBezTo>
                    <a:pt x="8717" y="1978"/>
                    <a:pt x="8932" y="1362"/>
                    <a:pt x="8650" y="895"/>
                  </a:cubicBezTo>
                  <a:lnTo>
                    <a:pt x="8582" y="789"/>
                  </a:lnTo>
                  <a:cubicBezTo>
                    <a:pt x="8582" y="1135"/>
                    <a:pt x="8371" y="1484"/>
                    <a:pt x="8009" y="1603"/>
                  </a:cubicBezTo>
                  <a:lnTo>
                    <a:pt x="7983" y="1616"/>
                  </a:lnTo>
                  <a:cubicBezTo>
                    <a:pt x="7890" y="1645"/>
                    <a:pt x="7793" y="1660"/>
                    <a:pt x="7696" y="1660"/>
                  </a:cubicBezTo>
                  <a:cubicBezTo>
                    <a:pt x="7530" y="1660"/>
                    <a:pt x="7365" y="1616"/>
                    <a:pt x="7221" y="1523"/>
                  </a:cubicBezTo>
                  <a:lnTo>
                    <a:pt x="49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7" name="Google Shape;4237;p43">
              <a:extLst>
                <a:ext uri="{FF2B5EF4-FFF2-40B4-BE49-F238E27FC236}">
                  <a16:creationId xmlns:a16="http://schemas.microsoft.com/office/drawing/2014/main" id="{7B540105-1596-C934-06FD-9739D6148BE9}"/>
                </a:ext>
              </a:extLst>
            </p:cNvPr>
            <p:cNvSpPr/>
            <p:nvPr/>
          </p:nvSpPr>
          <p:spPr>
            <a:xfrm>
              <a:off x="3636942" y="4062765"/>
              <a:ext cx="155754" cy="83192"/>
            </a:xfrm>
            <a:custGeom>
              <a:avLst/>
              <a:gdLst/>
              <a:ahLst/>
              <a:cxnLst/>
              <a:rect l="l" t="t" r="r" b="b"/>
              <a:pathLst>
                <a:path w="1949" h="1041" extrusionOk="0">
                  <a:moveTo>
                    <a:pt x="985" y="1"/>
                  </a:moveTo>
                  <a:cubicBezTo>
                    <a:pt x="880" y="1"/>
                    <a:pt x="773" y="18"/>
                    <a:pt x="667" y="54"/>
                  </a:cubicBezTo>
                  <a:cubicBezTo>
                    <a:pt x="254" y="214"/>
                    <a:pt x="1" y="614"/>
                    <a:pt x="39" y="1040"/>
                  </a:cubicBezTo>
                  <a:lnTo>
                    <a:pt x="94" y="1027"/>
                  </a:lnTo>
                  <a:lnTo>
                    <a:pt x="1362" y="573"/>
                  </a:lnTo>
                  <a:lnTo>
                    <a:pt x="1948" y="960"/>
                  </a:lnTo>
                  <a:cubicBezTo>
                    <a:pt x="1948" y="854"/>
                    <a:pt x="1936" y="746"/>
                    <a:pt x="1897" y="640"/>
                  </a:cubicBezTo>
                  <a:cubicBezTo>
                    <a:pt x="1758" y="249"/>
                    <a:pt x="1386" y="1"/>
                    <a:pt x="985" y="1"/>
                  </a:cubicBezTo>
                  <a:close/>
                </a:path>
              </a:pathLst>
            </a:custGeom>
            <a:solidFill>
              <a:srgbClr val="A105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8" name="Google Shape;4238;p43">
              <a:extLst>
                <a:ext uri="{FF2B5EF4-FFF2-40B4-BE49-F238E27FC236}">
                  <a16:creationId xmlns:a16="http://schemas.microsoft.com/office/drawing/2014/main" id="{020DD245-9AAE-BFDF-E290-7D6F7BC20136}"/>
                </a:ext>
              </a:extLst>
            </p:cNvPr>
            <p:cNvSpPr/>
            <p:nvPr/>
          </p:nvSpPr>
          <p:spPr>
            <a:xfrm>
              <a:off x="3651806" y="4037113"/>
              <a:ext cx="172856" cy="153597"/>
            </a:xfrm>
            <a:custGeom>
              <a:avLst/>
              <a:gdLst/>
              <a:ahLst/>
              <a:cxnLst/>
              <a:rect l="l" t="t" r="r" b="b"/>
              <a:pathLst>
                <a:path w="2163" h="1922" extrusionOk="0">
                  <a:moveTo>
                    <a:pt x="1087" y="0"/>
                  </a:moveTo>
                  <a:cubicBezTo>
                    <a:pt x="980" y="0"/>
                    <a:pt x="870" y="18"/>
                    <a:pt x="763" y="54"/>
                  </a:cubicBezTo>
                  <a:cubicBezTo>
                    <a:pt x="270" y="227"/>
                    <a:pt x="0" y="788"/>
                    <a:pt x="173" y="1281"/>
                  </a:cubicBezTo>
                  <a:cubicBezTo>
                    <a:pt x="323" y="1672"/>
                    <a:pt x="697" y="1922"/>
                    <a:pt x="1091" y="1922"/>
                  </a:cubicBezTo>
                  <a:cubicBezTo>
                    <a:pt x="1195" y="1922"/>
                    <a:pt x="1301" y="1904"/>
                    <a:pt x="1404" y="1867"/>
                  </a:cubicBezTo>
                  <a:cubicBezTo>
                    <a:pt x="1910" y="1694"/>
                    <a:pt x="2163" y="1134"/>
                    <a:pt x="1990" y="640"/>
                  </a:cubicBezTo>
                  <a:cubicBezTo>
                    <a:pt x="1854" y="242"/>
                    <a:pt x="1485" y="0"/>
                    <a:pt x="1087" y="0"/>
                  </a:cubicBezTo>
                  <a:close/>
                </a:path>
              </a:pathLst>
            </a:custGeom>
            <a:gradFill>
              <a:gsLst>
                <a:gs pos="0">
                  <a:srgbClr val="385DAB"/>
                </a:gs>
                <a:gs pos="100000">
                  <a:srgbClr val="1C2945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9" name="Google Shape;4239;p43">
              <a:extLst>
                <a:ext uri="{FF2B5EF4-FFF2-40B4-BE49-F238E27FC236}">
                  <a16:creationId xmlns:a16="http://schemas.microsoft.com/office/drawing/2014/main" id="{9A8EFB42-BC56-97DF-5930-899299935978}"/>
                </a:ext>
              </a:extLst>
            </p:cNvPr>
            <p:cNvSpPr/>
            <p:nvPr/>
          </p:nvSpPr>
          <p:spPr>
            <a:xfrm>
              <a:off x="3680735" y="4061806"/>
              <a:ext cx="116276" cy="104129"/>
            </a:xfrm>
            <a:custGeom>
              <a:avLst/>
              <a:gdLst/>
              <a:ahLst/>
              <a:cxnLst/>
              <a:rect l="l" t="t" r="r" b="b"/>
              <a:pathLst>
                <a:path w="1455" h="1303" extrusionOk="0">
                  <a:moveTo>
                    <a:pt x="715" y="1"/>
                  </a:moveTo>
                  <a:cubicBezTo>
                    <a:pt x="645" y="1"/>
                    <a:pt x="575" y="12"/>
                    <a:pt x="507" y="37"/>
                  </a:cubicBezTo>
                  <a:cubicBezTo>
                    <a:pt x="173" y="159"/>
                    <a:pt x="0" y="533"/>
                    <a:pt x="119" y="866"/>
                  </a:cubicBezTo>
                  <a:cubicBezTo>
                    <a:pt x="216" y="1131"/>
                    <a:pt x="462" y="1303"/>
                    <a:pt x="726" y="1303"/>
                  </a:cubicBezTo>
                  <a:cubicBezTo>
                    <a:pt x="795" y="1303"/>
                    <a:pt x="864" y="1291"/>
                    <a:pt x="933" y="1267"/>
                  </a:cubicBezTo>
                  <a:cubicBezTo>
                    <a:pt x="1282" y="1145"/>
                    <a:pt x="1455" y="774"/>
                    <a:pt x="1333" y="437"/>
                  </a:cubicBezTo>
                  <a:cubicBezTo>
                    <a:pt x="1239" y="173"/>
                    <a:pt x="983" y="1"/>
                    <a:pt x="71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0" name="Google Shape;4240;p43">
              <a:extLst>
                <a:ext uri="{FF2B5EF4-FFF2-40B4-BE49-F238E27FC236}">
                  <a16:creationId xmlns:a16="http://schemas.microsoft.com/office/drawing/2014/main" id="{E33DBE35-79F8-4F66-087C-2944295C73AC}"/>
                </a:ext>
              </a:extLst>
            </p:cNvPr>
            <p:cNvSpPr/>
            <p:nvPr/>
          </p:nvSpPr>
          <p:spPr>
            <a:xfrm>
              <a:off x="3700953" y="4080266"/>
              <a:ext cx="75839" cy="66809"/>
            </a:xfrm>
            <a:custGeom>
              <a:avLst/>
              <a:gdLst/>
              <a:ahLst/>
              <a:cxnLst/>
              <a:rect l="l" t="t" r="r" b="b"/>
              <a:pathLst>
                <a:path w="949" h="836" extrusionOk="0">
                  <a:moveTo>
                    <a:pt x="464" y="1"/>
                  </a:moveTo>
                  <a:cubicBezTo>
                    <a:pt x="420" y="1"/>
                    <a:pt x="376" y="7"/>
                    <a:pt x="334" y="20"/>
                  </a:cubicBezTo>
                  <a:cubicBezTo>
                    <a:pt x="106" y="100"/>
                    <a:pt x="1" y="341"/>
                    <a:pt x="81" y="555"/>
                  </a:cubicBezTo>
                  <a:cubicBezTo>
                    <a:pt x="133" y="732"/>
                    <a:pt x="289" y="835"/>
                    <a:pt x="463" y="835"/>
                  </a:cubicBezTo>
                  <a:cubicBezTo>
                    <a:pt x="513" y="835"/>
                    <a:pt x="565" y="826"/>
                    <a:pt x="616" y="808"/>
                  </a:cubicBezTo>
                  <a:cubicBezTo>
                    <a:pt x="827" y="741"/>
                    <a:pt x="949" y="501"/>
                    <a:pt x="869" y="273"/>
                  </a:cubicBezTo>
                  <a:cubicBezTo>
                    <a:pt x="805" y="104"/>
                    <a:pt x="638" y="1"/>
                    <a:pt x="464" y="1"/>
                  </a:cubicBez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1" name="Google Shape;4241;p43">
              <a:extLst>
                <a:ext uri="{FF2B5EF4-FFF2-40B4-BE49-F238E27FC236}">
                  <a16:creationId xmlns:a16="http://schemas.microsoft.com/office/drawing/2014/main" id="{53DF3037-B278-F7FF-6CC5-BB6825857F8F}"/>
                </a:ext>
              </a:extLst>
            </p:cNvPr>
            <p:cNvSpPr/>
            <p:nvPr/>
          </p:nvSpPr>
          <p:spPr>
            <a:xfrm>
              <a:off x="3325357" y="3986927"/>
              <a:ext cx="172936" cy="153836"/>
            </a:xfrm>
            <a:custGeom>
              <a:avLst/>
              <a:gdLst/>
              <a:ahLst/>
              <a:cxnLst/>
              <a:rect l="l" t="t" r="r" b="b"/>
              <a:pathLst>
                <a:path w="2164" h="1925" extrusionOk="0">
                  <a:moveTo>
                    <a:pt x="1087" y="0"/>
                  </a:moveTo>
                  <a:cubicBezTo>
                    <a:pt x="980" y="0"/>
                    <a:pt x="871" y="18"/>
                    <a:pt x="763" y="54"/>
                  </a:cubicBezTo>
                  <a:cubicBezTo>
                    <a:pt x="270" y="227"/>
                    <a:pt x="1" y="788"/>
                    <a:pt x="174" y="1281"/>
                  </a:cubicBezTo>
                  <a:cubicBezTo>
                    <a:pt x="323" y="1683"/>
                    <a:pt x="695" y="1925"/>
                    <a:pt x="1087" y="1925"/>
                  </a:cubicBezTo>
                  <a:cubicBezTo>
                    <a:pt x="1193" y="1925"/>
                    <a:pt x="1300" y="1907"/>
                    <a:pt x="1404" y="1871"/>
                  </a:cubicBezTo>
                  <a:cubicBezTo>
                    <a:pt x="1910" y="1695"/>
                    <a:pt x="2163" y="1134"/>
                    <a:pt x="1990" y="641"/>
                  </a:cubicBezTo>
                  <a:cubicBezTo>
                    <a:pt x="1854" y="242"/>
                    <a:pt x="1485" y="0"/>
                    <a:pt x="1087" y="0"/>
                  </a:cubicBezTo>
                  <a:close/>
                </a:path>
              </a:pathLst>
            </a:custGeom>
            <a:solidFill>
              <a:srgbClr val="A105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2" name="Google Shape;4242;p43">
              <a:extLst>
                <a:ext uri="{FF2B5EF4-FFF2-40B4-BE49-F238E27FC236}">
                  <a16:creationId xmlns:a16="http://schemas.microsoft.com/office/drawing/2014/main" id="{5B63AE8F-6A15-5435-D1EE-B939ED55FFFC}"/>
                </a:ext>
              </a:extLst>
            </p:cNvPr>
            <p:cNvSpPr/>
            <p:nvPr/>
          </p:nvSpPr>
          <p:spPr>
            <a:xfrm>
              <a:off x="3502527" y="3896464"/>
              <a:ext cx="121711" cy="53863"/>
            </a:xfrm>
            <a:custGeom>
              <a:avLst/>
              <a:gdLst/>
              <a:ahLst/>
              <a:cxnLst/>
              <a:rect l="l" t="t" r="r" b="b"/>
              <a:pathLst>
                <a:path w="1523" h="674" extrusionOk="0">
                  <a:moveTo>
                    <a:pt x="1420" y="1"/>
                  </a:moveTo>
                  <a:cubicBezTo>
                    <a:pt x="1405" y="1"/>
                    <a:pt x="1390" y="4"/>
                    <a:pt x="1375" y="11"/>
                  </a:cubicBezTo>
                  <a:lnTo>
                    <a:pt x="94" y="478"/>
                  </a:lnTo>
                  <a:cubicBezTo>
                    <a:pt x="39" y="491"/>
                    <a:pt x="1" y="546"/>
                    <a:pt x="26" y="600"/>
                  </a:cubicBezTo>
                  <a:cubicBezTo>
                    <a:pt x="36" y="640"/>
                    <a:pt x="79" y="674"/>
                    <a:pt x="123" y="674"/>
                  </a:cubicBezTo>
                  <a:cubicBezTo>
                    <a:pt x="136" y="674"/>
                    <a:pt x="149" y="671"/>
                    <a:pt x="161" y="664"/>
                  </a:cubicBezTo>
                  <a:lnTo>
                    <a:pt x="1442" y="200"/>
                  </a:lnTo>
                  <a:cubicBezTo>
                    <a:pt x="1497" y="184"/>
                    <a:pt x="1522" y="120"/>
                    <a:pt x="1510" y="65"/>
                  </a:cubicBezTo>
                  <a:cubicBezTo>
                    <a:pt x="1500" y="25"/>
                    <a:pt x="1461" y="1"/>
                    <a:pt x="142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3" name="Google Shape;4243;p43">
              <a:extLst>
                <a:ext uri="{FF2B5EF4-FFF2-40B4-BE49-F238E27FC236}">
                  <a16:creationId xmlns:a16="http://schemas.microsoft.com/office/drawing/2014/main" id="{8027E998-A157-0A1D-5F78-65E16C27EADB}"/>
                </a:ext>
              </a:extLst>
            </p:cNvPr>
            <p:cNvSpPr/>
            <p:nvPr/>
          </p:nvSpPr>
          <p:spPr>
            <a:xfrm>
              <a:off x="3401196" y="4137005"/>
              <a:ext cx="91742" cy="90064"/>
            </a:xfrm>
            <a:custGeom>
              <a:avLst/>
              <a:gdLst/>
              <a:ahLst/>
              <a:cxnLst/>
              <a:rect l="l" t="t" r="r" b="b"/>
              <a:pathLst>
                <a:path w="1148" h="1127" extrusionOk="0">
                  <a:moveTo>
                    <a:pt x="676" y="1"/>
                  </a:moveTo>
                  <a:cubicBezTo>
                    <a:pt x="643" y="1"/>
                    <a:pt x="612" y="15"/>
                    <a:pt x="602" y="44"/>
                  </a:cubicBezTo>
                  <a:lnTo>
                    <a:pt x="522" y="217"/>
                  </a:lnTo>
                  <a:cubicBezTo>
                    <a:pt x="502" y="247"/>
                    <a:pt x="469" y="269"/>
                    <a:pt x="437" y="269"/>
                  </a:cubicBezTo>
                  <a:cubicBezTo>
                    <a:pt x="424" y="269"/>
                    <a:pt x="412" y="266"/>
                    <a:pt x="401" y="259"/>
                  </a:cubicBezTo>
                  <a:lnTo>
                    <a:pt x="228" y="179"/>
                  </a:lnTo>
                  <a:cubicBezTo>
                    <a:pt x="217" y="175"/>
                    <a:pt x="206" y="174"/>
                    <a:pt x="195" y="174"/>
                  </a:cubicBezTo>
                  <a:cubicBezTo>
                    <a:pt x="163" y="174"/>
                    <a:pt x="132" y="188"/>
                    <a:pt x="122" y="217"/>
                  </a:cubicBezTo>
                  <a:lnTo>
                    <a:pt x="13" y="432"/>
                  </a:lnTo>
                  <a:cubicBezTo>
                    <a:pt x="0" y="473"/>
                    <a:pt x="13" y="525"/>
                    <a:pt x="55" y="537"/>
                  </a:cubicBezTo>
                  <a:lnTo>
                    <a:pt x="228" y="617"/>
                  </a:lnTo>
                  <a:cubicBezTo>
                    <a:pt x="266" y="646"/>
                    <a:pt x="295" y="698"/>
                    <a:pt x="266" y="739"/>
                  </a:cubicBezTo>
                  <a:lnTo>
                    <a:pt x="186" y="912"/>
                  </a:lnTo>
                  <a:cubicBezTo>
                    <a:pt x="173" y="954"/>
                    <a:pt x="186" y="1005"/>
                    <a:pt x="228" y="1018"/>
                  </a:cubicBezTo>
                  <a:lnTo>
                    <a:pt x="442" y="1114"/>
                  </a:lnTo>
                  <a:cubicBezTo>
                    <a:pt x="455" y="1122"/>
                    <a:pt x="469" y="1127"/>
                    <a:pt x="483" y="1127"/>
                  </a:cubicBezTo>
                  <a:cubicBezTo>
                    <a:pt x="512" y="1127"/>
                    <a:pt x="539" y="1109"/>
                    <a:pt x="548" y="1072"/>
                  </a:cubicBezTo>
                  <a:lnTo>
                    <a:pt x="628" y="912"/>
                  </a:lnTo>
                  <a:cubicBezTo>
                    <a:pt x="648" y="870"/>
                    <a:pt x="684" y="853"/>
                    <a:pt x="718" y="853"/>
                  </a:cubicBezTo>
                  <a:cubicBezTo>
                    <a:pt x="728" y="853"/>
                    <a:pt x="738" y="855"/>
                    <a:pt x="747" y="858"/>
                  </a:cubicBezTo>
                  <a:lnTo>
                    <a:pt x="923" y="938"/>
                  </a:lnTo>
                  <a:cubicBezTo>
                    <a:pt x="936" y="948"/>
                    <a:pt x="951" y="953"/>
                    <a:pt x="966" y="953"/>
                  </a:cubicBezTo>
                  <a:cubicBezTo>
                    <a:pt x="994" y="953"/>
                    <a:pt x="1020" y="935"/>
                    <a:pt x="1029" y="899"/>
                  </a:cubicBezTo>
                  <a:lnTo>
                    <a:pt x="1134" y="698"/>
                  </a:lnTo>
                  <a:cubicBezTo>
                    <a:pt x="1147" y="659"/>
                    <a:pt x="1134" y="605"/>
                    <a:pt x="1096" y="579"/>
                  </a:cubicBezTo>
                  <a:lnTo>
                    <a:pt x="923" y="499"/>
                  </a:lnTo>
                  <a:cubicBezTo>
                    <a:pt x="881" y="486"/>
                    <a:pt x="856" y="432"/>
                    <a:pt x="881" y="393"/>
                  </a:cubicBezTo>
                  <a:lnTo>
                    <a:pt x="961" y="217"/>
                  </a:lnTo>
                  <a:cubicBezTo>
                    <a:pt x="974" y="179"/>
                    <a:pt x="961" y="124"/>
                    <a:pt x="923" y="98"/>
                  </a:cubicBezTo>
                  <a:lnTo>
                    <a:pt x="708" y="6"/>
                  </a:lnTo>
                  <a:cubicBezTo>
                    <a:pt x="698" y="2"/>
                    <a:pt x="687" y="1"/>
                    <a:pt x="676" y="1"/>
                  </a:cubicBezTo>
                  <a:close/>
                </a:path>
              </a:pathLst>
            </a:custGeom>
            <a:solidFill>
              <a:srgbClr val="122B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4" name="Google Shape;4244;p43">
              <a:extLst>
                <a:ext uri="{FF2B5EF4-FFF2-40B4-BE49-F238E27FC236}">
                  <a16:creationId xmlns:a16="http://schemas.microsoft.com/office/drawing/2014/main" id="{642AED39-1256-E708-8154-59092CB4E33E}"/>
                </a:ext>
              </a:extLst>
            </p:cNvPr>
            <p:cNvSpPr/>
            <p:nvPr/>
          </p:nvSpPr>
          <p:spPr>
            <a:xfrm>
              <a:off x="3432122" y="4168251"/>
              <a:ext cx="30048" cy="27491"/>
            </a:xfrm>
            <a:custGeom>
              <a:avLst/>
              <a:gdLst/>
              <a:ahLst/>
              <a:cxnLst/>
              <a:rect l="l" t="t" r="r" b="b"/>
              <a:pathLst>
                <a:path w="376" h="344" extrusionOk="0">
                  <a:moveTo>
                    <a:pt x="195" y="1"/>
                  </a:moveTo>
                  <a:cubicBezTo>
                    <a:pt x="175" y="1"/>
                    <a:pt x="154" y="5"/>
                    <a:pt x="135" y="15"/>
                  </a:cubicBezTo>
                  <a:cubicBezTo>
                    <a:pt x="39" y="41"/>
                    <a:pt x="1" y="134"/>
                    <a:pt x="26" y="226"/>
                  </a:cubicBezTo>
                  <a:cubicBezTo>
                    <a:pt x="49" y="303"/>
                    <a:pt x="121" y="343"/>
                    <a:pt x="190" y="343"/>
                  </a:cubicBezTo>
                  <a:cubicBezTo>
                    <a:pt x="208" y="343"/>
                    <a:pt x="225" y="341"/>
                    <a:pt x="241" y="335"/>
                  </a:cubicBezTo>
                  <a:cubicBezTo>
                    <a:pt x="334" y="294"/>
                    <a:pt x="376" y="201"/>
                    <a:pt x="347" y="108"/>
                  </a:cubicBezTo>
                  <a:cubicBezTo>
                    <a:pt x="327" y="47"/>
                    <a:pt x="261" y="1"/>
                    <a:pt x="195" y="1"/>
                  </a:cubicBez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5" name="Google Shape;4245;p43">
              <a:extLst>
                <a:ext uri="{FF2B5EF4-FFF2-40B4-BE49-F238E27FC236}">
                  <a16:creationId xmlns:a16="http://schemas.microsoft.com/office/drawing/2014/main" id="{8494C5C0-0C99-071E-1A83-E4BA8A874AB5}"/>
                </a:ext>
              </a:extLst>
            </p:cNvPr>
            <p:cNvSpPr/>
            <p:nvPr/>
          </p:nvSpPr>
          <p:spPr>
            <a:xfrm>
              <a:off x="3336146" y="3964471"/>
              <a:ext cx="173895" cy="153836"/>
            </a:xfrm>
            <a:custGeom>
              <a:avLst/>
              <a:gdLst/>
              <a:ahLst/>
              <a:cxnLst/>
              <a:rect l="l" t="t" r="r" b="b"/>
              <a:pathLst>
                <a:path w="2176" h="1925" extrusionOk="0">
                  <a:moveTo>
                    <a:pt x="1076" y="1"/>
                  </a:moveTo>
                  <a:cubicBezTo>
                    <a:pt x="971" y="1"/>
                    <a:pt x="865" y="18"/>
                    <a:pt x="760" y="53"/>
                  </a:cubicBezTo>
                  <a:cubicBezTo>
                    <a:pt x="266" y="242"/>
                    <a:pt x="0" y="790"/>
                    <a:pt x="186" y="1284"/>
                  </a:cubicBezTo>
                  <a:cubicBezTo>
                    <a:pt x="323" y="1682"/>
                    <a:pt x="692" y="1924"/>
                    <a:pt x="1091" y="1924"/>
                  </a:cubicBezTo>
                  <a:cubicBezTo>
                    <a:pt x="1199" y="1924"/>
                    <a:pt x="1308" y="1907"/>
                    <a:pt x="1416" y="1870"/>
                  </a:cubicBezTo>
                  <a:cubicBezTo>
                    <a:pt x="1910" y="1697"/>
                    <a:pt x="2176" y="1149"/>
                    <a:pt x="1990" y="643"/>
                  </a:cubicBezTo>
                  <a:cubicBezTo>
                    <a:pt x="1853" y="251"/>
                    <a:pt x="1479" y="1"/>
                    <a:pt x="1076" y="1"/>
                  </a:cubicBezTo>
                  <a:close/>
                </a:path>
              </a:pathLst>
            </a:custGeom>
            <a:gradFill>
              <a:gsLst>
                <a:gs pos="0">
                  <a:srgbClr val="385DAB"/>
                </a:gs>
                <a:gs pos="100000">
                  <a:srgbClr val="1C2945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6" name="Google Shape;4246;p43">
              <a:extLst>
                <a:ext uri="{FF2B5EF4-FFF2-40B4-BE49-F238E27FC236}">
                  <a16:creationId xmlns:a16="http://schemas.microsoft.com/office/drawing/2014/main" id="{6BF42B86-403B-F07C-C611-7776C434D94B}"/>
                </a:ext>
              </a:extLst>
            </p:cNvPr>
            <p:cNvSpPr/>
            <p:nvPr/>
          </p:nvSpPr>
          <p:spPr>
            <a:xfrm>
              <a:off x="3364835" y="3990283"/>
              <a:ext cx="116516" cy="103250"/>
            </a:xfrm>
            <a:custGeom>
              <a:avLst/>
              <a:gdLst/>
              <a:ahLst/>
              <a:cxnLst/>
              <a:rect l="l" t="t" r="r" b="b"/>
              <a:pathLst>
                <a:path w="1458" h="1292" extrusionOk="0">
                  <a:moveTo>
                    <a:pt x="731" y="1"/>
                  </a:moveTo>
                  <a:cubicBezTo>
                    <a:pt x="658" y="1"/>
                    <a:pt x="584" y="13"/>
                    <a:pt x="510" y="38"/>
                  </a:cubicBezTo>
                  <a:cubicBezTo>
                    <a:pt x="176" y="160"/>
                    <a:pt x="0" y="519"/>
                    <a:pt x="122" y="868"/>
                  </a:cubicBezTo>
                  <a:cubicBezTo>
                    <a:pt x="215" y="1128"/>
                    <a:pt x="465" y="1291"/>
                    <a:pt x="729" y="1291"/>
                  </a:cubicBezTo>
                  <a:cubicBezTo>
                    <a:pt x="802" y="1291"/>
                    <a:pt x="876" y="1279"/>
                    <a:pt x="949" y="1252"/>
                  </a:cubicBezTo>
                  <a:cubicBezTo>
                    <a:pt x="1282" y="1134"/>
                    <a:pt x="1458" y="759"/>
                    <a:pt x="1336" y="426"/>
                  </a:cubicBezTo>
                  <a:cubicBezTo>
                    <a:pt x="1243" y="164"/>
                    <a:pt x="999" y="1"/>
                    <a:pt x="7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7" name="Google Shape;4247;p43">
              <a:extLst>
                <a:ext uri="{FF2B5EF4-FFF2-40B4-BE49-F238E27FC236}">
                  <a16:creationId xmlns:a16="http://schemas.microsoft.com/office/drawing/2014/main" id="{821A323A-06D0-044F-B824-4C860C70F932}"/>
                </a:ext>
              </a:extLst>
            </p:cNvPr>
            <p:cNvSpPr/>
            <p:nvPr/>
          </p:nvSpPr>
          <p:spPr>
            <a:xfrm>
              <a:off x="3385293" y="4008424"/>
              <a:ext cx="75600" cy="67049"/>
            </a:xfrm>
            <a:custGeom>
              <a:avLst/>
              <a:gdLst/>
              <a:ahLst/>
              <a:cxnLst/>
              <a:rect l="l" t="t" r="r" b="b"/>
              <a:pathLst>
                <a:path w="946" h="839" extrusionOk="0">
                  <a:moveTo>
                    <a:pt x="471" y="0"/>
                  </a:moveTo>
                  <a:cubicBezTo>
                    <a:pt x="425" y="0"/>
                    <a:pt x="379" y="9"/>
                    <a:pt x="334" y="26"/>
                  </a:cubicBezTo>
                  <a:cubicBezTo>
                    <a:pt x="119" y="106"/>
                    <a:pt x="1" y="333"/>
                    <a:pt x="81" y="561"/>
                  </a:cubicBezTo>
                  <a:cubicBezTo>
                    <a:pt x="144" y="727"/>
                    <a:pt x="307" y="838"/>
                    <a:pt x="477" y="838"/>
                  </a:cubicBezTo>
                  <a:cubicBezTo>
                    <a:pt x="522" y="838"/>
                    <a:pt x="568" y="831"/>
                    <a:pt x="612" y="814"/>
                  </a:cubicBezTo>
                  <a:cubicBezTo>
                    <a:pt x="827" y="734"/>
                    <a:pt x="946" y="493"/>
                    <a:pt x="866" y="279"/>
                  </a:cubicBezTo>
                  <a:cubicBezTo>
                    <a:pt x="803" y="110"/>
                    <a:pt x="640" y="0"/>
                    <a:pt x="471" y="0"/>
                  </a:cubicBez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48" name="Google Shape;4248;p43">
            <a:extLst>
              <a:ext uri="{FF2B5EF4-FFF2-40B4-BE49-F238E27FC236}">
                <a16:creationId xmlns:a16="http://schemas.microsoft.com/office/drawing/2014/main" id="{67117F13-B7E9-221B-B188-D76AF0580380}"/>
              </a:ext>
            </a:extLst>
          </p:cNvPr>
          <p:cNvGrpSpPr/>
          <p:nvPr/>
        </p:nvGrpSpPr>
        <p:grpSpPr>
          <a:xfrm rot="18896823">
            <a:off x="221226" y="713847"/>
            <a:ext cx="1129918" cy="278457"/>
            <a:chOff x="713231" y="815211"/>
            <a:chExt cx="894914" cy="220542"/>
          </a:xfrm>
        </p:grpSpPr>
        <p:sp>
          <p:nvSpPr>
            <p:cNvPr id="4249" name="Google Shape;4249;p43">
              <a:extLst>
                <a:ext uri="{FF2B5EF4-FFF2-40B4-BE49-F238E27FC236}">
                  <a16:creationId xmlns:a16="http://schemas.microsoft.com/office/drawing/2014/main" id="{E7698D76-BD9E-8840-6E01-63D0E8A55E4E}"/>
                </a:ext>
              </a:extLst>
            </p:cNvPr>
            <p:cNvSpPr/>
            <p:nvPr/>
          </p:nvSpPr>
          <p:spPr>
            <a:xfrm>
              <a:off x="1387603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0" name="Google Shape;4250;p43">
              <a:extLst>
                <a:ext uri="{FF2B5EF4-FFF2-40B4-BE49-F238E27FC236}">
                  <a16:creationId xmlns:a16="http://schemas.microsoft.com/office/drawing/2014/main" id="{6A0B74DD-91C8-A6A8-9EAB-BF011800C0DA}"/>
                </a:ext>
              </a:extLst>
            </p:cNvPr>
            <p:cNvSpPr/>
            <p:nvPr/>
          </p:nvSpPr>
          <p:spPr>
            <a:xfrm>
              <a:off x="713231" y="815211"/>
              <a:ext cx="222044" cy="220542"/>
            </a:xfrm>
            <a:custGeom>
              <a:avLst/>
              <a:gdLst/>
              <a:ahLst/>
              <a:cxnLst/>
              <a:rect l="l" t="t" r="r" b="b"/>
              <a:pathLst>
                <a:path w="1775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1" name="Google Shape;4251;p43">
              <a:extLst>
                <a:ext uri="{FF2B5EF4-FFF2-40B4-BE49-F238E27FC236}">
                  <a16:creationId xmlns:a16="http://schemas.microsoft.com/office/drawing/2014/main" id="{DDA55F10-7990-C81E-D0EB-81C8B7D298FB}"/>
                </a:ext>
              </a:extLst>
            </p:cNvPr>
            <p:cNvSpPr/>
            <p:nvPr/>
          </p:nvSpPr>
          <p:spPr>
            <a:xfrm>
              <a:off x="1050229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52" name="Google Shape;4252;p43">
            <a:extLst>
              <a:ext uri="{FF2B5EF4-FFF2-40B4-BE49-F238E27FC236}">
                <a16:creationId xmlns:a16="http://schemas.microsoft.com/office/drawing/2014/main" id="{9F45FE91-A411-B471-384B-7CB946678E51}"/>
              </a:ext>
            </a:extLst>
          </p:cNvPr>
          <p:cNvGrpSpPr/>
          <p:nvPr/>
        </p:nvGrpSpPr>
        <p:grpSpPr>
          <a:xfrm rot="16200000">
            <a:off x="7153279" y="1604867"/>
            <a:ext cx="1039521" cy="855943"/>
            <a:chOff x="1421488" y="3951845"/>
            <a:chExt cx="698697" cy="575308"/>
          </a:xfrm>
        </p:grpSpPr>
        <p:sp>
          <p:nvSpPr>
            <p:cNvPr id="4253" name="Google Shape;4253;p43">
              <a:extLst>
                <a:ext uri="{FF2B5EF4-FFF2-40B4-BE49-F238E27FC236}">
                  <a16:creationId xmlns:a16="http://schemas.microsoft.com/office/drawing/2014/main" id="{1C4FA1A2-A69C-AEF6-614D-6B73FA0B3486}"/>
                </a:ext>
              </a:extLst>
            </p:cNvPr>
            <p:cNvSpPr/>
            <p:nvPr/>
          </p:nvSpPr>
          <p:spPr>
            <a:xfrm>
              <a:off x="1431956" y="3951845"/>
              <a:ext cx="668009" cy="575308"/>
            </a:xfrm>
            <a:custGeom>
              <a:avLst/>
              <a:gdLst/>
              <a:ahLst/>
              <a:cxnLst/>
              <a:rect l="l" t="t" r="r" b="b"/>
              <a:pathLst>
                <a:path w="8359" h="7199" extrusionOk="0">
                  <a:moveTo>
                    <a:pt x="5286" y="0"/>
                  </a:moveTo>
                  <a:cubicBezTo>
                    <a:pt x="5286" y="0"/>
                    <a:pt x="1" y="2508"/>
                    <a:pt x="696" y="4873"/>
                  </a:cubicBezTo>
                  <a:cubicBezTo>
                    <a:pt x="898" y="5526"/>
                    <a:pt x="1070" y="5818"/>
                    <a:pt x="1163" y="5927"/>
                  </a:cubicBezTo>
                  <a:cubicBezTo>
                    <a:pt x="1202" y="5978"/>
                    <a:pt x="1243" y="6032"/>
                    <a:pt x="1269" y="6087"/>
                  </a:cubicBezTo>
                  <a:cubicBezTo>
                    <a:pt x="1349" y="6205"/>
                    <a:pt x="1564" y="6474"/>
                    <a:pt x="2124" y="6888"/>
                  </a:cubicBezTo>
                  <a:cubicBezTo>
                    <a:pt x="2421" y="7106"/>
                    <a:pt x="2766" y="7198"/>
                    <a:pt x="3138" y="7198"/>
                  </a:cubicBezTo>
                  <a:cubicBezTo>
                    <a:pt x="5251" y="7198"/>
                    <a:pt x="8250" y="4216"/>
                    <a:pt x="8250" y="4216"/>
                  </a:cubicBezTo>
                  <a:lnTo>
                    <a:pt x="8359" y="3271"/>
                  </a:lnTo>
                  <a:lnTo>
                    <a:pt x="7638" y="1509"/>
                  </a:lnTo>
                  <a:lnTo>
                    <a:pt x="6222" y="227"/>
                  </a:lnTo>
                  <a:lnTo>
                    <a:pt x="5286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50000">
                  <a:schemeClr val="accent2"/>
                </a:gs>
                <a:gs pos="100000">
                  <a:schemeClr val="lt1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4" name="Google Shape;4254;p43">
              <a:extLst>
                <a:ext uri="{FF2B5EF4-FFF2-40B4-BE49-F238E27FC236}">
                  <a16:creationId xmlns:a16="http://schemas.microsoft.com/office/drawing/2014/main" id="{85BAF6BF-243A-6A8F-2377-01E99A2F7641}"/>
                </a:ext>
              </a:extLst>
            </p:cNvPr>
            <p:cNvSpPr/>
            <p:nvPr/>
          </p:nvSpPr>
          <p:spPr>
            <a:xfrm>
              <a:off x="1421488" y="3951845"/>
              <a:ext cx="698697" cy="541264"/>
            </a:xfrm>
            <a:custGeom>
              <a:avLst/>
              <a:gdLst/>
              <a:ahLst/>
              <a:cxnLst/>
              <a:rect l="l" t="t" r="r" b="b"/>
              <a:pathLst>
                <a:path w="8743" h="6773" extrusionOk="0">
                  <a:moveTo>
                    <a:pt x="6340" y="0"/>
                  </a:moveTo>
                  <a:cubicBezTo>
                    <a:pt x="3229" y="1374"/>
                    <a:pt x="0" y="3296"/>
                    <a:pt x="1720" y="5754"/>
                  </a:cubicBezTo>
                  <a:cubicBezTo>
                    <a:pt x="2229" y="6474"/>
                    <a:pt x="2840" y="6773"/>
                    <a:pt x="3509" y="6773"/>
                  </a:cubicBezTo>
                  <a:cubicBezTo>
                    <a:pt x="5106" y="6773"/>
                    <a:pt x="7033" y="5071"/>
                    <a:pt x="8688" y="3351"/>
                  </a:cubicBezTo>
                  <a:cubicBezTo>
                    <a:pt x="8743" y="2854"/>
                    <a:pt x="8115" y="1253"/>
                    <a:pt x="8115" y="1253"/>
                  </a:cubicBezTo>
                  <a:cubicBezTo>
                    <a:pt x="8115" y="1253"/>
                    <a:pt x="6821" y="119"/>
                    <a:pt x="6340" y="0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35000">
                  <a:schemeClr val="accent5"/>
                </a:gs>
                <a:gs pos="49000">
                  <a:schemeClr val="accent4"/>
                </a:gs>
                <a:gs pos="73000">
                  <a:schemeClr val="accent5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5" name="Google Shape;4255;p43">
              <a:extLst>
                <a:ext uri="{FF2B5EF4-FFF2-40B4-BE49-F238E27FC236}">
                  <a16:creationId xmlns:a16="http://schemas.microsoft.com/office/drawing/2014/main" id="{7088C579-0E5B-A3AE-8C7C-DFFA14792348}"/>
                </a:ext>
              </a:extLst>
            </p:cNvPr>
            <p:cNvSpPr/>
            <p:nvPr/>
          </p:nvSpPr>
          <p:spPr>
            <a:xfrm>
              <a:off x="1522818" y="3983810"/>
              <a:ext cx="582500" cy="464945"/>
            </a:xfrm>
            <a:custGeom>
              <a:avLst/>
              <a:gdLst/>
              <a:ahLst/>
              <a:cxnLst/>
              <a:rect l="l" t="t" r="r" b="b"/>
              <a:pathLst>
                <a:path w="7289" h="5818" extrusionOk="0">
                  <a:moveTo>
                    <a:pt x="5780" y="0"/>
                  </a:moveTo>
                  <a:cubicBezTo>
                    <a:pt x="5498" y="427"/>
                    <a:pt x="4777" y="1429"/>
                    <a:pt x="4018" y="2121"/>
                  </a:cubicBezTo>
                  <a:cubicBezTo>
                    <a:pt x="3015" y="3015"/>
                    <a:pt x="1535" y="3323"/>
                    <a:pt x="1055" y="3470"/>
                  </a:cubicBezTo>
                  <a:cubicBezTo>
                    <a:pt x="574" y="3617"/>
                    <a:pt x="1" y="4165"/>
                    <a:pt x="706" y="5165"/>
                  </a:cubicBezTo>
                  <a:cubicBezTo>
                    <a:pt x="1041" y="5649"/>
                    <a:pt x="1383" y="5818"/>
                    <a:pt x="1680" y="5818"/>
                  </a:cubicBezTo>
                  <a:cubicBezTo>
                    <a:pt x="1998" y="5818"/>
                    <a:pt x="2264" y="5625"/>
                    <a:pt x="2416" y="5418"/>
                  </a:cubicBezTo>
                  <a:cubicBezTo>
                    <a:pt x="2708" y="5017"/>
                    <a:pt x="3509" y="3723"/>
                    <a:pt x="4697" y="3082"/>
                  </a:cubicBezTo>
                  <a:cubicBezTo>
                    <a:pt x="5607" y="2589"/>
                    <a:pt x="6779" y="2269"/>
                    <a:pt x="7289" y="2134"/>
                  </a:cubicBezTo>
                  <a:cubicBezTo>
                    <a:pt x="7113" y="1535"/>
                    <a:pt x="6847" y="853"/>
                    <a:pt x="6847" y="853"/>
                  </a:cubicBezTo>
                  <a:cubicBezTo>
                    <a:pt x="6847" y="853"/>
                    <a:pt x="6299" y="372"/>
                    <a:pt x="5780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1000">
                  <a:schemeClr val="accent1"/>
                </a:gs>
                <a:gs pos="47000">
                  <a:schemeClr val="accent3"/>
                </a:gs>
                <a:gs pos="74000">
                  <a:schemeClr val="accent1"/>
                </a:gs>
                <a:gs pos="100000">
                  <a:schemeClr val="accent3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6" name="Google Shape;4256;p43">
              <a:extLst>
                <a:ext uri="{FF2B5EF4-FFF2-40B4-BE49-F238E27FC236}">
                  <a16:creationId xmlns:a16="http://schemas.microsoft.com/office/drawing/2014/main" id="{DE5963BC-A0AB-36FA-C2C7-43A374F7D172}"/>
                </a:ext>
              </a:extLst>
            </p:cNvPr>
            <p:cNvSpPr/>
            <p:nvPr/>
          </p:nvSpPr>
          <p:spPr>
            <a:xfrm>
              <a:off x="1731714" y="4057251"/>
              <a:ext cx="328850" cy="234870"/>
            </a:xfrm>
            <a:custGeom>
              <a:avLst/>
              <a:gdLst/>
              <a:ahLst/>
              <a:cxnLst/>
              <a:rect l="l" t="t" r="r" b="b"/>
              <a:pathLst>
                <a:path w="4115" h="2939" extrusionOk="0">
                  <a:moveTo>
                    <a:pt x="4047" y="1"/>
                  </a:moveTo>
                  <a:lnTo>
                    <a:pt x="1" y="2858"/>
                  </a:lnTo>
                  <a:lnTo>
                    <a:pt x="55" y="2939"/>
                  </a:lnTo>
                  <a:lnTo>
                    <a:pt x="4114" y="94"/>
                  </a:lnTo>
                  <a:lnTo>
                    <a:pt x="4047" y="1"/>
                  </a:lnTo>
                  <a:close/>
                </a:path>
              </a:pathLst>
            </a:custGeom>
            <a:solidFill>
              <a:srgbClr val="A105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7" name="Google Shape;4257;p43">
              <a:extLst>
                <a:ext uri="{FF2B5EF4-FFF2-40B4-BE49-F238E27FC236}">
                  <a16:creationId xmlns:a16="http://schemas.microsoft.com/office/drawing/2014/main" id="{81242382-831F-70AB-8500-4CD471C6FFCF}"/>
                </a:ext>
              </a:extLst>
            </p:cNvPr>
            <p:cNvSpPr/>
            <p:nvPr/>
          </p:nvSpPr>
          <p:spPr>
            <a:xfrm>
              <a:off x="1899133" y="4083782"/>
              <a:ext cx="115317" cy="93341"/>
            </a:xfrm>
            <a:custGeom>
              <a:avLst/>
              <a:gdLst/>
              <a:ahLst/>
              <a:cxnLst/>
              <a:rect l="l" t="t" r="r" b="b"/>
              <a:pathLst>
                <a:path w="1443" h="1168" extrusionOk="0">
                  <a:moveTo>
                    <a:pt x="1038" y="0"/>
                  </a:moveTo>
                  <a:cubicBezTo>
                    <a:pt x="963" y="0"/>
                    <a:pt x="886" y="22"/>
                    <a:pt x="818" y="69"/>
                  </a:cubicBezTo>
                  <a:lnTo>
                    <a:pt x="203" y="499"/>
                  </a:lnTo>
                  <a:cubicBezTo>
                    <a:pt x="43" y="617"/>
                    <a:pt x="1" y="845"/>
                    <a:pt x="123" y="1005"/>
                  </a:cubicBezTo>
                  <a:cubicBezTo>
                    <a:pt x="187" y="1111"/>
                    <a:pt x="303" y="1167"/>
                    <a:pt x="419" y="1167"/>
                  </a:cubicBezTo>
                  <a:cubicBezTo>
                    <a:pt x="493" y="1167"/>
                    <a:pt x="567" y="1145"/>
                    <a:pt x="629" y="1098"/>
                  </a:cubicBezTo>
                  <a:lnTo>
                    <a:pt x="1244" y="672"/>
                  </a:lnTo>
                  <a:cubicBezTo>
                    <a:pt x="1404" y="550"/>
                    <a:pt x="1443" y="322"/>
                    <a:pt x="1337" y="149"/>
                  </a:cubicBezTo>
                  <a:cubicBezTo>
                    <a:pt x="1265" y="53"/>
                    <a:pt x="1154" y="0"/>
                    <a:pt x="1038" y="0"/>
                  </a:cubicBezTo>
                  <a:close/>
                </a:path>
              </a:pathLst>
            </a:custGeom>
            <a:solidFill>
              <a:srgbClr val="A105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8" name="Google Shape;4258;p43">
              <a:extLst>
                <a:ext uri="{FF2B5EF4-FFF2-40B4-BE49-F238E27FC236}">
                  <a16:creationId xmlns:a16="http://schemas.microsoft.com/office/drawing/2014/main" id="{9A15A312-5394-A0DB-E4BC-60847A1BF635}"/>
                </a:ext>
              </a:extLst>
            </p:cNvPr>
            <p:cNvSpPr/>
            <p:nvPr/>
          </p:nvSpPr>
          <p:spPr>
            <a:xfrm>
              <a:off x="1776545" y="4247206"/>
              <a:ext cx="312707" cy="232553"/>
            </a:xfrm>
            <a:custGeom>
              <a:avLst/>
              <a:gdLst/>
              <a:ahLst/>
              <a:cxnLst/>
              <a:rect l="l" t="t" r="r" b="b"/>
              <a:pathLst>
                <a:path w="3913" h="2910" extrusionOk="0">
                  <a:moveTo>
                    <a:pt x="3912" y="1"/>
                  </a:moveTo>
                  <a:lnTo>
                    <a:pt x="3912" y="1"/>
                  </a:lnTo>
                  <a:cubicBezTo>
                    <a:pt x="2711" y="241"/>
                    <a:pt x="455" y="936"/>
                    <a:pt x="0" y="2910"/>
                  </a:cubicBezTo>
                  <a:cubicBezTo>
                    <a:pt x="1269" y="2471"/>
                    <a:pt x="2656" y="1282"/>
                    <a:pt x="39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9" name="Google Shape;4259;p43">
              <a:extLst>
                <a:ext uri="{FF2B5EF4-FFF2-40B4-BE49-F238E27FC236}">
                  <a16:creationId xmlns:a16="http://schemas.microsoft.com/office/drawing/2014/main" id="{A9A8B643-064F-6FBF-4101-A1D8EEF8E4F7}"/>
                </a:ext>
              </a:extLst>
            </p:cNvPr>
            <p:cNvSpPr/>
            <p:nvPr/>
          </p:nvSpPr>
          <p:spPr>
            <a:xfrm>
              <a:off x="1568689" y="3967668"/>
              <a:ext cx="324135" cy="216330"/>
            </a:xfrm>
            <a:custGeom>
              <a:avLst/>
              <a:gdLst/>
              <a:ahLst/>
              <a:cxnLst/>
              <a:rect l="l" t="t" r="r" b="b"/>
              <a:pathLst>
                <a:path w="4056" h="2707" extrusionOk="0">
                  <a:moveTo>
                    <a:pt x="4056" y="1"/>
                  </a:moveTo>
                  <a:lnTo>
                    <a:pt x="4056" y="1"/>
                  </a:lnTo>
                  <a:cubicBezTo>
                    <a:pt x="2428" y="750"/>
                    <a:pt x="827" y="1644"/>
                    <a:pt x="0" y="2685"/>
                  </a:cubicBezTo>
                  <a:cubicBezTo>
                    <a:pt x="118" y="2699"/>
                    <a:pt x="234" y="2706"/>
                    <a:pt x="349" y="2706"/>
                  </a:cubicBezTo>
                  <a:cubicBezTo>
                    <a:pt x="2168" y="2706"/>
                    <a:pt x="3468" y="980"/>
                    <a:pt x="405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60" name="Google Shape;4260;p43">
            <a:extLst>
              <a:ext uri="{FF2B5EF4-FFF2-40B4-BE49-F238E27FC236}">
                <a16:creationId xmlns:a16="http://schemas.microsoft.com/office/drawing/2014/main" id="{55F523F4-41C9-BF43-7B0F-F88FA7BC5284}"/>
              </a:ext>
            </a:extLst>
          </p:cNvPr>
          <p:cNvGrpSpPr/>
          <p:nvPr/>
        </p:nvGrpSpPr>
        <p:grpSpPr>
          <a:xfrm>
            <a:off x="8201892" y="3009776"/>
            <a:ext cx="228872" cy="1594227"/>
            <a:chOff x="425780" y="482769"/>
            <a:chExt cx="127819" cy="561525"/>
          </a:xfrm>
        </p:grpSpPr>
        <p:sp>
          <p:nvSpPr>
            <p:cNvPr id="4261" name="Google Shape;4261;p43">
              <a:extLst>
                <a:ext uri="{FF2B5EF4-FFF2-40B4-BE49-F238E27FC236}">
                  <a16:creationId xmlns:a16="http://schemas.microsoft.com/office/drawing/2014/main" id="{49C4F9DF-8CB1-8BCA-F104-DB47705EA9AC}"/>
                </a:ext>
              </a:extLst>
            </p:cNvPr>
            <p:cNvSpPr/>
            <p:nvPr/>
          </p:nvSpPr>
          <p:spPr>
            <a:xfrm>
              <a:off x="425780" y="482769"/>
              <a:ext cx="10474" cy="561525"/>
            </a:xfrm>
            <a:custGeom>
              <a:avLst/>
              <a:gdLst/>
              <a:ahLst/>
              <a:cxnLst/>
              <a:rect l="l" t="t" r="r" b="b"/>
              <a:pathLst>
                <a:path w="187" h="10025" extrusionOk="0">
                  <a:moveTo>
                    <a:pt x="1" y="0"/>
                  </a:moveTo>
                  <a:lnTo>
                    <a:pt x="1" y="10024"/>
                  </a:lnTo>
                  <a:lnTo>
                    <a:pt x="187" y="10024"/>
                  </a:lnTo>
                  <a:lnTo>
                    <a:pt x="187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2" name="Google Shape;4262;p43">
              <a:extLst>
                <a:ext uri="{FF2B5EF4-FFF2-40B4-BE49-F238E27FC236}">
                  <a16:creationId xmlns:a16="http://schemas.microsoft.com/office/drawing/2014/main" id="{FE5D0736-7D3E-BF90-4C5A-80F3A6D8F82E}"/>
                </a:ext>
              </a:extLst>
            </p:cNvPr>
            <p:cNvSpPr/>
            <p:nvPr/>
          </p:nvSpPr>
          <p:spPr>
            <a:xfrm>
              <a:off x="445160" y="482769"/>
              <a:ext cx="10642" cy="561525"/>
            </a:xfrm>
            <a:custGeom>
              <a:avLst/>
              <a:gdLst/>
              <a:ahLst/>
              <a:cxnLst/>
              <a:rect l="l" t="t" r="r" b="b"/>
              <a:pathLst>
                <a:path w="190" h="10025" extrusionOk="0">
                  <a:moveTo>
                    <a:pt x="1" y="0"/>
                  </a:moveTo>
                  <a:lnTo>
                    <a:pt x="1" y="10024"/>
                  </a:lnTo>
                  <a:lnTo>
                    <a:pt x="190" y="10024"/>
                  </a:lnTo>
                  <a:lnTo>
                    <a:pt x="190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3" name="Google Shape;4263;p43">
              <a:extLst>
                <a:ext uri="{FF2B5EF4-FFF2-40B4-BE49-F238E27FC236}">
                  <a16:creationId xmlns:a16="http://schemas.microsoft.com/office/drawing/2014/main" id="{9CC68225-4187-8F7B-A733-290DF1D2A686}"/>
                </a:ext>
              </a:extLst>
            </p:cNvPr>
            <p:cNvSpPr/>
            <p:nvPr/>
          </p:nvSpPr>
          <p:spPr>
            <a:xfrm>
              <a:off x="464708" y="482769"/>
              <a:ext cx="10474" cy="561525"/>
            </a:xfrm>
            <a:custGeom>
              <a:avLst/>
              <a:gdLst/>
              <a:ahLst/>
              <a:cxnLst/>
              <a:rect l="l" t="t" r="r" b="b"/>
              <a:pathLst>
                <a:path w="187" h="10025" extrusionOk="0">
                  <a:moveTo>
                    <a:pt x="1" y="0"/>
                  </a:moveTo>
                  <a:lnTo>
                    <a:pt x="1" y="10024"/>
                  </a:lnTo>
                  <a:lnTo>
                    <a:pt x="187" y="10024"/>
                  </a:lnTo>
                  <a:lnTo>
                    <a:pt x="187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4" name="Google Shape;4264;p43">
              <a:extLst>
                <a:ext uri="{FF2B5EF4-FFF2-40B4-BE49-F238E27FC236}">
                  <a16:creationId xmlns:a16="http://schemas.microsoft.com/office/drawing/2014/main" id="{3A63000B-96DF-CFA1-DE21-BCEE819CCA8B}"/>
                </a:ext>
              </a:extLst>
            </p:cNvPr>
            <p:cNvSpPr/>
            <p:nvPr/>
          </p:nvSpPr>
          <p:spPr>
            <a:xfrm>
              <a:off x="484088" y="482769"/>
              <a:ext cx="10474" cy="561525"/>
            </a:xfrm>
            <a:custGeom>
              <a:avLst/>
              <a:gdLst/>
              <a:ahLst/>
              <a:cxnLst/>
              <a:rect l="l" t="t" r="r" b="b"/>
              <a:pathLst>
                <a:path w="187" h="10025" extrusionOk="0">
                  <a:moveTo>
                    <a:pt x="1" y="0"/>
                  </a:moveTo>
                  <a:lnTo>
                    <a:pt x="1" y="10024"/>
                  </a:lnTo>
                  <a:lnTo>
                    <a:pt x="187" y="10024"/>
                  </a:lnTo>
                  <a:lnTo>
                    <a:pt x="187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5" name="Google Shape;4265;p43">
              <a:extLst>
                <a:ext uri="{FF2B5EF4-FFF2-40B4-BE49-F238E27FC236}">
                  <a16:creationId xmlns:a16="http://schemas.microsoft.com/office/drawing/2014/main" id="{3EDC42CA-9C8F-EE4C-9521-9B5F150673F8}"/>
                </a:ext>
              </a:extLst>
            </p:cNvPr>
            <p:cNvSpPr/>
            <p:nvPr/>
          </p:nvSpPr>
          <p:spPr>
            <a:xfrm>
              <a:off x="503468" y="482769"/>
              <a:ext cx="10642" cy="561525"/>
            </a:xfrm>
            <a:custGeom>
              <a:avLst/>
              <a:gdLst/>
              <a:ahLst/>
              <a:cxnLst/>
              <a:rect l="l" t="t" r="r" b="b"/>
              <a:pathLst>
                <a:path w="190" h="10025" extrusionOk="0">
                  <a:moveTo>
                    <a:pt x="1" y="0"/>
                  </a:moveTo>
                  <a:lnTo>
                    <a:pt x="1" y="10024"/>
                  </a:lnTo>
                  <a:lnTo>
                    <a:pt x="190" y="10024"/>
                  </a:lnTo>
                  <a:lnTo>
                    <a:pt x="190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6" name="Google Shape;4266;p43">
              <a:extLst>
                <a:ext uri="{FF2B5EF4-FFF2-40B4-BE49-F238E27FC236}">
                  <a16:creationId xmlns:a16="http://schemas.microsoft.com/office/drawing/2014/main" id="{D2FFEB72-1CD9-A2E1-4D37-1E716169BDFC}"/>
                </a:ext>
              </a:extLst>
            </p:cNvPr>
            <p:cNvSpPr/>
            <p:nvPr/>
          </p:nvSpPr>
          <p:spPr>
            <a:xfrm>
              <a:off x="523072" y="482769"/>
              <a:ext cx="11146" cy="561525"/>
            </a:xfrm>
            <a:custGeom>
              <a:avLst/>
              <a:gdLst/>
              <a:ahLst/>
              <a:cxnLst/>
              <a:rect l="l" t="t" r="r" b="b"/>
              <a:pathLst>
                <a:path w="199" h="10025" extrusionOk="0">
                  <a:moveTo>
                    <a:pt x="0" y="0"/>
                  </a:moveTo>
                  <a:lnTo>
                    <a:pt x="0" y="10024"/>
                  </a:lnTo>
                  <a:lnTo>
                    <a:pt x="199" y="10024"/>
                  </a:lnTo>
                  <a:lnTo>
                    <a:pt x="199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7" name="Google Shape;4267;p43">
              <a:extLst>
                <a:ext uri="{FF2B5EF4-FFF2-40B4-BE49-F238E27FC236}">
                  <a16:creationId xmlns:a16="http://schemas.microsoft.com/office/drawing/2014/main" id="{85ED14B4-EA13-8601-9627-9DD726460B6A}"/>
                </a:ext>
              </a:extLst>
            </p:cNvPr>
            <p:cNvSpPr/>
            <p:nvPr/>
          </p:nvSpPr>
          <p:spPr>
            <a:xfrm>
              <a:off x="542452" y="482769"/>
              <a:ext cx="11146" cy="561525"/>
            </a:xfrm>
            <a:custGeom>
              <a:avLst/>
              <a:gdLst/>
              <a:ahLst/>
              <a:cxnLst/>
              <a:rect l="l" t="t" r="r" b="b"/>
              <a:pathLst>
                <a:path w="199" h="10025" extrusionOk="0">
                  <a:moveTo>
                    <a:pt x="0" y="0"/>
                  </a:moveTo>
                  <a:lnTo>
                    <a:pt x="0" y="10024"/>
                  </a:lnTo>
                  <a:lnTo>
                    <a:pt x="199" y="10024"/>
                  </a:lnTo>
                  <a:lnTo>
                    <a:pt x="199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Google Shape;4202;p43">
            <a:extLst>
              <a:ext uri="{FF2B5EF4-FFF2-40B4-BE49-F238E27FC236}">
                <a16:creationId xmlns:a16="http://schemas.microsoft.com/office/drawing/2014/main" id="{4E3B3566-AEBF-FE43-5D11-4975F0F9DF98}"/>
              </a:ext>
            </a:extLst>
          </p:cNvPr>
          <p:cNvSpPr txBox="1">
            <a:spLocks/>
          </p:cNvSpPr>
          <p:nvPr/>
        </p:nvSpPr>
        <p:spPr>
          <a:xfrm>
            <a:off x="2097141" y="2532431"/>
            <a:ext cx="4838131" cy="1006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rbitron"/>
              <a:buNone/>
              <a:defRPr sz="72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 sz="4400" dirty="0"/>
              <a:t>Any </a:t>
            </a:r>
            <a:r>
              <a:rPr lang="en-US" sz="4400" dirty="0">
                <a:solidFill>
                  <a:schemeClr val="accent4"/>
                </a:solidFill>
              </a:rPr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18653236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Gaming Channel Pich Deck by Slidesgo">
  <a:themeElements>
    <a:clrScheme name="Simple Light">
      <a:dk1>
        <a:srgbClr val="FFFFFF"/>
      </a:dk1>
      <a:lt1>
        <a:srgbClr val="120035"/>
      </a:lt1>
      <a:dk2>
        <a:srgbClr val="284179"/>
      </a:dk2>
      <a:lt2>
        <a:srgbClr val="122B57"/>
      </a:lt2>
      <a:accent1>
        <a:srgbClr val="007C8F"/>
      </a:accent1>
      <a:accent2>
        <a:srgbClr val="00A1A7"/>
      </a:accent2>
      <a:accent3>
        <a:srgbClr val="00C0DA"/>
      </a:accent3>
      <a:accent4>
        <a:srgbClr val="FF247F"/>
      </a:accent4>
      <a:accent5>
        <a:srgbClr val="A1054E"/>
      </a:accent5>
      <a:accent6>
        <a:srgbClr val="4B0328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1960</TotalTime>
  <Words>924</Words>
  <Application>Microsoft Office PowerPoint</Application>
  <PresentationFormat>On-screen Show (16:9)</PresentationFormat>
  <Paragraphs>128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4" baseType="lpstr">
      <vt:lpstr>Open Sans</vt:lpstr>
      <vt:lpstr>Lato</vt:lpstr>
      <vt:lpstr>Arimo SemiBold</vt:lpstr>
      <vt:lpstr>Arial</vt:lpstr>
      <vt:lpstr>Orbitron</vt:lpstr>
      <vt:lpstr>Bebas Neue</vt:lpstr>
      <vt:lpstr>Nunito Light</vt:lpstr>
      <vt:lpstr>Montserrat</vt:lpstr>
      <vt:lpstr>Archivo ExtraBold</vt:lpstr>
      <vt:lpstr>Anaheim</vt:lpstr>
      <vt:lpstr>Gaming Channel Pich Deck by Slidesgo</vt:lpstr>
      <vt:lpstr>Session 10</vt:lpstr>
      <vt:lpstr>Content of session</vt:lpstr>
      <vt:lpstr>Recap (Assets)</vt:lpstr>
      <vt:lpstr>Assets</vt:lpstr>
      <vt:lpstr>Assets use 1st method</vt:lpstr>
      <vt:lpstr>Assets use 1st method</vt:lpstr>
      <vt:lpstr>PowerPoint Presentation</vt:lpstr>
      <vt:lpstr>Assets use 2nd method</vt:lpstr>
      <vt:lpstr>Assets use 2nd method </vt:lpstr>
      <vt:lpstr>3D Collisions</vt:lpstr>
      <vt:lpstr>3D collision</vt:lpstr>
      <vt:lpstr>3D collision</vt:lpstr>
      <vt:lpstr>3D collision</vt:lpstr>
      <vt:lpstr>PowerPoint Presentation</vt:lpstr>
      <vt:lpstr>A Note</vt:lpstr>
      <vt:lpstr>Replacing Greyboxes</vt:lpstr>
      <vt:lpstr>PowerPoint Presentation</vt:lpstr>
      <vt:lpstr>Grey Boxing</vt:lpstr>
      <vt:lpstr>Grey Boxing</vt:lpstr>
      <vt:lpstr>Replacing Grey Boxes</vt:lpstr>
      <vt:lpstr>Replacing Grey Boxes</vt:lpstr>
      <vt:lpstr>Ta-Da!</vt:lpstr>
      <vt:lpstr>Replacing Grey Boxes</vt:lpstr>
      <vt:lpstr>Replacing Grey Boxes</vt:lpstr>
      <vt:lpstr>PowerPoint Presentation</vt:lpstr>
      <vt:lpstr>Environment &amp; Lighting</vt:lpstr>
      <vt:lpstr>Environment</vt:lpstr>
      <vt:lpstr>Environment</vt:lpstr>
      <vt:lpstr>Environment</vt:lpstr>
      <vt:lpstr>Environment</vt:lpstr>
      <vt:lpstr>Environment</vt:lpstr>
      <vt:lpstr>Lighting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Mohammed;Youssef;Ammar</dc:creator>
  <cp:lastModifiedBy>youssef zahran</cp:lastModifiedBy>
  <cp:revision>125</cp:revision>
  <dcterms:modified xsi:type="dcterms:W3CDTF">2025-07-19T13:13:27Z</dcterms:modified>
</cp:coreProperties>
</file>