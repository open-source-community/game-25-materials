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6"/>
  </p:notesMasterIdLst>
  <p:sldIdLst>
    <p:sldId id="256" r:id="rId2"/>
    <p:sldId id="258" r:id="rId3"/>
    <p:sldId id="358" r:id="rId4"/>
    <p:sldId id="427" r:id="rId5"/>
    <p:sldId id="440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  <p:sldId id="458" r:id="rId15"/>
    <p:sldId id="459" r:id="rId16"/>
    <p:sldId id="460" r:id="rId17"/>
    <p:sldId id="338" r:id="rId18"/>
    <p:sldId id="441" r:id="rId19"/>
    <p:sldId id="461" r:id="rId20"/>
    <p:sldId id="462" r:id="rId21"/>
    <p:sldId id="463" r:id="rId22"/>
    <p:sldId id="464" r:id="rId23"/>
    <p:sldId id="465" r:id="rId24"/>
    <p:sldId id="351" r:id="rId25"/>
  </p:sldIdLst>
  <p:sldSz cx="9144000" cy="5143500" type="screen16x9"/>
  <p:notesSz cx="6858000" cy="9144000"/>
  <p:embeddedFontLst>
    <p:embeddedFont>
      <p:font typeface="Anaheim" panose="020B0604020202020204" charset="0"/>
      <p:regular r:id="rId27"/>
      <p:bold r:id="rId28"/>
    </p:embeddedFont>
    <p:embeddedFont>
      <p:font typeface="Archivo ExtraBold" panose="020B0604020202020204" charset="0"/>
      <p:bold r:id="rId29"/>
      <p:boldItalic r:id="rId30"/>
    </p:embeddedFont>
    <p:embeddedFont>
      <p:font typeface="Arimo SemiBold" panose="020B0604020202020204" charset="0"/>
      <p:regular r:id="rId31"/>
      <p:bold r:id="rId32"/>
      <p:italic r:id="rId33"/>
      <p:boldItalic r:id="rId34"/>
    </p:embeddedFont>
    <p:embeddedFont>
      <p:font typeface="Bebas Neue" panose="020B0606020202050201" pitchFamily="34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Nunito Light" pitchFamily="2" charset="0"/>
      <p:regular r:id="rId44"/>
      <p:italic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Orbitron" panose="020B060402020202020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7F"/>
    <a:srgbClr val="122B57"/>
    <a:srgbClr val="212121"/>
    <a:srgbClr val="2574A0"/>
    <a:srgbClr val="1E9BBE"/>
    <a:srgbClr val="A1054E"/>
    <a:srgbClr val="BC0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A026B2-3B89-4F4F-98E4-2A92324FB0AA}">
  <a:tblStyle styleId="{44A026B2-3B89-4F4F-98E4-2A92324FB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36242F-FA6E-4C80-88F3-79A3840D32E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76" autoAdjust="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font" Target="fonts/font2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5" name="Google Shape;308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0" name="Google Shape;317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5FDCE002-6FCA-E8E1-26D0-954CA321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7B75A138-9E90-9A11-AA9C-1D5EC95C8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14F21ACE-75A9-8F0E-C3A4-B8C0F8AA8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980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FE20727-4ADF-05E6-C181-A18D0F16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91C8385A-8690-8798-7DC7-8714B32AA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B49C41BE-0F4E-BA12-3D24-7740D15F8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065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4F0564D-3E34-513A-1527-903BACCF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BD44A48-B166-EADD-D483-2FBFF8550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57DB6286-9D78-AFED-6340-215A26CF9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5245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99AF4676-079E-7711-E759-A256A867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84BB08B-8334-6A9A-F8BF-08AA07AC0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0EC618EE-C7CC-EC7C-F7FD-C399CF151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8975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320312E7-4CA2-1D79-40ED-8C432485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1F27853-ABD1-0E62-F03E-DB1C356D8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E6AAB3AA-0F74-552A-49A1-C743FF1E1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4825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9C0CB46-5274-535C-5760-EA2A41F0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9BF11D7C-719B-2074-E6FB-4DB726D8A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60372125-A887-4A7A-E6E2-34B43C8B4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8942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8263B654-A6A2-DEF3-0FA0-3CDD2A84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8A1D74DB-29E7-18D4-D477-F79C6A565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FC10836-3247-DBE2-B5AC-1EC170BF8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5980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E79D3BD5-B84A-926B-7802-6044335E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52A4B4A6-841C-1619-7FC0-614EA4A3D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D5B4A64-0718-7A46-40E2-617DAABE9B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882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ED0E832-6DDB-A147-25CF-ABD3D477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E0DB8D14-C259-A35C-8A6D-3006611E0B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A322C4A-E7BF-3114-0B4F-3A76D9DB2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2663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050B8024-E447-529C-4787-0AA8178C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0CCAFB38-8051-BB23-033E-7ED4C0ECDA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46A44D5-491F-05EE-CD5E-F53F9CF38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645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D94F00BC-A8DC-FFC9-2E17-518883DF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5D1C607A-EFD7-B73C-EAFF-23AB70E90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0427E44-190D-BAC4-A60B-9CCA252BA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7840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050B8024-E447-529C-4787-0AA8178C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0CCAFB38-8051-BB23-033E-7ED4C0ECDA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46A44D5-491F-05EE-CD5E-F53F9CF38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2227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90767791-5C19-9D97-08ED-2F423F5F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095210C8-C9D3-1243-70FF-D24616B5A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0500DC79-8A3B-F0EA-30EF-1FF56396A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8230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840A0F4-90DE-EABA-0AF3-CB4852E27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34C3E9A6-6985-E088-8A68-0DE3FB91B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2E3D2F97-3CEF-5569-1920-2193A1134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779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638F5CD8-EA22-C6D4-8E0A-D69BC2E1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0475F6AC-009B-6A63-824A-BD93E2450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6A53923C-8F09-F017-4E1E-8EEED8E25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43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833805AC-04A7-1774-AA26-5EF6DCBA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22282351-DBB0-BCD2-2EEF-1293E287F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E420748D-AF65-EC07-B204-3A9003488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8060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EB7AF5F4-165C-E0FF-C305-6B8D00AC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369929CB-DFC5-BD1E-F67C-4C3CB4D1E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B31FFA6A-3A7C-0B50-DB2A-E40C2903C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0002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2CA6B32-2FF3-40E4-69A2-4EAA8096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0CA88837-E30C-C806-52BE-3D4483AF96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6E291D11-F42E-AB6A-555B-A30F4E0F9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3836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6AEEDC88-B352-A4C2-4BC9-48B26961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064252D8-68ED-14B7-E502-7B4B56732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5C3748F8-42DD-FF7A-5FE4-4EE3404CE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69500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484D031B-F3C5-1391-FAE6-1ED4384F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C3521757-390C-6070-FA24-4060F9094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3C210B84-F181-13FD-C641-E1BAC964E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7124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132927CE-D095-63B4-A1F8-DA027B66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0EBA27F-5B3D-7193-6AB4-0A731B9D2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208D2CBB-F5B3-4D21-68E8-58BC25A5B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44678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8">
          <a:extLst>
            <a:ext uri="{FF2B5EF4-FFF2-40B4-BE49-F238E27FC236}">
              <a16:creationId xmlns:a16="http://schemas.microsoft.com/office/drawing/2014/main" id="{D9537314-6B05-2C2B-0331-9FF8743D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g135e18421cc_13_10:notes">
            <a:extLst>
              <a:ext uri="{FF2B5EF4-FFF2-40B4-BE49-F238E27FC236}">
                <a16:creationId xmlns:a16="http://schemas.microsoft.com/office/drawing/2014/main" id="{3ABB3794-D0D5-F5D7-FC36-67BF22DB3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0" name="Google Shape;4200;g135e18421cc_13_10:notes">
            <a:extLst>
              <a:ext uri="{FF2B5EF4-FFF2-40B4-BE49-F238E27FC236}">
                <a16:creationId xmlns:a16="http://schemas.microsoft.com/office/drawing/2014/main" id="{C47BEB8F-9AFB-0707-36A8-6E185EDFA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7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0" name="Google Shape;10;p2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55;p2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" name="Google Shape;92;p2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3" name="Google Shape;93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2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6" name="Google Shape;166;p2"/>
          <p:cNvSpPr txBox="1">
            <a:spLocks noGrp="1"/>
          </p:cNvSpPr>
          <p:nvPr>
            <p:ph type="ctrTitle"/>
          </p:nvPr>
        </p:nvSpPr>
        <p:spPr>
          <a:xfrm>
            <a:off x="713225" y="920900"/>
            <a:ext cx="4525800" cy="28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"/>
          <p:cNvSpPr txBox="1">
            <a:spLocks noGrp="1"/>
          </p:cNvSpPr>
          <p:nvPr>
            <p:ph type="subTitle" idx="1"/>
          </p:nvPr>
        </p:nvSpPr>
        <p:spPr>
          <a:xfrm>
            <a:off x="713225" y="3746800"/>
            <a:ext cx="4341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8" name="Google Shape;168;p2"/>
          <p:cNvGrpSpPr/>
          <p:nvPr/>
        </p:nvGrpSpPr>
        <p:grpSpPr>
          <a:xfrm flipH="1">
            <a:off x="8430779" y="539492"/>
            <a:ext cx="205749" cy="1508819"/>
            <a:chOff x="425780" y="482769"/>
            <a:chExt cx="127819" cy="561525"/>
          </a:xfrm>
        </p:grpSpPr>
        <p:sp>
          <p:nvSpPr>
            <p:cNvPr id="169" name="Google Shape;169;p2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78" name="Google Shape;178;p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87" name="Google Shape;187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24" name="Google Shape;224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61" name="Google Shape;261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4" name="Google Shape;334;p3"/>
          <p:cNvSpPr txBox="1">
            <a:spLocks noGrp="1"/>
          </p:cNvSpPr>
          <p:nvPr>
            <p:ph type="title"/>
          </p:nvPr>
        </p:nvSpPr>
        <p:spPr>
          <a:xfrm>
            <a:off x="713225" y="2007450"/>
            <a:ext cx="4068900" cy="16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5" name="Google Shape;335;p3"/>
          <p:cNvSpPr txBox="1">
            <a:spLocks noGrp="1"/>
          </p:cNvSpPr>
          <p:nvPr>
            <p:ph type="title" idx="2" hasCustomPrompt="1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3"/>
          <p:cNvSpPr txBox="1">
            <a:spLocks noGrp="1"/>
          </p:cNvSpPr>
          <p:nvPr>
            <p:ph type="subTitle" idx="1"/>
          </p:nvPr>
        </p:nvSpPr>
        <p:spPr>
          <a:xfrm>
            <a:off x="713225" y="3680475"/>
            <a:ext cx="40689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 b="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7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821" name="Google Shape;821;p7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828;p7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829" name="Google Shape;829;p7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830" name="Google Shape;830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" name="Google Shape;866;p7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867" name="Google Shape;867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3" name="Google Shape;903;p7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04" name="Google Shape;904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0" name="Google Shape;940;p7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941" name="Google Shape;941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77" name="Google Shape;977;p7"/>
          <p:cNvSpPr txBox="1">
            <a:spLocks noGrp="1"/>
          </p:cNvSpPr>
          <p:nvPr>
            <p:ph type="title"/>
          </p:nvPr>
        </p:nvSpPr>
        <p:spPr>
          <a:xfrm>
            <a:off x="811975" y="10611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8" name="Google Shape;978;p7"/>
          <p:cNvSpPr txBox="1">
            <a:spLocks noGrp="1"/>
          </p:cNvSpPr>
          <p:nvPr>
            <p:ph type="subTitle" idx="1"/>
          </p:nvPr>
        </p:nvSpPr>
        <p:spPr>
          <a:xfrm>
            <a:off x="811975" y="1762887"/>
            <a:ext cx="3759900" cy="17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79" name="Google Shape;979;p7"/>
          <p:cNvSpPr>
            <a:spLocks noGrp="1"/>
          </p:cNvSpPr>
          <p:nvPr>
            <p:ph type="pic" idx="2"/>
          </p:nvPr>
        </p:nvSpPr>
        <p:spPr>
          <a:xfrm>
            <a:off x="4873575" y="539550"/>
            <a:ext cx="34851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8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982" name="Google Shape;982;p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9" name="Google Shape;989;p8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990" name="Google Shape;990;p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991" name="Google Shape;991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7" name="Google Shape;1027;p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028" name="Google Shape;1028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4" name="Google Shape;1064;p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065" name="Google Shape;1065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1" name="Google Shape;1101;p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102" name="Google Shape;1102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38" name="Google Shape;113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oogle Shape;1140;p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141" name="Google Shape;1141;p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8" name="Google Shape;1148;p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149" name="Google Shape;1149;p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150" name="Google Shape;1150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6" name="Google Shape;1186;p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187" name="Google Shape;1187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3" name="Google Shape;1223;p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224" name="Google Shape;1224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261" name="Google Shape;1261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7" name="Google Shape;129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8" name="Google Shape;129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01" name="Google Shape;1301;p1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302" name="Google Shape;1302;p1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7" name="Google Shape;1307;p1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308" name="Google Shape;1308;p1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309" name="Google Shape;1309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1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346" name="Google Shape;1346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2" name="Google Shape;1382;p1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383" name="Google Shape;1383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9" name="Google Shape;1419;p1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420" name="Google Shape;1420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1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619" name="Google Shape;1619;p1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1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627" name="Google Shape;1627;p1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628" name="Google Shape;1628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4" name="Google Shape;1664;p1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665" name="Google Shape;1665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1" name="Google Shape;1701;p1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702" name="Google Shape;1702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8" name="Google Shape;1738;p1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739" name="Google Shape;1739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75" name="Google Shape;17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76" name="Google Shape;1776;p13"/>
          <p:cNvSpPr txBox="1">
            <a:spLocks noGrp="1"/>
          </p:cNvSpPr>
          <p:nvPr>
            <p:ph type="title" idx="2" hasCustomPrompt="1"/>
          </p:nvPr>
        </p:nvSpPr>
        <p:spPr>
          <a:xfrm>
            <a:off x="83582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7" name="Google Shape;1777;p13"/>
          <p:cNvSpPr txBox="1">
            <a:spLocks noGrp="1"/>
          </p:cNvSpPr>
          <p:nvPr>
            <p:ph type="title" idx="3" hasCustomPrompt="1"/>
          </p:nvPr>
        </p:nvSpPr>
        <p:spPr>
          <a:xfrm>
            <a:off x="83582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8" name="Google Shape;1778;p13"/>
          <p:cNvSpPr txBox="1">
            <a:spLocks noGrp="1"/>
          </p:cNvSpPr>
          <p:nvPr>
            <p:ph type="title" idx="4" hasCustomPrompt="1"/>
          </p:nvPr>
        </p:nvSpPr>
        <p:spPr>
          <a:xfrm>
            <a:off x="377307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9" name="Google Shape;1779;p13"/>
          <p:cNvSpPr txBox="1">
            <a:spLocks noGrp="1"/>
          </p:cNvSpPr>
          <p:nvPr>
            <p:ph type="title" idx="5" hasCustomPrompt="1"/>
          </p:nvPr>
        </p:nvSpPr>
        <p:spPr>
          <a:xfrm>
            <a:off x="377307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0" name="Google Shape;1780;p13"/>
          <p:cNvSpPr txBox="1">
            <a:spLocks noGrp="1"/>
          </p:cNvSpPr>
          <p:nvPr>
            <p:ph type="subTitle" idx="1"/>
          </p:nvPr>
        </p:nvSpPr>
        <p:spPr>
          <a:xfrm>
            <a:off x="71322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1" name="Google Shape;1781;p13"/>
          <p:cNvSpPr txBox="1">
            <a:spLocks noGrp="1"/>
          </p:cNvSpPr>
          <p:nvPr>
            <p:ph type="subTitle" idx="6"/>
          </p:nvPr>
        </p:nvSpPr>
        <p:spPr>
          <a:xfrm>
            <a:off x="365047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2" name="Google Shape;1782;p13"/>
          <p:cNvSpPr txBox="1">
            <a:spLocks noGrp="1"/>
          </p:cNvSpPr>
          <p:nvPr>
            <p:ph type="subTitle" idx="7"/>
          </p:nvPr>
        </p:nvSpPr>
        <p:spPr>
          <a:xfrm>
            <a:off x="71322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3" name="Google Shape;1783;p13"/>
          <p:cNvSpPr txBox="1">
            <a:spLocks noGrp="1"/>
          </p:cNvSpPr>
          <p:nvPr>
            <p:ph type="subTitle" idx="8"/>
          </p:nvPr>
        </p:nvSpPr>
        <p:spPr>
          <a:xfrm>
            <a:off x="365047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4" name="Google Shape;1784;p13"/>
          <p:cNvSpPr txBox="1">
            <a:spLocks noGrp="1"/>
          </p:cNvSpPr>
          <p:nvPr>
            <p:ph type="subTitle" idx="9"/>
          </p:nvPr>
        </p:nvSpPr>
        <p:spPr>
          <a:xfrm>
            <a:off x="71322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5" name="Google Shape;1785;p13"/>
          <p:cNvSpPr txBox="1">
            <a:spLocks noGrp="1"/>
          </p:cNvSpPr>
          <p:nvPr>
            <p:ph type="subTitle" idx="13"/>
          </p:nvPr>
        </p:nvSpPr>
        <p:spPr>
          <a:xfrm>
            <a:off x="365047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13"/>
          <p:cNvSpPr txBox="1">
            <a:spLocks noGrp="1"/>
          </p:cNvSpPr>
          <p:nvPr>
            <p:ph type="subTitle" idx="14"/>
          </p:nvPr>
        </p:nvSpPr>
        <p:spPr>
          <a:xfrm>
            <a:off x="71322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7" name="Google Shape;1787;p13"/>
          <p:cNvSpPr txBox="1">
            <a:spLocks noGrp="1"/>
          </p:cNvSpPr>
          <p:nvPr>
            <p:ph type="subTitle" idx="15"/>
          </p:nvPr>
        </p:nvSpPr>
        <p:spPr>
          <a:xfrm>
            <a:off x="365047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88" name="Google Shape;1788;p13"/>
          <p:cNvGrpSpPr/>
          <p:nvPr/>
        </p:nvGrpSpPr>
        <p:grpSpPr>
          <a:xfrm rot="5400000" flipH="1">
            <a:off x="7238168" y="-256884"/>
            <a:ext cx="214799" cy="2156875"/>
            <a:chOff x="425780" y="482769"/>
            <a:chExt cx="127819" cy="561525"/>
          </a:xfrm>
        </p:grpSpPr>
        <p:sp>
          <p:nvSpPr>
            <p:cNvPr id="1789" name="Google Shape;1789;p13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0" name="Google Shape;2480;p18"/>
          <p:cNvGrpSpPr/>
          <p:nvPr userDrawn="1"/>
        </p:nvGrpSpPr>
        <p:grpSpPr>
          <a:xfrm>
            <a:off x="116653" y="191703"/>
            <a:ext cx="8910952" cy="4773370"/>
            <a:chOff x="238425" y="1163850"/>
            <a:chExt cx="2110050" cy="1130300"/>
          </a:xfrm>
        </p:grpSpPr>
        <p:sp>
          <p:nvSpPr>
            <p:cNvPr id="2481" name="Google Shape;2481;p1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8" name="Google Shape;2488;p18"/>
          <p:cNvGrpSpPr/>
          <p:nvPr/>
        </p:nvGrpSpPr>
        <p:grpSpPr>
          <a:xfrm>
            <a:off x="-6449" y="6551"/>
            <a:ext cx="9150439" cy="5143478"/>
            <a:chOff x="-6449" y="-94"/>
            <a:chExt cx="9150439" cy="5143478"/>
          </a:xfrm>
        </p:grpSpPr>
        <p:grpSp>
          <p:nvGrpSpPr>
            <p:cNvPr id="2489" name="Google Shape;2489;p1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490" name="Google Shape;2490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6" name="Google Shape;2526;p1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527" name="Google Shape;2527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3" name="Google Shape;2563;p1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564" name="Google Shape;2564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0" name="Google Shape;2600;p1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601" name="Google Shape;2601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37" name="Google Shape;2637;p18"/>
          <p:cNvSpPr txBox="1">
            <a:spLocks noGrp="1"/>
          </p:cNvSpPr>
          <p:nvPr>
            <p:ph type="title"/>
          </p:nvPr>
        </p:nvSpPr>
        <p:spPr>
          <a:xfrm>
            <a:off x="2347938" y="65581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38" name="Google Shape;2638;p18"/>
          <p:cNvSpPr txBox="1">
            <a:spLocks noGrp="1"/>
          </p:cNvSpPr>
          <p:nvPr>
            <p:ph type="subTitle" idx="1"/>
          </p:nvPr>
        </p:nvSpPr>
        <p:spPr>
          <a:xfrm>
            <a:off x="2347900" y="178013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1" name="Google Shape;2641;p1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642" name="Google Shape;2642;p1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9" name="Google Shape;2649;p1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650" name="Google Shape;2650;p1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651" name="Google Shape;2651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7" name="Google Shape;2687;p1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688" name="Google Shape;2688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4" name="Google Shape;2724;p1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725" name="Google Shape;2725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1" name="Google Shape;2761;p1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762" name="Google Shape;2762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98" name="Google Shape;2798;p19"/>
          <p:cNvGrpSpPr/>
          <p:nvPr/>
        </p:nvGrpSpPr>
        <p:grpSpPr>
          <a:xfrm>
            <a:off x="576113" y="1367155"/>
            <a:ext cx="2648558" cy="1945391"/>
            <a:chOff x="296117" y="2376907"/>
            <a:chExt cx="715672" cy="525668"/>
          </a:xfrm>
        </p:grpSpPr>
        <p:sp>
          <p:nvSpPr>
            <p:cNvPr id="2799" name="Google Shape;2799;p19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9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9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9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9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9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9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9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9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8" name="Google Shape;2808;p19"/>
          <p:cNvGrpSpPr/>
          <p:nvPr/>
        </p:nvGrpSpPr>
        <p:grpSpPr>
          <a:xfrm flipH="1">
            <a:off x="8225029" y="539492"/>
            <a:ext cx="205749" cy="1508819"/>
            <a:chOff x="425780" y="482769"/>
            <a:chExt cx="127819" cy="561525"/>
          </a:xfrm>
        </p:grpSpPr>
        <p:sp>
          <p:nvSpPr>
            <p:cNvPr id="2809" name="Google Shape;2809;p19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9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9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9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9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9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9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6" name="Google Shape;2816;p19"/>
          <p:cNvGrpSpPr/>
          <p:nvPr/>
        </p:nvGrpSpPr>
        <p:grpSpPr>
          <a:xfrm>
            <a:off x="830731" y="1632166"/>
            <a:ext cx="2139815" cy="3166205"/>
            <a:chOff x="6600231" y="2294753"/>
            <a:chExt cx="1019785" cy="1508938"/>
          </a:xfrm>
        </p:grpSpPr>
        <p:sp>
          <p:nvSpPr>
            <p:cNvPr id="2817" name="Google Shape;2817;p19"/>
            <p:cNvSpPr/>
            <p:nvPr/>
          </p:nvSpPr>
          <p:spPr>
            <a:xfrm>
              <a:off x="7112239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1603" y="0"/>
                  </a:moveTo>
                  <a:lnTo>
                    <a:pt x="1" y="215"/>
                  </a:lnTo>
                  <a:lnTo>
                    <a:pt x="1" y="3217"/>
                  </a:lnTo>
                  <a:lnTo>
                    <a:pt x="1561" y="3217"/>
                  </a:lnTo>
                  <a:lnTo>
                    <a:pt x="1561" y="1615"/>
                  </a:lnTo>
                  <a:lnTo>
                    <a:pt x="1788" y="2749"/>
                  </a:lnTo>
                  <a:lnTo>
                    <a:pt x="1615" y="3217"/>
                  </a:lnTo>
                  <a:lnTo>
                    <a:pt x="2269" y="3217"/>
                  </a:lnTo>
                  <a:cubicBezTo>
                    <a:pt x="1977" y="2323"/>
                    <a:pt x="1603" y="0"/>
                    <a:pt x="1603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9"/>
            <p:cNvSpPr/>
            <p:nvPr/>
          </p:nvSpPr>
          <p:spPr>
            <a:xfrm>
              <a:off x="6930995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667" y="0"/>
                  </a:moveTo>
                  <a:cubicBezTo>
                    <a:pt x="667" y="0"/>
                    <a:pt x="292" y="2323"/>
                    <a:pt x="1" y="3217"/>
                  </a:cubicBezTo>
                  <a:lnTo>
                    <a:pt x="654" y="3217"/>
                  </a:lnTo>
                  <a:lnTo>
                    <a:pt x="481" y="2749"/>
                  </a:lnTo>
                  <a:lnTo>
                    <a:pt x="705" y="1615"/>
                  </a:lnTo>
                  <a:lnTo>
                    <a:pt x="705" y="3217"/>
                  </a:lnTo>
                  <a:lnTo>
                    <a:pt x="2269" y="3217"/>
                  </a:lnTo>
                  <a:lnTo>
                    <a:pt x="2269" y="215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9"/>
            <p:cNvSpPr/>
            <p:nvPr/>
          </p:nvSpPr>
          <p:spPr>
            <a:xfrm>
              <a:off x="6839094" y="3389651"/>
              <a:ext cx="547418" cy="414040"/>
            </a:xfrm>
            <a:custGeom>
              <a:avLst/>
              <a:gdLst/>
              <a:ahLst/>
              <a:cxnLst/>
              <a:rect l="l" t="t" r="r" b="b"/>
              <a:pathLst>
                <a:path w="6850" h="5181" extrusionOk="0">
                  <a:moveTo>
                    <a:pt x="3419" y="0"/>
                  </a:moveTo>
                  <a:lnTo>
                    <a:pt x="1071" y="93"/>
                  </a:lnTo>
                  <a:cubicBezTo>
                    <a:pt x="1071" y="93"/>
                    <a:pt x="1" y="1775"/>
                    <a:pt x="1109" y="5180"/>
                  </a:cubicBezTo>
                  <a:lnTo>
                    <a:pt x="3153" y="5180"/>
                  </a:lnTo>
                  <a:lnTo>
                    <a:pt x="3153" y="2909"/>
                  </a:lnTo>
                  <a:lnTo>
                    <a:pt x="3698" y="2909"/>
                  </a:lnTo>
                  <a:lnTo>
                    <a:pt x="3698" y="5180"/>
                  </a:lnTo>
                  <a:lnTo>
                    <a:pt x="5741" y="5180"/>
                  </a:lnTo>
                  <a:cubicBezTo>
                    <a:pt x="6850" y="1775"/>
                    <a:pt x="5780" y="93"/>
                    <a:pt x="5780" y="93"/>
                  </a:cubicBezTo>
                  <a:lnTo>
                    <a:pt x="34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9"/>
            <p:cNvSpPr/>
            <p:nvPr/>
          </p:nvSpPr>
          <p:spPr>
            <a:xfrm>
              <a:off x="7046230" y="2775194"/>
              <a:ext cx="133218" cy="649549"/>
            </a:xfrm>
            <a:custGeom>
              <a:avLst/>
              <a:gdLst/>
              <a:ahLst/>
              <a:cxnLst/>
              <a:rect l="l" t="t" r="r" b="b"/>
              <a:pathLst>
                <a:path w="1667" h="8128" extrusionOk="0">
                  <a:moveTo>
                    <a:pt x="1666" y="1"/>
                  </a:moveTo>
                  <a:lnTo>
                    <a:pt x="0" y="174"/>
                  </a:lnTo>
                  <a:lnTo>
                    <a:pt x="106" y="8128"/>
                  </a:lnTo>
                  <a:lnTo>
                    <a:pt x="1560" y="8128"/>
                  </a:lnTo>
                  <a:lnTo>
                    <a:pt x="16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9"/>
            <p:cNvSpPr/>
            <p:nvPr/>
          </p:nvSpPr>
          <p:spPr>
            <a:xfrm>
              <a:off x="6679106" y="2735797"/>
              <a:ext cx="62014" cy="130102"/>
            </a:xfrm>
            <a:custGeom>
              <a:avLst/>
              <a:gdLst/>
              <a:ahLst/>
              <a:cxnLst/>
              <a:rect l="l" t="t" r="r" b="b"/>
              <a:pathLst>
                <a:path w="776" h="1628" extrusionOk="0">
                  <a:moveTo>
                    <a:pt x="109" y="0"/>
                  </a:moveTo>
                  <a:lnTo>
                    <a:pt x="0" y="1628"/>
                  </a:lnTo>
                  <a:lnTo>
                    <a:pt x="388" y="1628"/>
                  </a:lnTo>
                  <a:lnTo>
                    <a:pt x="776" y="93"/>
                  </a:lnTo>
                  <a:cubicBezTo>
                    <a:pt x="776" y="93"/>
                    <a:pt x="455" y="80"/>
                    <a:pt x="109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9"/>
            <p:cNvSpPr/>
            <p:nvPr/>
          </p:nvSpPr>
          <p:spPr>
            <a:xfrm>
              <a:off x="6613017" y="2762009"/>
              <a:ext cx="350108" cy="566278"/>
            </a:xfrm>
            <a:custGeom>
              <a:avLst/>
              <a:gdLst/>
              <a:ahLst/>
              <a:cxnLst/>
              <a:rect l="l" t="t" r="r" b="b"/>
              <a:pathLst>
                <a:path w="4381" h="7086" extrusionOk="0">
                  <a:moveTo>
                    <a:pt x="4289" y="1"/>
                  </a:moveTo>
                  <a:cubicBezTo>
                    <a:pt x="3985" y="1"/>
                    <a:pt x="2989" y="132"/>
                    <a:pt x="2416" y="1767"/>
                  </a:cubicBezTo>
                  <a:cubicBezTo>
                    <a:pt x="1910" y="3424"/>
                    <a:pt x="1830" y="3770"/>
                    <a:pt x="1830" y="3770"/>
                  </a:cubicBezTo>
                  <a:lnTo>
                    <a:pt x="1068" y="1806"/>
                  </a:lnTo>
                  <a:cubicBezTo>
                    <a:pt x="1068" y="1806"/>
                    <a:pt x="1337" y="1767"/>
                    <a:pt x="1295" y="1527"/>
                  </a:cubicBezTo>
                  <a:cubicBezTo>
                    <a:pt x="1561" y="1501"/>
                    <a:pt x="1561" y="1325"/>
                    <a:pt x="1468" y="1194"/>
                  </a:cubicBezTo>
                  <a:cubicBezTo>
                    <a:pt x="1590" y="1034"/>
                    <a:pt x="1548" y="886"/>
                    <a:pt x="1350" y="819"/>
                  </a:cubicBezTo>
                  <a:cubicBezTo>
                    <a:pt x="1161" y="765"/>
                    <a:pt x="936" y="726"/>
                    <a:pt x="936" y="726"/>
                  </a:cubicBezTo>
                  <a:cubicBezTo>
                    <a:pt x="936" y="726"/>
                    <a:pt x="1148" y="604"/>
                    <a:pt x="1270" y="592"/>
                  </a:cubicBezTo>
                  <a:cubicBezTo>
                    <a:pt x="1388" y="579"/>
                    <a:pt x="1603" y="604"/>
                    <a:pt x="1641" y="460"/>
                  </a:cubicBezTo>
                  <a:cubicBezTo>
                    <a:pt x="1665" y="340"/>
                    <a:pt x="1338" y="309"/>
                    <a:pt x="1087" y="309"/>
                  </a:cubicBezTo>
                  <a:cubicBezTo>
                    <a:pt x="1031" y="309"/>
                    <a:pt x="980" y="311"/>
                    <a:pt x="936" y="313"/>
                  </a:cubicBezTo>
                  <a:cubicBezTo>
                    <a:pt x="696" y="326"/>
                    <a:pt x="401" y="524"/>
                    <a:pt x="216" y="752"/>
                  </a:cubicBezTo>
                  <a:cubicBezTo>
                    <a:pt x="14" y="966"/>
                    <a:pt x="1" y="1514"/>
                    <a:pt x="81" y="1847"/>
                  </a:cubicBezTo>
                  <a:cubicBezTo>
                    <a:pt x="148" y="2181"/>
                    <a:pt x="802" y="5785"/>
                    <a:pt x="975" y="6265"/>
                  </a:cubicBezTo>
                  <a:cubicBezTo>
                    <a:pt x="1135" y="6680"/>
                    <a:pt x="1446" y="7085"/>
                    <a:pt x="1915" y="7085"/>
                  </a:cubicBezTo>
                  <a:cubicBezTo>
                    <a:pt x="1990" y="7085"/>
                    <a:pt x="2068" y="7075"/>
                    <a:pt x="2150" y="7053"/>
                  </a:cubicBezTo>
                  <a:cubicBezTo>
                    <a:pt x="2750" y="6906"/>
                    <a:pt x="3083" y="5772"/>
                    <a:pt x="3243" y="5371"/>
                  </a:cubicBezTo>
                  <a:cubicBezTo>
                    <a:pt x="3419" y="4984"/>
                    <a:pt x="3993" y="3504"/>
                    <a:pt x="3993" y="3504"/>
                  </a:cubicBezTo>
                  <a:lnTo>
                    <a:pt x="4380" y="5"/>
                  </a:lnTo>
                  <a:cubicBezTo>
                    <a:pt x="4380" y="5"/>
                    <a:pt x="4347" y="1"/>
                    <a:pt x="4289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9"/>
            <p:cNvSpPr/>
            <p:nvPr/>
          </p:nvSpPr>
          <p:spPr>
            <a:xfrm>
              <a:off x="6776121" y="2762009"/>
              <a:ext cx="187001" cy="345073"/>
            </a:xfrm>
            <a:custGeom>
              <a:avLst/>
              <a:gdLst/>
              <a:ahLst/>
              <a:cxnLst/>
              <a:rect l="l" t="t" r="r" b="b"/>
              <a:pathLst>
                <a:path w="2340" h="4318" extrusionOk="0">
                  <a:moveTo>
                    <a:pt x="2248" y="1"/>
                  </a:moveTo>
                  <a:cubicBezTo>
                    <a:pt x="1944" y="1"/>
                    <a:pt x="948" y="132"/>
                    <a:pt x="375" y="1767"/>
                  </a:cubicBezTo>
                  <a:cubicBezTo>
                    <a:pt x="202" y="2328"/>
                    <a:pt x="81" y="2728"/>
                    <a:pt x="1" y="3023"/>
                  </a:cubicBezTo>
                  <a:cubicBezTo>
                    <a:pt x="363" y="3154"/>
                    <a:pt x="1244" y="3555"/>
                    <a:pt x="1631" y="4317"/>
                  </a:cubicBezTo>
                  <a:cubicBezTo>
                    <a:pt x="1804" y="3888"/>
                    <a:pt x="1952" y="3504"/>
                    <a:pt x="1952" y="3504"/>
                  </a:cubicBezTo>
                  <a:lnTo>
                    <a:pt x="2339" y="5"/>
                  </a:lnTo>
                  <a:cubicBezTo>
                    <a:pt x="2339" y="5"/>
                    <a:pt x="2306" y="1"/>
                    <a:pt x="2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9"/>
            <p:cNvSpPr/>
            <p:nvPr/>
          </p:nvSpPr>
          <p:spPr>
            <a:xfrm>
              <a:off x="6694210" y="3254198"/>
              <a:ext cx="108844" cy="74001"/>
            </a:xfrm>
            <a:custGeom>
              <a:avLst/>
              <a:gdLst/>
              <a:ahLst/>
              <a:cxnLst/>
              <a:rect l="l" t="t" r="r" b="b"/>
              <a:pathLst>
                <a:path w="1362" h="926" extrusionOk="0">
                  <a:moveTo>
                    <a:pt x="519" y="0"/>
                  </a:moveTo>
                  <a:cubicBezTo>
                    <a:pt x="321" y="0"/>
                    <a:pt x="132" y="68"/>
                    <a:pt x="0" y="186"/>
                  </a:cubicBezTo>
                  <a:cubicBezTo>
                    <a:pt x="160" y="576"/>
                    <a:pt x="457" y="925"/>
                    <a:pt x="899" y="925"/>
                  </a:cubicBezTo>
                  <a:cubicBezTo>
                    <a:pt x="974" y="925"/>
                    <a:pt x="1052" y="915"/>
                    <a:pt x="1134" y="894"/>
                  </a:cubicBezTo>
                  <a:cubicBezTo>
                    <a:pt x="1215" y="881"/>
                    <a:pt x="1282" y="840"/>
                    <a:pt x="1362" y="788"/>
                  </a:cubicBezTo>
                  <a:cubicBezTo>
                    <a:pt x="1333" y="346"/>
                    <a:pt x="961" y="0"/>
                    <a:pt x="519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9"/>
            <p:cNvSpPr/>
            <p:nvPr/>
          </p:nvSpPr>
          <p:spPr>
            <a:xfrm>
              <a:off x="6776121" y="2959795"/>
              <a:ext cx="151679" cy="147283"/>
            </a:xfrm>
            <a:custGeom>
              <a:avLst/>
              <a:gdLst/>
              <a:ahLst/>
              <a:cxnLst/>
              <a:rect l="l" t="t" r="r" b="b"/>
              <a:pathLst>
                <a:path w="1898" h="1843" extrusionOk="0">
                  <a:moveTo>
                    <a:pt x="161" y="0"/>
                  </a:moveTo>
                  <a:cubicBezTo>
                    <a:pt x="97" y="212"/>
                    <a:pt x="42" y="401"/>
                    <a:pt x="1" y="548"/>
                  </a:cubicBezTo>
                  <a:cubicBezTo>
                    <a:pt x="363" y="679"/>
                    <a:pt x="1244" y="1080"/>
                    <a:pt x="1631" y="1842"/>
                  </a:cubicBezTo>
                  <a:cubicBezTo>
                    <a:pt x="1737" y="1560"/>
                    <a:pt x="1843" y="1307"/>
                    <a:pt x="1897" y="1147"/>
                  </a:cubicBezTo>
                  <a:cubicBezTo>
                    <a:pt x="1378" y="452"/>
                    <a:pt x="561" y="132"/>
                    <a:pt x="161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9"/>
            <p:cNvSpPr/>
            <p:nvPr/>
          </p:nvSpPr>
          <p:spPr>
            <a:xfrm>
              <a:off x="6871139" y="2762408"/>
              <a:ext cx="218647" cy="696699"/>
            </a:xfrm>
            <a:custGeom>
              <a:avLst/>
              <a:gdLst/>
              <a:ahLst/>
              <a:cxnLst/>
              <a:rect l="l" t="t" r="r" b="b"/>
              <a:pathLst>
                <a:path w="2736" h="8718" extrusionOk="0">
                  <a:moveTo>
                    <a:pt x="1150" y="0"/>
                  </a:moveTo>
                  <a:cubicBezTo>
                    <a:pt x="442" y="2550"/>
                    <a:pt x="0" y="3819"/>
                    <a:pt x="830" y="4645"/>
                  </a:cubicBezTo>
                  <a:lnTo>
                    <a:pt x="349" y="8410"/>
                  </a:lnTo>
                  <a:cubicBezTo>
                    <a:pt x="349" y="8410"/>
                    <a:pt x="763" y="8717"/>
                    <a:pt x="2736" y="8717"/>
                  </a:cubicBezTo>
                  <a:lnTo>
                    <a:pt x="2736" y="894"/>
                  </a:lnTo>
                  <a:lnTo>
                    <a:pt x="1816" y="199"/>
                  </a:lnTo>
                  <a:cubicBezTo>
                    <a:pt x="1816" y="199"/>
                    <a:pt x="1403" y="55"/>
                    <a:pt x="115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9"/>
            <p:cNvSpPr/>
            <p:nvPr/>
          </p:nvSpPr>
          <p:spPr>
            <a:xfrm>
              <a:off x="6910537" y="2762408"/>
              <a:ext cx="179249" cy="215611"/>
            </a:xfrm>
            <a:custGeom>
              <a:avLst/>
              <a:gdLst/>
              <a:ahLst/>
              <a:cxnLst/>
              <a:rect l="l" t="t" r="r" b="b"/>
              <a:pathLst>
                <a:path w="2243" h="2698" extrusionOk="0">
                  <a:moveTo>
                    <a:pt x="657" y="0"/>
                  </a:moveTo>
                  <a:cubicBezTo>
                    <a:pt x="375" y="1000"/>
                    <a:pt x="148" y="1788"/>
                    <a:pt x="0" y="2441"/>
                  </a:cubicBezTo>
                  <a:cubicBezTo>
                    <a:pt x="801" y="2602"/>
                    <a:pt x="1778" y="2669"/>
                    <a:pt x="2243" y="2698"/>
                  </a:cubicBezTo>
                  <a:lnTo>
                    <a:pt x="2243" y="894"/>
                  </a:lnTo>
                  <a:lnTo>
                    <a:pt x="1323" y="199"/>
                  </a:lnTo>
                  <a:cubicBezTo>
                    <a:pt x="1323" y="199"/>
                    <a:pt x="910" y="55"/>
                    <a:pt x="65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9"/>
            <p:cNvSpPr/>
            <p:nvPr/>
          </p:nvSpPr>
          <p:spPr>
            <a:xfrm>
              <a:off x="6932033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68" y="0"/>
                  </a:moveTo>
                  <a:cubicBezTo>
                    <a:pt x="39" y="186"/>
                    <a:pt x="26" y="359"/>
                    <a:pt x="1" y="535"/>
                  </a:cubicBezTo>
                  <a:cubicBezTo>
                    <a:pt x="814" y="414"/>
                    <a:pt x="1589" y="106"/>
                    <a:pt x="1253" y="106"/>
                  </a:cubicBezTo>
                  <a:cubicBezTo>
                    <a:pt x="840" y="106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9"/>
            <p:cNvSpPr/>
            <p:nvPr/>
          </p:nvSpPr>
          <p:spPr>
            <a:xfrm>
              <a:off x="6910537" y="3270020"/>
              <a:ext cx="118594" cy="70485"/>
            </a:xfrm>
            <a:custGeom>
              <a:avLst/>
              <a:gdLst/>
              <a:ahLst/>
              <a:cxnLst/>
              <a:rect l="l" t="t" r="r" b="b"/>
              <a:pathLst>
                <a:path w="1484" h="882" extrusionOk="0">
                  <a:moveTo>
                    <a:pt x="1243" y="1"/>
                  </a:moveTo>
                  <a:cubicBezTo>
                    <a:pt x="856" y="241"/>
                    <a:pt x="362" y="321"/>
                    <a:pt x="68" y="350"/>
                  </a:cubicBezTo>
                  <a:cubicBezTo>
                    <a:pt x="42" y="549"/>
                    <a:pt x="29" y="722"/>
                    <a:pt x="0" y="882"/>
                  </a:cubicBezTo>
                  <a:cubicBezTo>
                    <a:pt x="763" y="844"/>
                    <a:pt x="1484" y="510"/>
                    <a:pt x="1484" y="510"/>
                  </a:cubicBezTo>
                  <a:lnTo>
                    <a:pt x="124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9"/>
            <p:cNvSpPr/>
            <p:nvPr/>
          </p:nvSpPr>
          <p:spPr>
            <a:xfrm>
              <a:off x="6899029" y="3397003"/>
              <a:ext cx="190757" cy="62094"/>
            </a:xfrm>
            <a:custGeom>
              <a:avLst/>
              <a:gdLst/>
              <a:ahLst/>
              <a:cxnLst/>
              <a:rect l="l" t="t" r="r" b="b"/>
              <a:pathLst>
                <a:path w="2387" h="777" extrusionOk="0">
                  <a:moveTo>
                    <a:pt x="52" y="1"/>
                  </a:moveTo>
                  <a:lnTo>
                    <a:pt x="0" y="469"/>
                  </a:lnTo>
                  <a:cubicBezTo>
                    <a:pt x="0" y="469"/>
                    <a:pt x="414" y="776"/>
                    <a:pt x="2387" y="776"/>
                  </a:cubicBezTo>
                  <a:lnTo>
                    <a:pt x="2387" y="347"/>
                  </a:lnTo>
                  <a:cubicBezTo>
                    <a:pt x="2317" y="350"/>
                    <a:pt x="2225" y="353"/>
                    <a:pt x="2114" y="353"/>
                  </a:cubicBezTo>
                  <a:cubicBezTo>
                    <a:pt x="1661" y="353"/>
                    <a:pt x="899" y="302"/>
                    <a:pt x="5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9"/>
            <p:cNvSpPr/>
            <p:nvPr/>
          </p:nvSpPr>
          <p:spPr>
            <a:xfrm>
              <a:off x="6657849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507" y="1"/>
                  </a:moveTo>
                  <a:lnTo>
                    <a:pt x="119" y="55"/>
                  </a:lnTo>
                  <a:cubicBezTo>
                    <a:pt x="119" y="55"/>
                    <a:pt x="1" y="590"/>
                    <a:pt x="228" y="590"/>
                  </a:cubicBezTo>
                  <a:cubicBezTo>
                    <a:pt x="230" y="590"/>
                    <a:pt x="232" y="590"/>
                    <a:pt x="235" y="590"/>
                  </a:cubicBezTo>
                  <a:cubicBezTo>
                    <a:pt x="441" y="590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9"/>
            <p:cNvSpPr/>
            <p:nvPr/>
          </p:nvSpPr>
          <p:spPr>
            <a:xfrm>
              <a:off x="7484479" y="2735797"/>
              <a:ext cx="62094" cy="130102"/>
            </a:xfrm>
            <a:custGeom>
              <a:avLst/>
              <a:gdLst/>
              <a:ahLst/>
              <a:cxnLst/>
              <a:rect l="l" t="t" r="r" b="b"/>
              <a:pathLst>
                <a:path w="777" h="1628" extrusionOk="0">
                  <a:moveTo>
                    <a:pt x="654" y="0"/>
                  </a:moveTo>
                  <a:cubicBezTo>
                    <a:pt x="321" y="80"/>
                    <a:pt x="1" y="93"/>
                    <a:pt x="1" y="93"/>
                  </a:cubicBezTo>
                  <a:lnTo>
                    <a:pt x="388" y="1628"/>
                  </a:lnTo>
                  <a:lnTo>
                    <a:pt x="776" y="1628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9"/>
            <p:cNvSpPr/>
            <p:nvPr/>
          </p:nvSpPr>
          <p:spPr>
            <a:xfrm>
              <a:off x="7262558" y="2762009"/>
              <a:ext cx="350028" cy="566278"/>
            </a:xfrm>
            <a:custGeom>
              <a:avLst/>
              <a:gdLst/>
              <a:ahLst/>
              <a:cxnLst/>
              <a:rect l="l" t="t" r="r" b="b"/>
              <a:pathLst>
                <a:path w="4380" h="7086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961" y="4984"/>
                    <a:pt x="1138" y="5371"/>
                  </a:cubicBezTo>
                  <a:cubicBezTo>
                    <a:pt x="1298" y="5772"/>
                    <a:pt x="1631" y="6906"/>
                    <a:pt x="2230" y="7053"/>
                  </a:cubicBezTo>
                  <a:cubicBezTo>
                    <a:pt x="2312" y="7075"/>
                    <a:pt x="2391" y="7085"/>
                    <a:pt x="2465" y="7085"/>
                  </a:cubicBezTo>
                  <a:cubicBezTo>
                    <a:pt x="2934" y="7085"/>
                    <a:pt x="3245" y="6680"/>
                    <a:pt x="3406" y="6265"/>
                  </a:cubicBezTo>
                  <a:cubicBezTo>
                    <a:pt x="3579" y="5785"/>
                    <a:pt x="4232" y="2181"/>
                    <a:pt x="4299" y="1847"/>
                  </a:cubicBezTo>
                  <a:cubicBezTo>
                    <a:pt x="4380" y="1514"/>
                    <a:pt x="4367" y="966"/>
                    <a:pt x="4165" y="752"/>
                  </a:cubicBezTo>
                  <a:cubicBezTo>
                    <a:pt x="3966" y="524"/>
                    <a:pt x="3684" y="326"/>
                    <a:pt x="3444" y="313"/>
                  </a:cubicBezTo>
                  <a:cubicBezTo>
                    <a:pt x="3401" y="311"/>
                    <a:pt x="3349" y="309"/>
                    <a:pt x="3294" y="309"/>
                  </a:cubicBezTo>
                  <a:cubicBezTo>
                    <a:pt x="3043" y="309"/>
                    <a:pt x="2716" y="340"/>
                    <a:pt x="2739" y="460"/>
                  </a:cubicBezTo>
                  <a:cubicBezTo>
                    <a:pt x="2765" y="604"/>
                    <a:pt x="2992" y="579"/>
                    <a:pt x="3111" y="592"/>
                  </a:cubicBezTo>
                  <a:cubicBezTo>
                    <a:pt x="3233" y="604"/>
                    <a:pt x="3444" y="726"/>
                    <a:pt x="3444" y="726"/>
                  </a:cubicBezTo>
                  <a:cubicBezTo>
                    <a:pt x="3444" y="726"/>
                    <a:pt x="3220" y="765"/>
                    <a:pt x="3018" y="819"/>
                  </a:cubicBezTo>
                  <a:cubicBezTo>
                    <a:pt x="2832" y="886"/>
                    <a:pt x="2778" y="1034"/>
                    <a:pt x="2900" y="1194"/>
                  </a:cubicBezTo>
                  <a:cubicBezTo>
                    <a:pt x="2819" y="1325"/>
                    <a:pt x="2819" y="1501"/>
                    <a:pt x="3085" y="1527"/>
                  </a:cubicBezTo>
                  <a:cubicBezTo>
                    <a:pt x="3044" y="1767"/>
                    <a:pt x="3313" y="1806"/>
                    <a:pt x="3313" y="1806"/>
                  </a:cubicBezTo>
                  <a:lnTo>
                    <a:pt x="2538" y="3770"/>
                  </a:lnTo>
                  <a:cubicBezTo>
                    <a:pt x="2538" y="3770"/>
                    <a:pt x="2470" y="3424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9"/>
            <p:cNvSpPr/>
            <p:nvPr/>
          </p:nvSpPr>
          <p:spPr>
            <a:xfrm>
              <a:off x="7262558" y="2762009"/>
              <a:ext cx="186921" cy="345073"/>
            </a:xfrm>
            <a:custGeom>
              <a:avLst/>
              <a:gdLst/>
              <a:ahLst/>
              <a:cxnLst/>
              <a:rect l="l" t="t" r="r" b="b"/>
              <a:pathLst>
                <a:path w="2339" h="4318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535" y="3888"/>
                    <a:pt x="708" y="4317"/>
                  </a:cubicBezTo>
                  <a:cubicBezTo>
                    <a:pt x="1096" y="3555"/>
                    <a:pt x="1977" y="3154"/>
                    <a:pt x="2339" y="3023"/>
                  </a:cubicBezTo>
                  <a:cubicBezTo>
                    <a:pt x="2259" y="2728"/>
                    <a:pt x="2124" y="2328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9"/>
            <p:cNvSpPr/>
            <p:nvPr/>
          </p:nvSpPr>
          <p:spPr>
            <a:xfrm>
              <a:off x="7422545" y="3254198"/>
              <a:ext cx="108924" cy="74001"/>
            </a:xfrm>
            <a:custGeom>
              <a:avLst/>
              <a:gdLst/>
              <a:ahLst/>
              <a:cxnLst/>
              <a:rect l="l" t="t" r="r" b="b"/>
              <a:pathLst>
                <a:path w="1363" h="926" extrusionOk="0">
                  <a:moveTo>
                    <a:pt x="843" y="0"/>
                  </a:moveTo>
                  <a:cubicBezTo>
                    <a:pt x="388" y="0"/>
                    <a:pt x="29" y="346"/>
                    <a:pt x="1" y="788"/>
                  </a:cubicBezTo>
                  <a:cubicBezTo>
                    <a:pt x="68" y="840"/>
                    <a:pt x="148" y="881"/>
                    <a:pt x="228" y="894"/>
                  </a:cubicBezTo>
                  <a:cubicBezTo>
                    <a:pt x="309" y="915"/>
                    <a:pt x="386" y="925"/>
                    <a:pt x="459" y="925"/>
                  </a:cubicBezTo>
                  <a:cubicBezTo>
                    <a:pt x="896" y="925"/>
                    <a:pt x="1203" y="576"/>
                    <a:pt x="1362" y="186"/>
                  </a:cubicBezTo>
                  <a:cubicBezTo>
                    <a:pt x="1218" y="68"/>
                    <a:pt x="1042" y="0"/>
                    <a:pt x="843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9"/>
            <p:cNvSpPr/>
            <p:nvPr/>
          </p:nvSpPr>
          <p:spPr>
            <a:xfrm>
              <a:off x="7297879" y="2959795"/>
              <a:ext cx="151599" cy="147283"/>
            </a:xfrm>
            <a:custGeom>
              <a:avLst/>
              <a:gdLst/>
              <a:ahLst/>
              <a:cxnLst/>
              <a:rect l="l" t="t" r="r" b="b"/>
              <a:pathLst>
                <a:path w="1897" h="1843" extrusionOk="0">
                  <a:moveTo>
                    <a:pt x="1737" y="0"/>
                  </a:moveTo>
                  <a:cubicBezTo>
                    <a:pt x="1320" y="132"/>
                    <a:pt x="519" y="452"/>
                    <a:pt x="0" y="1147"/>
                  </a:cubicBezTo>
                  <a:cubicBezTo>
                    <a:pt x="55" y="1307"/>
                    <a:pt x="161" y="1560"/>
                    <a:pt x="266" y="1842"/>
                  </a:cubicBezTo>
                  <a:cubicBezTo>
                    <a:pt x="654" y="1080"/>
                    <a:pt x="1535" y="679"/>
                    <a:pt x="1897" y="548"/>
                  </a:cubicBezTo>
                  <a:cubicBezTo>
                    <a:pt x="1855" y="401"/>
                    <a:pt x="1801" y="212"/>
                    <a:pt x="1737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9"/>
            <p:cNvSpPr/>
            <p:nvPr/>
          </p:nvSpPr>
          <p:spPr>
            <a:xfrm>
              <a:off x="7135814" y="2762408"/>
              <a:ext cx="218727" cy="696699"/>
            </a:xfrm>
            <a:custGeom>
              <a:avLst/>
              <a:gdLst/>
              <a:ahLst/>
              <a:cxnLst/>
              <a:rect l="l" t="t" r="r" b="b"/>
              <a:pathLst>
                <a:path w="2737" h="871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8717"/>
                  </a:lnTo>
                  <a:cubicBezTo>
                    <a:pt x="1974" y="8717"/>
                    <a:pt x="2387" y="8410"/>
                    <a:pt x="2387" y="8410"/>
                  </a:cubicBezTo>
                  <a:lnTo>
                    <a:pt x="1907" y="4645"/>
                  </a:lnTo>
                  <a:cubicBezTo>
                    <a:pt x="2736" y="3819"/>
                    <a:pt x="2294" y="2550"/>
                    <a:pt x="158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9"/>
            <p:cNvSpPr/>
            <p:nvPr/>
          </p:nvSpPr>
          <p:spPr>
            <a:xfrm>
              <a:off x="7135814" y="2762408"/>
              <a:ext cx="177971" cy="215611"/>
            </a:xfrm>
            <a:custGeom>
              <a:avLst/>
              <a:gdLst/>
              <a:ahLst/>
              <a:cxnLst/>
              <a:rect l="l" t="t" r="r" b="b"/>
              <a:pathLst>
                <a:path w="2227" h="269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2698"/>
                  </a:lnTo>
                  <a:cubicBezTo>
                    <a:pt x="465" y="2669"/>
                    <a:pt x="1442" y="2602"/>
                    <a:pt x="2227" y="2441"/>
                  </a:cubicBezTo>
                  <a:cubicBezTo>
                    <a:pt x="2096" y="1788"/>
                    <a:pt x="1868" y="1000"/>
                    <a:pt x="158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9"/>
            <p:cNvSpPr/>
            <p:nvPr/>
          </p:nvSpPr>
          <p:spPr>
            <a:xfrm>
              <a:off x="6955368" y="2294753"/>
              <a:ext cx="324375" cy="163586"/>
            </a:xfrm>
            <a:custGeom>
              <a:avLst/>
              <a:gdLst/>
              <a:ahLst/>
              <a:cxnLst/>
              <a:rect l="l" t="t" r="r" b="b"/>
              <a:pathLst>
                <a:path w="4059" h="2047" extrusionOk="0">
                  <a:moveTo>
                    <a:pt x="1862" y="1"/>
                  </a:moveTo>
                  <a:cubicBezTo>
                    <a:pt x="1605" y="1"/>
                    <a:pt x="1321" y="37"/>
                    <a:pt x="1028" y="140"/>
                  </a:cubicBezTo>
                  <a:cubicBezTo>
                    <a:pt x="0" y="512"/>
                    <a:pt x="67" y="1435"/>
                    <a:pt x="147" y="1874"/>
                  </a:cubicBezTo>
                  <a:lnTo>
                    <a:pt x="1964" y="2047"/>
                  </a:lnTo>
                  <a:lnTo>
                    <a:pt x="3819" y="1915"/>
                  </a:lnTo>
                  <a:cubicBezTo>
                    <a:pt x="3819" y="1915"/>
                    <a:pt x="4059" y="900"/>
                    <a:pt x="3325" y="406"/>
                  </a:cubicBezTo>
                  <a:cubicBezTo>
                    <a:pt x="3467" y="358"/>
                    <a:pt x="3467" y="317"/>
                    <a:pt x="3349" y="317"/>
                  </a:cubicBezTo>
                  <a:cubicBezTo>
                    <a:pt x="3302" y="317"/>
                    <a:pt x="3236" y="323"/>
                    <a:pt x="3152" y="339"/>
                  </a:cubicBezTo>
                  <a:cubicBezTo>
                    <a:pt x="3119" y="152"/>
                    <a:pt x="3076" y="86"/>
                    <a:pt x="3041" y="86"/>
                  </a:cubicBezTo>
                  <a:cubicBezTo>
                    <a:pt x="3006" y="86"/>
                    <a:pt x="2979" y="153"/>
                    <a:pt x="2979" y="233"/>
                  </a:cubicBezTo>
                  <a:cubicBezTo>
                    <a:pt x="2979" y="233"/>
                    <a:pt x="2507" y="1"/>
                    <a:pt x="1862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9"/>
            <p:cNvSpPr/>
            <p:nvPr/>
          </p:nvSpPr>
          <p:spPr>
            <a:xfrm>
              <a:off x="7143246" y="2716298"/>
              <a:ext cx="58738" cy="49228"/>
            </a:xfrm>
            <a:custGeom>
              <a:avLst/>
              <a:gdLst/>
              <a:ahLst/>
              <a:cxnLst/>
              <a:rect l="l" t="t" r="r" b="b"/>
              <a:pathLst>
                <a:path w="735" h="616" extrusionOk="0">
                  <a:moveTo>
                    <a:pt x="147" y="0"/>
                  </a:moveTo>
                  <a:cubicBezTo>
                    <a:pt x="60" y="0"/>
                    <a:pt x="0" y="4"/>
                    <a:pt x="0" y="4"/>
                  </a:cubicBezTo>
                  <a:lnTo>
                    <a:pt x="161" y="616"/>
                  </a:lnTo>
                  <a:cubicBezTo>
                    <a:pt x="161" y="616"/>
                    <a:pt x="708" y="430"/>
                    <a:pt x="734" y="84"/>
                  </a:cubicBezTo>
                  <a:cubicBezTo>
                    <a:pt x="577" y="13"/>
                    <a:pt x="312" y="0"/>
                    <a:pt x="147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9"/>
            <p:cNvSpPr/>
            <p:nvPr/>
          </p:nvSpPr>
          <p:spPr>
            <a:xfrm>
              <a:off x="7023695" y="2716298"/>
              <a:ext cx="58658" cy="49228"/>
            </a:xfrm>
            <a:custGeom>
              <a:avLst/>
              <a:gdLst/>
              <a:ahLst/>
              <a:cxnLst/>
              <a:rect l="l" t="t" r="r" b="b"/>
              <a:pathLst>
                <a:path w="734" h="616" extrusionOk="0">
                  <a:moveTo>
                    <a:pt x="588" y="0"/>
                  </a:moveTo>
                  <a:cubicBezTo>
                    <a:pt x="423" y="0"/>
                    <a:pt x="157" y="13"/>
                    <a:pt x="0" y="84"/>
                  </a:cubicBezTo>
                  <a:cubicBezTo>
                    <a:pt x="13" y="430"/>
                    <a:pt x="574" y="616"/>
                    <a:pt x="574" y="616"/>
                  </a:cubicBezTo>
                  <a:lnTo>
                    <a:pt x="734" y="4"/>
                  </a:lnTo>
                  <a:cubicBezTo>
                    <a:pt x="734" y="4"/>
                    <a:pt x="675" y="0"/>
                    <a:pt x="588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9"/>
            <p:cNvSpPr/>
            <p:nvPr/>
          </p:nvSpPr>
          <p:spPr>
            <a:xfrm>
              <a:off x="7022656" y="2665393"/>
              <a:ext cx="179329" cy="162148"/>
            </a:xfrm>
            <a:custGeom>
              <a:avLst/>
              <a:gdLst/>
              <a:ahLst/>
              <a:cxnLst/>
              <a:rect l="l" t="t" r="r" b="b"/>
              <a:pathLst>
                <a:path w="2244" h="2029" extrusionOk="0">
                  <a:moveTo>
                    <a:pt x="536" y="0"/>
                  </a:moveTo>
                  <a:cubicBezTo>
                    <a:pt x="536" y="0"/>
                    <a:pt x="628" y="1442"/>
                    <a:pt x="1" y="1602"/>
                  </a:cubicBezTo>
                  <a:cubicBezTo>
                    <a:pt x="641" y="2028"/>
                    <a:pt x="840" y="2028"/>
                    <a:pt x="1122" y="2028"/>
                  </a:cubicBezTo>
                  <a:cubicBezTo>
                    <a:pt x="1401" y="2028"/>
                    <a:pt x="1602" y="2028"/>
                    <a:pt x="2243" y="1602"/>
                  </a:cubicBezTo>
                  <a:cubicBezTo>
                    <a:pt x="1615" y="1442"/>
                    <a:pt x="1695" y="0"/>
                    <a:pt x="1695" y="0"/>
                  </a:cubicBezTo>
                  <a:lnTo>
                    <a:pt x="1695" y="0"/>
                  </a:lnTo>
                  <a:lnTo>
                    <a:pt x="1122" y="8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9"/>
            <p:cNvSpPr/>
            <p:nvPr/>
          </p:nvSpPr>
          <p:spPr>
            <a:xfrm>
              <a:off x="6920286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839" y="0"/>
                  </a:moveTo>
                  <a:cubicBezTo>
                    <a:pt x="839" y="0"/>
                    <a:pt x="186" y="135"/>
                    <a:pt x="93" y="295"/>
                  </a:cubicBezTo>
                  <a:cubicBezTo>
                    <a:pt x="0" y="439"/>
                    <a:pt x="80" y="1282"/>
                    <a:pt x="295" y="1535"/>
                  </a:cubicBezTo>
                  <a:cubicBezTo>
                    <a:pt x="445" y="1715"/>
                    <a:pt x="888" y="1741"/>
                    <a:pt x="1131" y="1741"/>
                  </a:cubicBezTo>
                  <a:cubicBezTo>
                    <a:pt x="1229" y="1741"/>
                    <a:pt x="1294" y="1737"/>
                    <a:pt x="1294" y="1737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9"/>
            <p:cNvSpPr/>
            <p:nvPr/>
          </p:nvSpPr>
          <p:spPr>
            <a:xfrm>
              <a:off x="6920286" y="2480792"/>
              <a:ext cx="39478" cy="120672"/>
            </a:xfrm>
            <a:custGeom>
              <a:avLst/>
              <a:gdLst/>
              <a:ahLst/>
              <a:cxnLst/>
              <a:rect l="l" t="t" r="r" b="b"/>
              <a:pathLst>
                <a:path w="494" h="1510" extrusionOk="0">
                  <a:moveTo>
                    <a:pt x="295" y="0"/>
                  </a:moveTo>
                  <a:cubicBezTo>
                    <a:pt x="199" y="39"/>
                    <a:pt x="119" y="81"/>
                    <a:pt x="93" y="135"/>
                  </a:cubicBezTo>
                  <a:cubicBezTo>
                    <a:pt x="0" y="279"/>
                    <a:pt x="80" y="1122"/>
                    <a:pt x="295" y="1375"/>
                  </a:cubicBezTo>
                  <a:cubicBezTo>
                    <a:pt x="333" y="1429"/>
                    <a:pt x="413" y="1468"/>
                    <a:pt x="494" y="1509"/>
                  </a:cubicBezTo>
                  <a:cubicBezTo>
                    <a:pt x="333" y="1000"/>
                    <a:pt x="295" y="321"/>
                    <a:pt x="29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9"/>
            <p:cNvSpPr/>
            <p:nvPr/>
          </p:nvSpPr>
          <p:spPr>
            <a:xfrm>
              <a:off x="6953291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426" y="0"/>
                  </a:moveTo>
                  <a:cubicBezTo>
                    <a:pt x="426" y="0"/>
                    <a:pt x="202" y="55"/>
                    <a:pt x="0" y="119"/>
                  </a:cubicBezTo>
                  <a:cubicBezTo>
                    <a:pt x="0" y="359"/>
                    <a:pt x="42" y="1134"/>
                    <a:pt x="253" y="1269"/>
                  </a:cubicBezTo>
                  <a:cubicBezTo>
                    <a:pt x="419" y="1390"/>
                    <a:pt x="520" y="1401"/>
                    <a:pt x="551" y="1401"/>
                  </a:cubicBezTo>
                  <a:cubicBezTo>
                    <a:pt x="558" y="1401"/>
                    <a:pt x="561" y="1400"/>
                    <a:pt x="561" y="1400"/>
                  </a:cubicBezTo>
                  <a:lnTo>
                    <a:pt x="667" y="1749"/>
                  </a:lnTo>
                  <a:cubicBezTo>
                    <a:pt x="788" y="1749"/>
                    <a:pt x="881" y="1737"/>
                    <a:pt x="881" y="1737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9"/>
            <p:cNvSpPr/>
            <p:nvPr/>
          </p:nvSpPr>
          <p:spPr>
            <a:xfrm>
              <a:off x="7201903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66" y="1741"/>
                    <a:pt x="164" y="1741"/>
                  </a:cubicBezTo>
                  <a:cubicBezTo>
                    <a:pt x="407" y="1741"/>
                    <a:pt x="849" y="1715"/>
                    <a:pt x="1000" y="1535"/>
                  </a:cubicBezTo>
                  <a:cubicBezTo>
                    <a:pt x="1201" y="1282"/>
                    <a:pt x="1294" y="439"/>
                    <a:pt x="1201" y="295"/>
                  </a:cubicBezTo>
                  <a:cubicBezTo>
                    <a:pt x="1108" y="13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9"/>
            <p:cNvSpPr/>
            <p:nvPr/>
          </p:nvSpPr>
          <p:spPr>
            <a:xfrm>
              <a:off x="7265834" y="2480792"/>
              <a:ext cx="39558" cy="120672"/>
            </a:xfrm>
            <a:custGeom>
              <a:avLst/>
              <a:gdLst/>
              <a:ahLst/>
              <a:cxnLst/>
              <a:rect l="l" t="t" r="r" b="b"/>
              <a:pathLst>
                <a:path w="495" h="1510" extrusionOk="0">
                  <a:moveTo>
                    <a:pt x="200" y="0"/>
                  </a:moveTo>
                  <a:cubicBezTo>
                    <a:pt x="187" y="321"/>
                    <a:pt x="161" y="1000"/>
                    <a:pt x="1" y="1509"/>
                  </a:cubicBezTo>
                  <a:cubicBezTo>
                    <a:pt x="81" y="1468"/>
                    <a:pt x="148" y="1429"/>
                    <a:pt x="200" y="1375"/>
                  </a:cubicBezTo>
                  <a:cubicBezTo>
                    <a:pt x="401" y="1122"/>
                    <a:pt x="494" y="279"/>
                    <a:pt x="401" y="135"/>
                  </a:cubicBezTo>
                  <a:cubicBezTo>
                    <a:pt x="376" y="81"/>
                    <a:pt x="296" y="39"/>
                    <a:pt x="200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9"/>
            <p:cNvSpPr/>
            <p:nvPr/>
          </p:nvSpPr>
          <p:spPr>
            <a:xfrm>
              <a:off x="7201903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80" y="1749"/>
                    <a:pt x="215" y="1749"/>
                  </a:cubicBezTo>
                  <a:lnTo>
                    <a:pt x="320" y="1400"/>
                  </a:lnTo>
                  <a:cubicBezTo>
                    <a:pt x="320" y="1400"/>
                    <a:pt x="324" y="1401"/>
                    <a:pt x="330" y="1401"/>
                  </a:cubicBezTo>
                  <a:cubicBezTo>
                    <a:pt x="361" y="1401"/>
                    <a:pt x="462" y="1390"/>
                    <a:pt x="628" y="1269"/>
                  </a:cubicBezTo>
                  <a:cubicBezTo>
                    <a:pt x="839" y="1134"/>
                    <a:pt x="868" y="359"/>
                    <a:pt x="881" y="119"/>
                  </a:cubicBezTo>
                  <a:cubicBezTo>
                    <a:pt x="666" y="5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9"/>
            <p:cNvSpPr/>
            <p:nvPr/>
          </p:nvSpPr>
          <p:spPr>
            <a:xfrm>
              <a:off x="7064131" y="2665393"/>
              <a:ext cx="94060" cy="55621"/>
            </a:xfrm>
            <a:custGeom>
              <a:avLst/>
              <a:gdLst/>
              <a:ahLst/>
              <a:cxnLst/>
              <a:rect l="l" t="t" r="r" b="b"/>
              <a:pathLst>
                <a:path w="1177" h="696" extrusionOk="0">
                  <a:moveTo>
                    <a:pt x="17" y="0"/>
                  </a:moveTo>
                  <a:cubicBezTo>
                    <a:pt x="17" y="0"/>
                    <a:pt x="42" y="321"/>
                    <a:pt x="1" y="679"/>
                  </a:cubicBezTo>
                  <a:cubicBezTo>
                    <a:pt x="79" y="690"/>
                    <a:pt x="152" y="695"/>
                    <a:pt x="222" y="695"/>
                  </a:cubicBezTo>
                  <a:cubicBezTo>
                    <a:pt x="922" y="695"/>
                    <a:pt x="1176" y="186"/>
                    <a:pt x="1176" y="186"/>
                  </a:cubicBezTo>
                  <a:lnTo>
                    <a:pt x="750" y="67"/>
                  </a:lnTo>
                  <a:lnTo>
                    <a:pt x="603" y="8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9"/>
            <p:cNvSpPr/>
            <p:nvPr/>
          </p:nvSpPr>
          <p:spPr>
            <a:xfrm>
              <a:off x="7001399" y="2481831"/>
              <a:ext cx="222803" cy="212334"/>
            </a:xfrm>
            <a:custGeom>
              <a:avLst/>
              <a:gdLst/>
              <a:ahLst/>
              <a:cxnLst/>
              <a:rect l="l" t="t" r="r" b="b"/>
              <a:pathLst>
                <a:path w="2788" h="2657" extrusionOk="0">
                  <a:moveTo>
                    <a:pt x="1388" y="0"/>
                  </a:moveTo>
                  <a:lnTo>
                    <a:pt x="1" y="266"/>
                  </a:lnTo>
                  <a:cubicBezTo>
                    <a:pt x="1" y="266"/>
                    <a:pt x="65" y="2656"/>
                    <a:pt x="1388" y="2656"/>
                  </a:cubicBezTo>
                  <a:cubicBezTo>
                    <a:pt x="2708" y="2656"/>
                    <a:pt x="2788" y="266"/>
                    <a:pt x="2788" y="266"/>
                  </a:cubicBezTo>
                  <a:lnTo>
                    <a:pt x="1388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9"/>
            <p:cNvSpPr/>
            <p:nvPr/>
          </p:nvSpPr>
          <p:spPr>
            <a:xfrm>
              <a:off x="7002438" y="2522267"/>
              <a:ext cx="220725" cy="59217"/>
            </a:xfrm>
            <a:custGeom>
              <a:avLst/>
              <a:gdLst/>
              <a:ahLst/>
              <a:cxnLst/>
              <a:rect l="l" t="t" r="r" b="b"/>
              <a:pathLst>
                <a:path w="2762" h="741" extrusionOk="0">
                  <a:moveTo>
                    <a:pt x="2762" y="0"/>
                  </a:moveTo>
                  <a:lnTo>
                    <a:pt x="0" y="68"/>
                  </a:lnTo>
                  <a:cubicBezTo>
                    <a:pt x="26" y="241"/>
                    <a:pt x="68" y="481"/>
                    <a:pt x="119" y="737"/>
                  </a:cubicBezTo>
                  <a:cubicBezTo>
                    <a:pt x="168" y="739"/>
                    <a:pt x="215" y="740"/>
                    <a:pt x="260" y="740"/>
                  </a:cubicBezTo>
                  <a:cubicBezTo>
                    <a:pt x="791" y="740"/>
                    <a:pt x="981" y="604"/>
                    <a:pt x="1215" y="468"/>
                  </a:cubicBezTo>
                  <a:cubicBezTo>
                    <a:pt x="1285" y="426"/>
                    <a:pt x="1335" y="409"/>
                    <a:pt x="1377" y="409"/>
                  </a:cubicBezTo>
                  <a:cubicBezTo>
                    <a:pt x="1493" y="409"/>
                    <a:pt x="1547" y="538"/>
                    <a:pt x="1801" y="616"/>
                  </a:cubicBezTo>
                  <a:cubicBezTo>
                    <a:pt x="1929" y="639"/>
                    <a:pt x="2053" y="648"/>
                    <a:pt x="2168" y="648"/>
                  </a:cubicBezTo>
                  <a:cubicBezTo>
                    <a:pt x="2379" y="648"/>
                    <a:pt x="2557" y="619"/>
                    <a:pt x="2669" y="603"/>
                  </a:cubicBezTo>
                  <a:cubicBezTo>
                    <a:pt x="2724" y="362"/>
                    <a:pt x="2749" y="148"/>
                    <a:pt x="2762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9"/>
            <p:cNvSpPr/>
            <p:nvPr/>
          </p:nvSpPr>
          <p:spPr>
            <a:xfrm>
              <a:off x="7072842" y="2615047"/>
              <a:ext cx="79915" cy="17342"/>
            </a:xfrm>
            <a:custGeom>
              <a:avLst/>
              <a:gdLst/>
              <a:ahLst/>
              <a:cxnLst/>
              <a:rect l="l" t="t" r="r" b="b"/>
              <a:pathLst>
                <a:path w="1000" h="217" extrusionOk="0">
                  <a:moveTo>
                    <a:pt x="271" y="1"/>
                  </a:moveTo>
                  <a:cubicBezTo>
                    <a:pt x="264" y="1"/>
                    <a:pt x="258" y="1"/>
                    <a:pt x="254" y="2"/>
                  </a:cubicBezTo>
                  <a:cubicBezTo>
                    <a:pt x="199" y="15"/>
                    <a:pt x="0" y="188"/>
                    <a:pt x="0" y="188"/>
                  </a:cubicBezTo>
                  <a:lnTo>
                    <a:pt x="279" y="150"/>
                  </a:lnTo>
                  <a:cubicBezTo>
                    <a:pt x="279" y="150"/>
                    <a:pt x="401" y="217"/>
                    <a:pt x="494" y="217"/>
                  </a:cubicBezTo>
                  <a:cubicBezTo>
                    <a:pt x="600" y="217"/>
                    <a:pt x="708" y="150"/>
                    <a:pt x="708" y="150"/>
                  </a:cubicBezTo>
                  <a:lnTo>
                    <a:pt x="1000" y="188"/>
                  </a:lnTo>
                  <a:cubicBezTo>
                    <a:pt x="1000" y="188"/>
                    <a:pt x="801" y="15"/>
                    <a:pt x="747" y="2"/>
                  </a:cubicBezTo>
                  <a:cubicBezTo>
                    <a:pt x="741" y="1"/>
                    <a:pt x="734" y="1"/>
                    <a:pt x="727" y="1"/>
                  </a:cubicBezTo>
                  <a:cubicBezTo>
                    <a:pt x="649" y="1"/>
                    <a:pt x="494" y="57"/>
                    <a:pt x="494" y="57"/>
                  </a:cubicBezTo>
                  <a:cubicBezTo>
                    <a:pt x="494" y="57"/>
                    <a:pt x="339" y="1"/>
                    <a:pt x="271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9"/>
            <p:cNvSpPr/>
            <p:nvPr/>
          </p:nvSpPr>
          <p:spPr>
            <a:xfrm>
              <a:off x="7095138" y="2648212"/>
              <a:ext cx="34363" cy="6393"/>
            </a:xfrm>
            <a:custGeom>
              <a:avLst/>
              <a:gdLst/>
              <a:ahLst/>
              <a:cxnLst/>
              <a:rect l="l" t="t" r="r" b="b"/>
              <a:pathLst>
                <a:path w="430" h="80" extrusionOk="0">
                  <a:moveTo>
                    <a:pt x="0" y="1"/>
                  </a:moveTo>
                  <a:cubicBezTo>
                    <a:pt x="61" y="53"/>
                    <a:pt x="138" y="80"/>
                    <a:pt x="215" y="80"/>
                  </a:cubicBezTo>
                  <a:cubicBezTo>
                    <a:pt x="292" y="80"/>
                    <a:pt x="369" y="53"/>
                    <a:pt x="429" y="1"/>
                  </a:cubicBezTo>
                  <a:lnTo>
                    <a:pt x="429" y="1"/>
                  </a:lnTo>
                  <a:cubicBezTo>
                    <a:pt x="358" y="19"/>
                    <a:pt x="286" y="25"/>
                    <a:pt x="223" y="25"/>
                  </a:cubicBezTo>
                  <a:cubicBezTo>
                    <a:pt x="96" y="2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9"/>
            <p:cNvSpPr/>
            <p:nvPr/>
          </p:nvSpPr>
          <p:spPr>
            <a:xfrm>
              <a:off x="6958645" y="2422136"/>
              <a:ext cx="307273" cy="137773"/>
            </a:xfrm>
            <a:custGeom>
              <a:avLst/>
              <a:gdLst/>
              <a:ahLst/>
              <a:cxnLst/>
              <a:rect l="l" t="t" r="r" b="b"/>
              <a:pathLst>
                <a:path w="3845" h="1724" extrusionOk="0">
                  <a:moveTo>
                    <a:pt x="1923" y="1"/>
                  </a:moveTo>
                  <a:cubicBezTo>
                    <a:pt x="1923" y="1"/>
                    <a:pt x="894" y="26"/>
                    <a:pt x="215" y="212"/>
                  </a:cubicBezTo>
                  <a:cubicBezTo>
                    <a:pt x="135" y="228"/>
                    <a:pt x="81" y="292"/>
                    <a:pt x="68" y="360"/>
                  </a:cubicBezTo>
                  <a:cubicBezTo>
                    <a:pt x="1" y="920"/>
                    <a:pt x="106" y="1375"/>
                    <a:pt x="174" y="1590"/>
                  </a:cubicBezTo>
                  <a:cubicBezTo>
                    <a:pt x="199" y="1654"/>
                    <a:pt x="267" y="1708"/>
                    <a:pt x="334" y="1708"/>
                  </a:cubicBezTo>
                  <a:cubicBezTo>
                    <a:pt x="458" y="1716"/>
                    <a:pt x="661" y="1723"/>
                    <a:pt x="882" y="1723"/>
                  </a:cubicBezTo>
                  <a:cubicBezTo>
                    <a:pt x="1044" y="1723"/>
                    <a:pt x="1217" y="1719"/>
                    <a:pt x="1375" y="1708"/>
                  </a:cubicBezTo>
                  <a:cubicBezTo>
                    <a:pt x="1455" y="1696"/>
                    <a:pt x="1522" y="1670"/>
                    <a:pt x="1602" y="1628"/>
                  </a:cubicBezTo>
                  <a:cubicBezTo>
                    <a:pt x="1695" y="1574"/>
                    <a:pt x="1788" y="1535"/>
                    <a:pt x="1923" y="1523"/>
                  </a:cubicBezTo>
                  <a:cubicBezTo>
                    <a:pt x="2057" y="1535"/>
                    <a:pt x="2163" y="1574"/>
                    <a:pt x="2256" y="1628"/>
                  </a:cubicBezTo>
                  <a:cubicBezTo>
                    <a:pt x="2323" y="1670"/>
                    <a:pt x="2403" y="1696"/>
                    <a:pt x="2483" y="1708"/>
                  </a:cubicBezTo>
                  <a:cubicBezTo>
                    <a:pt x="2642" y="1719"/>
                    <a:pt x="2812" y="1723"/>
                    <a:pt x="2972" y="1723"/>
                  </a:cubicBezTo>
                  <a:cubicBezTo>
                    <a:pt x="3191" y="1723"/>
                    <a:pt x="3393" y="1716"/>
                    <a:pt x="3525" y="1708"/>
                  </a:cubicBezTo>
                  <a:cubicBezTo>
                    <a:pt x="3592" y="1708"/>
                    <a:pt x="3659" y="1654"/>
                    <a:pt x="3685" y="1590"/>
                  </a:cubicBezTo>
                  <a:cubicBezTo>
                    <a:pt x="3752" y="1375"/>
                    <a:pt x="3845" y="920"/>
                    <a:pt x="3778" y="360"/>
                  </a:cubicBezTo>
                  <a:cubicBezTo>
                    <a:pt x="3778" y="292"/>
                    <a:pt x="3723" y="228"/>
                    <a:pt x="3643" y="212"/>
                  </a:cubicBezTo>
                  <a:cubicBezTo>
                    <a:pt x="2964" y="26"/>
                    <a:pt x="1923" y="1"/>
                    <a:pt x="1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9"/>
            <p:cNvSpPr/>
            <p:nvPr/>
          </p:nvSpPr>
          <p:spPr>
            <a:xfrm>
              <a:off x="6976865" y="2447788"/>
              <a:ext cx="11827" cy="11827"/>
            </a:xfrm>
            <a:custGeom>
              <a:avLst/>
              <a:gdLst/>
              <a:ahLst/>
              <a:cxnLst/>
              <a:rect l="l" t="t" r="r" b="b"/>
              <a:pathLst>
                <a:path w="148" h="148" extrusionOk="0">
                  <a:moveTo>
                    <a:pt x="67" y="0"/>
                  </a:moveTo>
                  <a:cubicBezTo>
                    <a:pt x="26" y="0"/>
                    <a:pt x="0" y="39"/>
                    <a:pt x="0" y="80"/>
                  </a:cubicBezTo>
                  <a:cubicBezTo>
                    <a:pt x="0" y="119"/>
                    <a:pt x="26" y="148"/>
                    <a:pt x="67" y="148"/>
                  </a:cubicBezTo>
                  <a:cubicBezTo>
                    <a:pt x="106" y="148"/>
                    <a:pt x="148" y="119"/>
                    <a:pt x="148" y="80"/>
                  </a:cubicBezTo>
                  <a:cubicBezTo>
                    <a:pt x="148" y="39"/>
                    <a:pt x="106" y="0"/>
                    <a:pt x="6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9"/>
            <p:cNvSpPr/>
            <p:nvPr/>
          </p:nvSpPr>
          <p:spPr>
            <a:xfrm>
              <a:off x="7236905" y="2447788"/>
              <a:ext cx="11907" cy="11827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81" y="0"/>
                  </a:moveTo>
                  <a:cubicBezTo>
                    <a:pt x="30" y="0"/>
                    <a:pt x="1" y="39"/>
                    <a:pt x="1" y="80"/>
                  </a:cubicBezTo>
                  <a:cubicBezTo>
                    <a:pt x="1" y="119"/>
                    <a:pt x="30" y="148"/>
                    <a:pt x="81" y="148"/>
                  </a:cubicBezTo>
                  <a:cubicBezTo>
                    <a:pt x="123" y="148"/>
                    <a:pt x="148" y="119"/>
                    <a:pt x="148" y="80"/>
                  </a:cubicBezTo>
                  <a:cubicBezTo>
                    <a:pt x="148" y="39"/>
                    <a:pt x="123" y="0"/>
                    <a:pt x="8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9"/>
            <p:cNvSpPr/>
            <p:nvPr/>
          </p:nvSpPr>
          <p:spPr>
            <a:xfrm>
              <a:off x="7006513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215" y="0"/>
                  </a:moveTo>
                  <a:cubicBezTo>
                    <a:pt x="215" y="0"/>
                    <a:pt x="1" y="320"/>
                    <a:pt x="55" y="692"/>
                  </a:cubicBezTo>
                  <a:cubicBezTo>
                    <a:pt x="376" y="1240"/>
                    <a:pt x="1042" y="1387"/>
                    <a:pt x="1042" y="1387"/>
                  </a:cubicBezTo>
                  <a:lnTo>
                    <a:pt x="1042" y="292"/>
                  </a:lnTo>
                  <a:cubicBezTo>
                    <a:pt x="388" y="173"/>
                    <a:pt x="215" y="0"/>
                    <a:pt x="21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9"/>
            <p:cNvSpPr/>
            <p:nvPr/>
          </p:nvSpPr>
          <p:spPr>
            <a:xfrm>
              <a:off x="6972470" y="2534015"/>
              <a:ext cx="280661" cy="25892"/>
            </a:xfrm>
            <a:custGeom>
              <a:avLst/>
              <a:gdLst/>
              <a:ahLst/>
              <a:cxnLst/>
              <a:rect l="l" t="t" r="r" b="b"/>
              <a:pathLst>
                <a:path w="3512" h="324" extrusionOk="0">
                  <a:moveTo>
                    <a:pt x="1750" y="1"/>
                  </a:moveTo>
                  <a:cubicBezTo>
                    <a:pt x="1615" y="1"/>
                    <a:pt x="1510" y="42"/>
                    <a:pt x="1404" y="110"/>
                  </a:cubicBezTo>
                  <a:cubicBezTo>
                    <a:pt x="1337" y="148"/>
                    <a:pt x="1256" y="174"/>
                    <a:pt x="1164" y="190"/>
                  </a:cubicBezTo>
                  <a:cubicBezTo>
                    <a:pt x="1000" y="201"/>
                    <a:pt x="822" y="205"/>
                    <a:pt x="653" y="205"/>
                  </a:cubicBezTo>
                  <a:cubicBezTo>
                    <a:pt x="423" y="205"/>
                    <a:pt x="212" y="197"/>
                    <a:pt x="81" y="190"/>
                  </a:cubicBezTo>
                  <a:cubicBezTo>
                    <a:pt x="42" y="190"/>
                    <a:pt x="13" y="190"/>
                    <a:pt x="1" y="174"/>
                  </a:cubicBezTo>
                  <a:lnTo>
                    <a:pt x="1" y="190"/>
                  </a:lnTo>
                  <a:cubicBezTo>
                    <a:pt x="26" y="254"/>
                    <a:pt x="94" y="308"/>
                    <a:pt x="161" y="308"/>
                  </a:cubicBezTo>
                  <a:cubicBezTo>
                    <a:pt x="285" y="316"/>
                    <a:pt x="488" y="323"/>
                    <a:pt x="709" y="323"/>
                  </a:cubicBezTo>
                  <a:cubicBezTo>
                    <a:pt x="871" y="323"/>
                    <a:pt x="1044" y="319"/>
                    <a:pt x="1202" y="308"/>
                  </a:cubicBezTo>
                  <a:cubicBezTo>
                    <a:pt x="1282" y="296"/>
                    <a:pt x="1349" y="270"/>
                    <a:pt x="1429" y="228"/>
                  </a:cubicBezTo>
                  <a:cubicBezTo>
                    <a:pt x="1522" y="174"/>
                    <a:pt x="1615" y="135"/>
                    <a:pt x="1750" y="123"/>
                  </a:cubicBezTo>
                  <a:cubicBezTo>
                    <a:pt x="1884" y="135"/>
                    <a:pt x="1990" y="174"/>
                    <a:pt x="2083" y="228"/>
                  </a:cubicBezTo>
                  <a:cubicBezTo>
                    <a:pt x="2150" y="270"/>
                    <a:pt x="2230" y="296"/>
                    <a:pt x="2310" y="308"/>
                  </a:cubicBezTo>
                  <a:cubicBezTo>
                    <a:pt x="2469" y="319"/>
                    <a:pt x="2639" y="323"/>
                    <a:pt x="2799" y="323"/>
                  </a:cubicBezTo>
                  <a:cubicBezTo>
                    <a:pt x="3018" y="323"/>
                    <a:pt x="3220" y="316"/>
                    <a:pt x="3352" y="308"/>
                  </a:cubicBezTo>
                  <a:cubicBezTo>
                    <a:pt x="3419" y="308"/>
                    <a:pt x="3486" y="254"/>
                    <a:pt x="3512" y="190"/>
                  </a:cubicBezTo>
                  <a:lnTo>
                    <a:pt x="3512" y="174"/>
                  </a:lnTo>
                  <a:cubicBezTo>
                    <a:pt x="3486" y="190"/>
                    <a:pt x="3457" y="190"/>
                    <a:pt x="3432" y="190"/>
                  </a:cubicBezTo>
                  <a:cubicBezTo>
                    <a:pt x="3300" y="197"/>
                    <a:pt x="3085" y="205"/>
                    <a:pt x="2854" y="205"/>
                  </a:cubicBezTo>
                  <a:cubicBezTo>
                    <a:pt x="2685" y="205"/>
                    <a:pt x="2507" y="201"/>
                    <a:pt x="2349" y="190"/>
                  </a:cubicBezTo>
                  <a:cubicBezTo>
                    <a:pt x="2256" y="174"/>
                    <a:pt x="2176" y="148"/>
                    <a:pt x="2109" y="110"/>
                  </a:cubicBezTo>
                  <a:cubicBezTo>
                    <a:pt x="2003" y="42"/>
                    <a:pt x="1897" y="1"/>
                    <a:pt x="1750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9"/>
            <p:cNvSpPr/>
            <p:nvPr/>
          </p:nvSpPr>
          <p:spPr>
            <a:xfrm>
              <a:off x="7166501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1523" y="0"/>
                  </a:moveTo>
                  <a:cubicBezTo>
                    <a:pt x="1523" y="0"/>
                    <a:pt x="751" y="106"/>
                    <a:pt x="337" y="106"/>
                  </a:cubicBezTo>
                  <a:cubicBezTo>
                    <a:pt x="1" y="106"/>
                    <a:pt x="763" y="414"/>
                    <a:pt x="1590" y="535"/>
                  </a:cubicBezTo>
                  <a:cubicBezTo>
                    <a:pt x="1564" y="359"/>
                    <a:pt x="1551" y="186"/>
                    <a:pt x="1523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9"/>
            <p:cNvSpPr/>
            <p:nvPr/>
          </p:nvSpPr>
          <p:spPr>
            <a:xfrm>
              <a:off x="7196469" y="3270020"/>
              <a:ext cx="118674" cy="70485"/>
            </a:xfrm>
            <a:custGeom>
              <a:avLst/>
              <a:gdLst/>
              <a:ahLst/>
              <a:cxnLst/>
              <a:rect l="l" t="t" r="r" b="b"/>
              <a:pathLst>
                <a:path w="1485" h="882" extrusionOk="0">
                  <a:moveTo>
                    <a:pt x="241" y="1"/>
                  </a:moveTo>
                  <a:lnTo>
                    <a:pt x="1" y="510"/>
                  </a:lnTo>
                  <a:cubicBezTo>
                    <a:pt x="1" y="510"/>
                    <a:pt x="722" y="844"/>
                    <a:pt x="1484" y="882"/>
                  </a:cubicBezTo>
                  <a:cubicBezTo>
                    <a:pt x="1455" y="722"/>
                    <a:pt x="1430" y="549"/>
                    <a:pt x="1404" y="350"/>
                  </a:cubicBezTo>
                  <a:cubicBezTo>
                    <a:pt x="1122" y="321"/>
                    <a:pt x="629" y="241"/>
                    <a:pt x="241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9"/>
            <p:cNvSpPr/>
            <p:nvPr/>
          </p:nvSpPr>
          <p:spPr>
            <a:xfrm>
              <a:off x="7135814" y="3397003"/>
              <a:ext cx="190837" cy="62094"/>
            </a:xfrm>
            <a:custGeom>
              <a:avLst/>
              <a:gdLst/>
              <a:ahLst/>
              <a:cxnLst/>
              <a:rect l="l" t="t" r="r" b="b"/>
              <a:pathLst>
                <a:path w="2388" h="777" extrusionOk="0">
                  <a:moveTo>
                    <a:pt x="2323" y="1"/>
                  </a:moveTo>
                  <a:cubicBezTo>
                    <a:pt x="1486" y="302"/>
                    <a:pt x="725" y="353"/>
                    <a:pt x="273" y="353"/>
                  </a:cubicBezTo>
                  <a:cubicBezTo>
                    <a:pt x="163" y="353"/>
                    <a:pt x="71" y="350"/>
                    <a:pt x="1" y="347"/>
                  </a:cubicBezTo>
                  <a:lnTo>
                    <a:pt x="1" y="776"/>
                  </a:lnTo>
                  <a:cubicBezTo>
                    <a:pt x="1974" y="776"/>
                    <a:pt x="2387" y="469"/>
                    <a:pt x="2387" y="469"/>
                  </a:cubicBezTo>
                  <a:lnTo>
                    <a:pt x="232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9"/>
            <p:cNvSpPr/>
            <p:nvPr/>
          </p:nvSpPr>
          <p:spPr>
            <a:xfrm>
              <a:off x="7135814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827" y="0"/>
                  </a:moveTo>
                  <a:cubicBezTo>
                    <a:pt x="827" y="0"/>
                    <a:pt x="641" y="173"/>
                    <a:pt x="1" y="292"/>
                  </a:cubicBezTo>
                  <a:lnTo>
                    <a:pt x="1" y="1387"/>
                  </a:lnTo>
                  <a:cubicBezTo>
                    <a:pt x="1" y="1387"/>
                    <a:pt x="654" y="1240"/>
                    <a:pt x="987" y="692"/>
                  </a:cubicBezTo>
                  <a:cubicBezTo>
                    <a:pt x="1042" y="320"/>
                    <a:pt x="827" y="0"/>
                    <a:pt x="82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9"/>
            <p:cNvSpPr/>
            <p:nvPr/>
          </p:nvSpPr>
          <p:spPr>
            <a:xfrm>
              <a:off x="7527232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1" y="1"/>
                  </a:moveTo>
                  <a:cubicBezTo>
                    <a:pt x="1" y="1"/>
                    <a:pt x="67" y="590"/>
                    <a:pt x="273" y="590"/>
                  </a:cubicBezTo>
                  <a:cubicBezTo>
                    <a:pt x="275" y="590"/>
                    <a:pt x="277" y="590"/>
                    <a:pt x="279" y="590"/>
                  </a:cubicBezTo>
                  <a:cubicBezTo>
                    <a:pt x="507" y="590"/>
                    <a:pt x="388" y="55"/>
                    <a:pt x="388" y="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9"/>
            <p:cNvSpPr/>
            <p:nvPr/>
          </p:nvSpPr>
          <p:spPr>
            <a:xfrm>
              <a:off x="7392817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2269" y="55"/>
                  </a:moveTo>
                  <a:cubicBezTo>
                    <a:pt x="2429" y="55"/>
                    <a:pt x="2564" y="68"/>
                    <a:pt x="2657" y="81"/>
                  </a:cubicBezTo>
                  <a:cubicBezTo>
                    <a:pt x="2695" y="93"/>
                    <a:pt x="2737" y="93"/>
                    <a:pt x="2762" y="106"/>
                  </a:cubicBezTo>
                  <a:cubicBezTo>
                    <a:pt x="2762" y="119"/>
                    <a:pt x="2775" y="119"/>
                    <a:pt x="2775" y="119"/>
                  </a:cubicBezTo>
                  <a:lnTo>
                    <a:pt x="2791" y="135"/>
                  </a:lnTo>
                  <a:cubicBezTo>
                    <a:pt x="2791" y="148"/>
                    <a:pt x="2791" y="148"/>
                    <a:pt x="2762" y="161"/>
                  </a:cubicBezTo>
                  <a:cubicBezTo>
                    <a:pt x="2737" y="186"/>
                    <a:pt x="2682" y="228"/>
                    <a:pt x="2602" y="254"/>
                  </a:cubicBezTo>
                  <a:cubicBezTo>
                    <a:pt x="2375" y="346"/>
                    <a:pt x="1936" y="439"/>
                    <a:pt x="1443" y="507"/>
                  </a:cubicBezTo>
                  <a:cubicBezTo>
                    <a:pt x="1109" y="561"/>
                    <a:pt x="815" y="574"/>
                    <a:pt x="562" y="574"/>
                  </a:cubicBezTo>
                  <a:cubicBezTo>
                    <a:pt x="401" y="574"/>
                    <a:pt x="280" y="561"/>
                    <a:pt x="187" y="548"/>
                  </a:cubicBezTo>
                  <a:cubicBezTo>
                    <a:pt x="132" y="535"/>
                    <a:pt x="107" y="535"/>
                    <a:pt x="81" y="519"/>
                  </a:cubicBezTo>
                  <a:cubicBezTo>
                    <a:pt x="68" y="507"/>
                    <a:pt x="68" y="507"/>
                    <a:pt x="52" y="507"/>
                  </a:cubicBezTo>
                  <a:lnTo>
                    <a:pt x="52" y="494"/>
                  </a:lnTo>
                  <a:cubicBezTo>
                    <a:pt x="52" y="481"/>
                    <a:pt x="52" y="481"/>
                    <a:pt x="68" y="468"/>
                  </a:cubicBezTo>
                  <a:cubicBezTo>
                    <a:pt x="94" y="439"/>
                    <a:pt x="148" y="401"/>
                    <a:pt x="228" y="375"/>
                  </a:cubicBezTo>
                  <a:cubicBezTo>
                    <a:pt x="469" y="279"/>
                    <a:pt x="895" y="186"/>
                    <a:pt x="1388" y="119"/>
                  </a:cubicBezTo>
                  <a:cubicBezTo>
                    <a:pt x="1721" y="68"/>
                    <a:pt x="2029" y="55"/>
                    <a:pt x="2269" y="55"/>
                  </a:cubicBezTo>
                  <a:close/>
                  <a:moveTo>
                    <a:pt x="2269" y="0"/>
                  </a:moveTo>
                  <a:cubicBezTo>
                    <a:pt x="2029" y="0"/>
                    <a:pt x="1721" y="13"/>
                    <a:pt x="1388" y="68"/>
                  </a:cubicBezTo>
                  <a:cubicBezTo>
                    <a:pt x="1000" y="106"/>
                    <a:pt x="667" y="186"/>
                    <a:pt x="414" y="254"/>
                  </a:cubicBezTo>
                  <a:cubicBezTo>
                    <a:pt x="292" y="295"/>
                    <a:pt x="187" y="334"/>
                    <a:pt x="119" y="359"/>
                  </a:cubicBezTo>
                  <a:cubicBezTo>
                    <a:pt x="81" y="388"/>
                    <a:pt x="52" y="401"/>
                    <a:pt x="39" y="427"/>
                  </a:cubicBezTo>
                  <a:cubicBezTo>
                    <a:pt x="14" y="439"/>
                    <a:pt x="1" y="468"/>
                    <a:pt x="1" y="494"/>
                  </a:cubicBezTo>
                  <a:cubicBezTo>
                    <a:pt x="1" y="507"/>
                    <a:pt x="14" y="519"/>
                    <a:pt x="14" y="535"/>
                  </a:cubicBezTo>
                  <a:cubicBezTo>
                    <a:pt x="39" y="561"/>
                    <a:pt x="68" y="574"/>
                    <a:pt x="94" y="574"/>
                  </a:cubicBezTo>
                  <a:cubicBezTo>
                    <a:pt x="187" y="616"/>
                    <a:pt x="347" y="628"/>
                    <a:pt x="562" y="628"/>
                  </a:cubicBezTo>
                  <a:cubicBezTo>
                    <a:pt x="815" y="628"/>
                    <a:pt x="1122" y="600"/>
                    <a:pt x="1455" y="561"/>
                  </a:cubicBezTo>
                  <a:cubicBezTo>
                    <a:pt x="1830" y="519"/>
                    <a:pt x="2176" y="439"/>
                    <a:pt x="2429" y="375"/>
                  </a:cubicBezTo>
                  <a:cubicBezTo>
                    <a:pt x="2551" y="334"/>
                    <a:pt x="2644" y="295"/>
                    <a:pt x="2724" y="266"/>
                  </a:cubicBezTo>
                  <a:cubicBezTo>
                    <a:pt x="2750" y="241"/>
                    <a:pt x="2791" y="228"/>
                    <a:pt x="2804" y="199"/>
                  </a:cubicBezTo>
                  <a:cubicBezTo>
                    <a:pt x="2830" y="186"/>
                    <a:pt x="2842" y="161"/>
                    <a:pt x="2842" y="135"/>
                  </a:cubicBezTo>
                  <a:cubicBezTo>
                    <a:pt x="2842" y="119"/>
                    <a:pt x="2830" y="106"/>
                    <a:pt x="2817" y="93"/>
                  </a:cubicBezTo>
                  <a:cubicBezTo>
                    <a:pt x="2804" y="68"/>
                    <a:pt x="2775" y="55"/>
                    <a:pt x="2750" y="55"/>
                  </a:cubicBezTo>
                  <a:cubicBezTo>
                    <a:pt x="2644" y="13"/>
                    <a:pt x="2484" y="0"/>
                    <a:pt x="2269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9"/>
            <p:cNvSpPr/>
            <p:nvPr/>
          </p:nvSpPr>
          <p:spPr>
            <a:xfrm>
              <a:off x="6600231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561" y="55"/>
                  </a:moveTo>
                  <a:cubicBezTo>
                    <a:pt x="802" y="55"/>
                    <a:pt x="1109" y="68"/>
                    <a:pt x="1442" y="119"/>
                  </a:cubicBezTo>
                  <a:cubicBezTo>
                    <a:pt x="1830" y="161"/>
                    <a:pt x="2163" y="241"/>
                    <a:pt x="2403" y="308"/>
                  </a:cubicBezTo>
                  <a:cubicBezTo>
                    <a:pt x="2538" y="346"/>
                    <a:pt x="2631" y="375"/>
                    <a:pt x="2698" y="414"/>
                  </a:cubicBezTo>
                  <a:cubicBezTo>
                    <a:pt x="2724" y="427"/>
                    <a:pt x="2749" y="439"/>
                    <a:pt x="2762" y="468"/>
                  </a:cubicBezTo>
                  <a:cubicBezTo>
                    <a:pt x="2778" y="481"/>
                    <a:pt x="2791" y="481"/>
                    <a:pt x="2791" y="494"/>
                  </a:cubicBezTo>
                  <a:lnTo>
                    <a:pt x="2778" y="507"/>
                  </a:lnTo>
                  <a:cubicBezTo>
                    <a:pt x="2778" y="507"/>
                    <a:pt x="2749" y="519"/>
                    <a:pt x="2724" y="535"/>
                  </a:cubicBezTo>
                  <a:cubicBezTo>
                    <a:pt x="2644" y="561"/>
                    <a:pt x="2483" y="574"/>
                    <a:pt x="2269" y="574"/>
                  </a:cubicBezTo>
                  <a:cubicBezTo>
                    <a:pt x="2029" y="574"/>
                    <a:pt x="1721" y="561"/>
                    <a:pt x="1388" y="507"/>
                  </a:cubicBezTo>
                  <a:cubicBezTo>
                    <a:pt x="1016" y="468"/>
                    <a:pt x="667" y="388"/>
                    <a:pt x="427" y="321"/>
                  </a:cubicBezTo>
                  <a:cubicBezTo>
                    <a:pt x="308" y="279"/>
                    <a:pt x="215" y="254"/>
                    <a:pt x="148" y="215"/>
                  </a:cubicBezTo>
                  <a:cubicBezTo>
                    <a:pt x="106" y="199"/>
                    <a:pt x="81" y="186"/>
                    <a:pt x="68" y="161"/>
                  </a:cubicBezTo>
                  <a:cubicBezTo>
                    <a:pt x="55" y="148"/>
                    <a:pt x="55" y="148"/>
                    <a:pt x="55" y="135"/>
                  </a:cubicBezTo>
                  <a:lnTo>
                    <a:pt x="55" y="119"/>
                  </a:lnTo>
                  <a:cubicBezTo>
                    <a:pt x="68" y="119"/>
                    <a:pt x="81" y="106"/>
                    <a:pt x="106" y="93"/>
                  </a:cubicBezTo>
                  <a:cubicBezTo>
                    <a:pt x="199" y="68"/>
                    <a:pt x="360" y="55"/>
                    <a:pt x="561" y="55"/>
                  </a:cubicBezTo>
                  <a:close/>
                  <a:moveTo>
                    <a:pt x="561" y="0"/>
                  </a:moveTo>
                  <a:cubicBezTo>
                    <a:pt x="401" y="0"/>
                    <a:pt x="267" y="13"/>
                    <a:pt x="174" y="26"/>
                  </a:cubicBezTo>
                  <a:cubicBezTo>
                    <a:pt x="119" y="39"/>
                    <a:pt x="81" y="55"/>
                    <a:pt x="55" y="68"/>
                  </a:cubicBezTo>
                  <a:cubicBezTo>
                    <a:pt x="39" y="68"/>
                    <a:pt x="26" y="81"/>
                    <a:pt x="14" y="93"/>
                  </a:cubicBezTo>
                  <a:cubicBezTo>
                    <a:pt x="14" y="106"/>
                    <a:pt x="1" y="119"/>
                    <a:pt x="1" y="135"/>
                  </a:cubicBezTo>
                  <a:cubicBezTo>
                    <a:pt x="1" y="161"/>
                    <a:pt x="14" y="186"/>
                    <a:pt x="26" y="199"/>
                  </a:cubicBezTo>
                  <a:cubicBezTo>
                    <a:pt x="68" y="241"/>
                    <a:pt x="135" y="266"/>
                    <a:pt x="215" y="308"/>
                  </a:cubicBezTo>
                  <a:cubicBezTo>
                    <a:pt x="456" y="401"/>
                    <a:pt x="882" y="494"/>
                    <a:pt x="1388" y="561"/>
                  </a:cubicBezTo>
                  <a:cubicBezTo>
                    <a:pt x="1721" y="600"/>
                    <a:pt x="2029" y="628"/>
                    <a:pt x="2269" y="628"/>
                  </a:cubicBezTo>
                  <a:cubicBezTo>
                    <a:pt x="2429" y="628"/>
                    <a:pt x="2564" y="616"/>
                    <a:pt x="2669" y="600"/>
                  </a:cubicBezTo>
                  <a:cubicBezTo>
                    <a:pt x="2711" y="587"/>
                    <a:pt x="2749" y="574"/>
                    <a:pt x="2778" y="561"/>
                  </a:cubicBezTo>
                  <a:cubicBezTo>
                    <a:pt x="2804" y="561"/>
                    <a:pt x="2804" y="548"/>
                    <a:pt x="2817" y="535"/>
                  </a:cubicBezTo>
                  <a:cubicBezTo>
                    <a:pt x="2829" y="519"/>
                    <a:pt x="2842" y="507"/>
                    <a:pt x="2842" y="494"/>
                  </a:cubicBezTo>
                  <a:cubicBezTo>
                    <a:pt x="2842" y="468"/>
                    <a:pt x="2829" y="439"/>
                    <a:pt x="2804" y="427"/>
                  </a:cubicBezTo>
                  <a:cubicBezTo>
                    <a:pt x="2762" y="388"/>
                    <a:pt x="2711" y="359"/>
                    <a:pt x="2631" y="321"/>
                  </a:cubicBezTo>
                  <a:cubicBezTo>
                    <a:pt x="2391" y="228"/>
                    <a:pt x="1948" y="135"/>
                    <a:pt x="1455" y="68"/>
                  </a:cubicBezTo>
                  <a:cubicBezTo>
                    <a:pt x="1122" y="13"/>
                    <a:pt x="814" y="0"/>
                    <a:pt x="561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8" name="Google Shape;2868;p19"/>
          <p:cNvGrpSpPr/>
          <p:nvPr/>
        </p:nvGrpSpPr>
        <p:grpSpPr>
          <a:xfrm>
            <a:off x="1335679" y="539504"/>
            <a:ext cx="1129918" cy="278457"/>
            <a:chOff x="713231" y="815211"/>
            <a:chExt cx="894914" cy="220542"/>
          </a:xfrm>
        </p:grpSpPr>
        <p:sp>
          <p:nvSpPr>
            <p:cNvPr id="2869" name="Google Shape;2869;p19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9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9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3" name="Google Shape;2873;p2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874" name="Google Shape;2874;p2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0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1" name="Google Shape;2881;p2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882" name="Google Shape;2882;p2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883" name="Google Shape;2883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9" name="Google Shape;2919;p2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920" name="Google Shape;2920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6" name="Google Shape;2956;p2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957" name="Google Shape;2957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3" name="Google Shape;2993;p2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94" name="Google Shape;2994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30" name="Google Shape;3030;p20"/>
          <p:cNvGrpSpPr/>
          <p:nvPr/>
        </p:nvGrpSpPr>
        <p:grpSpPr>
          <a:xfrm>
            <a:off x="7063481" y="2679442"/>
            <a:ext cx="1506855" cy="1232398"/>
            <a:chOff x="3294431" y="3820626"/>
            <a:chExt cx="757594" cy="619576"/>
          </a:xfrm>
        </p:grpSpPr>
        <p:sp>
          <p:nvSpPr>
            <p:cNvPr id="3031" name="Google Shape;3031;p20"/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0"/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0"/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0"/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0"/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0"/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0"/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0"/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0"/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0"/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0"/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0"/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0"/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0"/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0"/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0"/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0"/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0"/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0"/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0"/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0"/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0"/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0"/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7" name="Google Shape;3057;p20"/>
          <p:cNvGrpSpPr/>
          <p:nvPr/>
        </p:nvGrpSpPr>
        <p:grpSpPr>
          <a:xfrm>
            <a:off x="593104" y="593204"/>
            <a:ext cx="1129918" cy="278457"/>
            <a:chOff x="713231" y="815211"/>
            <a:chExt cx="894914" cy="220542"/>
          </a:xfrm>
        </p:grpSpPr>
        <p:sp>
          <p:nvSpPr>
            <p:cNvPr id="3058" name="Google Shape;3058;p20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0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0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1" name="Google Shape;3061;p20"/>
          <p:cNvGrpSpPr/>
          <p:nvPr/>
        </p:nvGrpSpPr>
        <p:grpSpPr>
          <a:xfrm>
            <a:off x="7107181" y="1539125"/>
            <a:ext cx="1197217" cy="985790"/>
            <a:chOff x="1421488" y="3951845"/>
            <a:chExt cx="698697" cy="575308"/>
          </a:xfrm>
        </p:grpSpPr>
        <p:sp>
          <p:nvSpPr>
            <p:cNvPr id="3062" name="Google Shape;3062;p20"/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0"/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0"/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0"/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0"/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0"/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0"/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9" name="Google Shape;3069;p20"/>
          <p:cNvGrpSpPr/>
          <p:nvPr/>
        </p:nvGrpSpPr>
        <p:grpSpPr>
          <a:xfrm>
            <a:off x="565293" y="3009776"/>
            <a:ext cx="212230" cy="1594227"/>
            <a:chOff x="425780" y="482769"/>
            <a:chExt cx="127819" cy="561525"/>
          </a:xfrm>
        </p:grpSpPr>
        <p:sp>
          <p:nvSpPr>
            <p:cNvPr id="3070" name="Google Shape;3070;p20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0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0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0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0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0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0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4" r:id="rId9"/>
    <p:sldLayoutId id="2147483665" r:id="rId10"/>
    <p:sldLayoutId id="2147483666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7" name="Google Shape;3087;p24"/>
          <p:cNvGrpSpPr/>
          <p:nvPr/>
        </p:nvGrpSpPr>
        <p:grpSpPr>
          <a:xfrm>
            <a:off x="5340838" y="1367155"/>
            <a:ext cx="2648558" cy="1945391"/>
            <a:chOff x="296117" y="2376907"/>
            <a:chExt cx="715672" cy="525668"/>
          </a:xfrm>
        </p:grpSpPr>
        <p:sp>
          <p:nvSpPr>
            <p:cNvPr id="3088" name="Google Shape;3088;p24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4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4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4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4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4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4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4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4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7" name="Google Shape;3097;p24"/>
          <p:cNvSpPr txBox="1">
            <a:spLocks noGrp="1"/>
          </p:cNvSpPr>
          <p:nvPr>
            <p:ph type="ctrTitle"/>
          </p:nvPr>
        </p:nvSpPr>
        <p:spPr>
          <a:xfrm>
            <a:off x="1204111" y="1899454"/>
            <a:ext cx="3447220" cy="8506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ym typeface="Archivo ExtraBold"/>
              </a:rPr>
              <a:t>Session </a:t>
            </a:r>
            <a:r>
              <a:rPr lang="en" sz="4400" dirty="0">
                <a:solidFill>
                  <a:schemeClr val="accent4"/>
                </a:solidFill>
                <a:sym typeface="Archivo ExtraBold"/>
              </a:rPr>
              <a:t>11</a:t>
            </a:r>
            <a:endParaRPr sz="3200" dirty="0">
              <a:solidFill>
                <a:schemeClr val="accent4"/>
              </a:solidFill>
            </a:endParaRPr>
          </a:p>
        </p:txBody>
      </p:sp>
      <p:grpSp>
        <p:nvGrpSpPr>
          <p:cNvPr id="3151" name="Google Shape;3151;p24"/>
          <p:cNvGrpSpPr/>
          <p:nvPr/>
        </p:nvGrpSpPr>
        <p:grpSpPr>
          <a:xfrm>
            <a:off x="4571992" y="539504"/>
            <a:ext cx="1129918" cy="278457"/>
            <a:chOff x="713231" y="815211"/>
            <a:chExt cx="894914" cy="220542"/>
          </a:xfrm>
        </p:grpSpPr>
        <p:sp>
          <p:nvSpPr>
            <p:cNvPr id="3152" name="Google Shape;3152;p24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4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4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6" name="Google Shape;3261;p28">
            <a:extLst>
              <a:ext uri="{FF2B5EF4-FFF2-40B4-BE49-F238E27FC236}">
                <a16:creationId xmlns:a16="http://schemas.microsoft.com/office/drawing/2014/main" id="{7156DCE4-49E2-5D53-BDC8-28E1DB92BC5A}"/>
              </a:ext>
            </a:extLst>
          </p:cNvPr>
          <p:cNvGrpSpPr/>
          <p:nvPr/>
        </p:nvGrpSpPr>
        <p:grpSpPr>
          <a:xfrm>
            <a:off x="5364473" y="1918854"/>
            <a:ext cx="2762209" cy="2879270"/>
            <a:chOff x="5364473" y="1918854"/>
            <a:chExt cx="2762209" cy="2879270"/>
          </a:xfrm>
        </p:grpSpPr>
        <p:grpSp>
          <p:nvGrpSpPr>
            <p:cNvPr id="3177" name="Google Shape;3262;p28">
              <a:extLst>
                <a:ext uri="{FF2B5EF4-FFF2-40B4-BE49-F238E27FC236}">
                  <a16:creationId xmlns:a16="http://schemas.microsoft.com/office/drawing/2014/main" id="{1735F785-AFDF-D82C-C9C9-C9EB6F2D4D83}"/>
                </a:ext>
              </a:extLst>
            </p:cNvPr>
            <p:cNvGrpSpPr/>
            <p:nvPr/>
          </p:nvGrpSpPr>
          <p:grpSpPr>
            <a:xfrm>
              <a:off x="7123237" y="2127277"/>
              <a:ext cx="1003444" cy="2670847"/>
              <a:chOff x="6041499" y="927782"/>
              <a:chExt cx="395899" cy="1053755"/>
            </a:xfrm>
          </p:grpSpPr>
          <p:sp>
            <p:nvSpPr>
              <p:cNvPr id="3238" name="Google Shape;3263;p28">
                <a:extLst>
                  <a:ext uri="{FF2B5EF4-FFF2-40B4-BE49-F238E27FC236}">
                    <a16:creationId xmlns:a16="http://schemas.microsoft.com/office/drawing/2014/main" id="{5063ECA8-987D-BC94-5590-5AAE950024CF}"/>
                  </a:ext>
                </a:extLst>
              </p:cNvPr>
              <p:cNvSpPr/>
              <p:nvPr/>
            </p:nvSpPr>
            <p:spPr>
              <a:xfrm>
                <a:off x="6324155" y="1217789"/>
                <a:ext cx="17182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215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215" y="9557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64;p28">
                <a:extLst>
                  <a:ext uri="{FF2B5EF4-FFF2-40B4-BE49-F238E27FC236}">
                    <a16:creationId xmlns:a16="http://schemas.microsoft.com/office/drawing/2014/main" id="{9C3E5847-D520-2845-7552-865E1210B73E}"/>
                  </a:ext>
                </a:extLst>
              </p:cNvPr>
              <p:cNvSpPr/>
              <p:nvPr/>
            </p:nvSpPr>
            <p:spPr>
              <a:xfrm>
                <a:off x="6313367" y="982043"/>
                <a:ext cx="124028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3352" extrusionOk="0">
                    <a:moveTo>
                      <a:pt x="1" y="0"/>
                    </a:moveTo>
                    <a:lnTo>
                      <a:pt x="590" y="3351"/>
                    </a:lnTo>
                    <a:lnTo>
                      <a:pt x="1551" y="3351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65;p28">
                <a:extLst>
                  <a:ext uri="{FF2B5EF4-FFF2-40B4-BE49-F238E27FC236}">
                    <a16:creationId xmlns:a16="http://schemas.microsoft.com/office/drawing/2014/main" id="{81E32D34-6D45-05DF-A6FF-825212F1E8A5}"/>
                  </a:ext>
                </a:extLst>
              </p:cNvPr>
              <p:cNvSpPr/>
              <p:nvPr/>
            </p:nvSpPr>
            <p:spPr>
              <a:xfrm>
                <a:off x="6068111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" y="0"/>
                    </a:moveTo>
                    <a:lnTo>
                      <a:pt x="1788" y="5084"/>
                    </a:lnTo>
                    <a:lnTo>
                      <a:pt x="4620" y="5084"/>
                    </a:lnTo>
                    <a:lnTo>
                      <a:pt x="3099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66;p28">
                <a:extLst>
                  <a:ext uri="{FF2B5EF4-FFF2-40B4-BE49-F238E27FC236}">
                    <a16:creationId xmlns:a16="http://schemas.microsoft.com/office/drawing/2014/main" id="{B0B532E0-7B62-73B3-D9AD-916E7F906E8C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67;p28">
                <a:extLst>
                  <a:ext uri="{FF2B5EF4-FFF2-40B4-BE49-F238E27FC236}">
                    <a16:creationId xmlns:a16="http://schemas.microsoft.com/office/drawing/2014/main" id="{8830E4FE-662D-736E-4F45-F2FE70018594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57175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8" name="Google Shape;3268;p28">
              <a:extLst>
                <a:ext uri="{FF2B5EF4-FFF2-40B4-BE49-F238E27FC236}">
                  <a16:creationId xmlns:a16="http://schemas.microsoft.com/office/drawing/2014/main" id="{DCBF111F-1DB7-C27B-F822-16DB2FE0C64B}"/>
                </a:ext>
              </a:extLst>
            </p:cNvPr>
            <p:cNvGrpSpPr/>
            <p:nvPr/>
          </p:nvGrpSpPr>
          <p:grpSpPr>
            <a:xfrm>
              <a:off x="5364473" y="2127277"/>
              <a:ext cx="1006078" cy="2670847"/>
              <a:chOff x="4234325" y="927782"/>
              <a:chExt cx="396937" cy="1053755"/>
            </a:xfrm>
          </p:grpSpPr>
          <p:sp>
            <p:nvSpPr>
              <p:cNvPr id="3233" name="Google Shape;3269;p28">
                <a:extLst>
                  <a:ext uri="{FF2B5EF4-FFF2-40B4-BE49-F238E27FC236}">
                    <a16:creationId xmlns:a16="http://schemas.microsoft.com/office/drawing/2014/main" id="{BEC12F10-56E8-3C9D-1F2B-24A9CBF9EB9D}"/>
                  </a:ext>
                </a:extLst>
              </p:cNvPr>
              <p:cNvSpPr/>
              <p:nvPr/>
            </p:nvSpPr>
            <p:spPr>
              <a:xfrm>
                <a:off x="4331661" y="1217789"/>
                <a:ext cx="15903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199" y="9557"/>
                    </a:lnTo>
                    <a:lnTo>
                      <a:pt x="199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70;p28">
                <a:extLst>
                  <a:ext uri="{FF2B5EF4-FFF2-40B4-BE49-F238E27FC236}">
                    <a16:creationId xmlns:a16="http://schemas.microsoft.com/office/drawing/2014/main" id="{8448991F-2C65-4035-D4B2-9F2B49E9CF93}"/>
                  </a:ext>
                </a:extLst>
              </p:cNvPr>
              <p:cNvSpPr/>
              <p:nvPr/>
            </p:nvSpPr>
            <p:spPr>
              <a:xfrm>
                <a:off x="4234325" y="982043"/>
                <a:ext cx="125067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65" h="3352" extrusionOk="0">
                    <a:moveTo>
                      <a:pt x="978" y="0"/>
                    </a:moveTo>
                    <a:lnTo>
                      <a:pt x="1" y="3351"/>
                    </a:lnTo>
                    <a:lnTo>
                      <a:pt x="978" y="3351"/>
                    </a:lnTo>
                    <a:lnTo>
                      <a:pt x="1564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71;p28">
                <a:extLst>
                  <a:ext uri="{FF2B5EF4-FFF2-40B4-BE49-F238E27FC236}">
                    <a16:creationId xmlns:a16="http://schemas.microsoft.com/office/drawing/2014/main" id="{562F5ACE-4F3D-89DF-958A-E4F67ECBD96E}"/>
                  </a:ext>
                </a:extLst>
              </p:cNvPr>
              <p:cNvSpPr/>
              <p:nvPr/>
            </p:nvSpPr>
            <p:spPr>
              <a:xfrm>
                <a:off x="4234325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522" y="0"/>
                    </a:moveTo>
                    <a:lnTo>
                      <a:pt x="1" y="5084"/>
                    </a:lnTo>
                    <a:lnTo>
                      <a:pt x="2833" y="5084"/>
                    </a:lnTo>
                    <a:lnTo>
                      <a:pt x="462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72;p28">
                <a:extLst>
                  <a:ext uri="{FF2B5EF4-FFF2-40B4-BE49-F238E27FC236}">
                    <a16:creationId xmlns:a16="http://schemas.microsoft.com/office/drawing/2014/main" id="{1E59F848-B73D-F1CC-AEE7-A90FCDCCB02C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73;p28">
                <a:extLst>
                  <a:ext uri="{FF2B5EF4-FFF2-40B4-BE49-F238E27FC236}">
                    <a16:creationId xmlns:a16="http://schemas.microsoft.com/office/drawing/2014/main" id="{DE6D91BA-2E64-B200-02C3-298C6960689E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14313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9" name="Google Shape;3274;p28">
              <a:extLst>
                <a:ext uri="{FF2B5EF4-FFF2-40B4-BE49-F238E27FC236}">
                  <a16:creationId xmlns:a16="http://schemas.microsoft.com/office/drawing/2014/main" id="{A4E98383-FE3F-C29B-AFD6-A23F3AC7A289}"/>
                </a:ext>
              </a:extLst>
            </p:cNvPr>
            <p:cNvGrpSpPr/>
            <p:nvPr/>
          </p:nvGrpSpPr>
          <p:grpSpPr>
            <a:xfrm>
              <a:off x="5790231" y="1918854"/>
              <a:ext cx="1987851" cy="2879270"/>
              <a:chOff x="4950115" y="845551"/>
              <a:chExt cx="784286" cy="1135986"/>
            </a:xfrm>
          </p:grpSpPr>
          <p:sp>
            <p:nvSpPr>
              <p:cNvPr id="3180" name="Google Shape;3275;p28">
                <a:extLst>
                  <a:ext uri="{FF2B5EF4-FFF2-40B4-BE49-F238E27FC236}">
                    <a16:creationId xmlns:a16="http://schemas.microsoft.com/office/drawing/2014/main" id="{AD8ECDBA-E569-05F1-31CB-3F39891863EF}"/>
                  </a:ext>
                </a:extLst>
              </p:cNvPr>
              <p:cNvSpPr/>
              <p:nvPr/>
            </p:nvSpPr>
            <p:spPr>
              <a:xfrm>
                <a:off x="4951153" y="1212435"/>
                <a:ext cx="783247" cy="769102"/>
              </a:xfrm>
              <a:custGeom>
                <a:avLst/>
                <a:gdLst/>
                <a:ahLst/>
                <a:cxnLst/>
                <a:rect l="l" t="t" r="r" b="b"/>
                <a:pathLst>
                  <a:path w="9801" h="9624" extrusionOk="0">
                    <a:moveTo>
                      <a:pt x="2804" y="1"/>
                    </a:moveTo>
                    <a:lnTo>
                      <a:pt x="1176" y="1135"/>
                    </a:lnTo>
                    <a:cubicBezTo>
                      <a:pt x="430" y="1657"/>
                      <a:pt x="1" y="2509"/>
                      <a:pt x="1" y="3406"/>
                    </a:cubicBezTo>
                    <a:lnTo>
                      <a:pt x="1" y="7048"/>
                    </a:lnTo>
                    <a:lnTo>
                      <a:pt x="1618" y="6555"/>
                    </a:lnTo>
                    <a:lnTo>
                      <a:pt x="1618" y="9624"/>
                    </a:lnTo>
                    <a:lnTo>
                      <a:pt x="8170" y="9624"/>
                    </a:lnTo>
                    <a:lnTo>
                      <a:pt x="8170" y="6555"/>
                    </a:lnTo>
                    <a:lnTo>
                      <a:pt x="9800" y="7048"/>
                    </a:lnTo>
                    <a:lnTo>
                      <a:pt x="9800" y="3406"/>
                    </a:lnTo>
                    <a:cubicBezTo>
                      <a:pt x="9800" y="2509"/>
                      <a:pt x="9358" y="1657"/>
                      <a:pt x="8612" y="1135"/>
                    </a:cubicBezTo>
                    <a:lnTo>
                      <a:pt x="6984" y="1"/>
                    </a:lnTo>
                    <a:lnTo>
                      <a:pt x="4902" y="1682"/>
                    </a:lnTo>
                    <a:lnTo>
                      <a:pt x="280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35000">
                    <a:schemeClr val="accent5"/>
                  </a:gs>
                  <a:gs pos="49000">
                    <a:schemeClr val="accent4"/>
                  </a:gs>
                  <a:gs pos="7300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276;p28">
                <a:extLst>
                  <a:ext uri="{FF2B5EF4-FFF2-40B4-BE49-F238E27FC236}">
                    <a16:creationId xmlns:a16="http://schemas.microsoft.com/office/drawing/2014/main" id="{EEDD724C-8FDC-4332-B46D-7406DEBF2CE5}"/>
                  </a:ext>
                </a:extLst>
              </p:cNvPr>
              <p:cNvSpPr/>
              <p:nvPr/>
            </p:nvSpPr>
            <p:spPr>
              <a:xfrm>
                <a:off x="4951153" y="1278523"/>
                <a:ext cx="129382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5796" extrusionOk="0">
                    <a:moveTo>
                      <a:pt x="1618" y="0"/>
                    </a:moveTo>
                    <a:lnTo>
                      <a:pt x="1176" y="308"/>
                    </a:lnTo>
                    <a:cubicBezTo>
                      <a:pt x="430" y="830"/>
                      <a:pt x="1" y="1682"/>
                      <a:pt x="1" y="2579"/>
                    </a:cubicBezTo>
                    <a:lnTo>
                      <a:pt x="1" y="5420"/>
                    </a:lnTo>
                    <a:lnTo>
                      <a:pt x="1417" y="5795"/>
                    </a:lnTo>
                    <a:lnTo>
                      <a:pt x="1618" y="5728"/>
                    </a:lnTo>
                    <a:lnTo>
                      <a:pt x="16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277;p28">
                <a:extLst>
                  <a:ext uri="{FF2B5EF4-FFF2-40B4-BE49-F238E27FC236}">
                    <a16:creationId xmlns:a16="http://schemas.microsoft.com/office/drawing/2014/main" id="{905F87BD-BBB5-5484-C919-1B134D76D6F9}"/>
                  </a:ext>
                </a:extLst>
              </p:cNvPr>
              <p:cNvSpPr/>
              <p:nvPr/>
            </p:nvSpPr>
            <p:spPr>
              <a:xfrm>
                <a:off x="5154934" y="1212435"/>
                <a:ext cx="374642" cy="200507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2509" extrusionOk="0">
                    <a:moveTo>
                      <a:pt x="254" y="1"/>
                    </a:moveTo>
                    <a:lnTo>
                      <a:pt x="1" y="174"/>
                    </a:lnTo>
                    <a:cubicBezTo>
                      <a:pt x="375" y="683"/>
                      <a:pt x="1189" y="1708"/>
                      <a:pt x="2352" y="2509"/>
                    </a:cubicBezTo>
                    <a:cubicBezTo>
                      <a:pt x="3499" y="1708"/>
                      <a:pt x="4313" y="683"/>
                      <a:pt x="4687" y="174"/>
                    </a:cubicBezTo>
                    <a:lnTo>
                      <a:pt x="4434" y="1"/>
                    </a:lnTo>
                    <a:lnTo>
                      <a:pt x="2352" y="1682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278;p28">
                <a:extLst>
                  <a:ext uri="{FF2B5EF4-FFF2-40B4-BE49-F238E27FC236}">
                    <a16:creationId xmlns:a16="http://schemas.microsoft.com/office/drawing/2014/main" id="{3B00A1AD-13FF-8574-758C-8B7A84D47BCA}"/>
                  </a:ext>
                </a:extLst>
              </p:cNvPr>
              <p:cNvSpPr/>
              <p:nvPr/>
            </p:nvSpPr>
            <p:spPr>
              <a:xfrm>
                <a:off x="5225338" y="1183746"/>
                <a:ext cx="240224" cy="152398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907" extrusionOk="0">
                    <a:moveTo>
                      <a:pt x="1" y="1"/>
                    </a:moveTo>
                    <a:lnTo>
                      <a:pt x="1631" y="1907"/>
                    </a:lnTo>
                    <a:lnTo>
                      <a:pt x="2631" y="895"/>
                    </a:lnTo>
                    <a:lnTo>
                      <a:pt x="3006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279;p28">
                <a:extLst>
                  <a:ext uri="{FF2B5EF4-FFF2-40B4-BE49-F238E27FC236}">
                    <a16:creationId xmlns:a16="http://schemas.microsoft.com/office/drawing/2014/main" id="{412B97D8-BD3F-2A5A-581B-1A7C186EA532}"/>
                  </a:ext>
                </a:extLst>
              </p:cNvPr>
              <p:cNvSpPr/>
              <p:nvPr/>
            </p:nvSpPr>
            <p:spPr>
              <a:xfrm>
                <a:off x="5263777" y="1132601"/>
                <a:ext cx="157992" cy="180288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2256" extrusionOk="0">
                    <a:moveTo>
                      <a:pt x="0" y="0"/>
                    </a:moveTo>
                    <a:lnTo>
                      <a:pt x="0" y="1173"/>
                    </a:lnTo>
                    <a:lnTo>
                      <a:pt x="990" y="2255"/>
                    </a:lnTo>
                    <a:lnTo>
                      <a:pt x="1977" y="1173"/>
                    </a:lnTo>
                    <a:lnTo>
                      <a:pt x="1977" y="0"/>
                    </a:lnTo>
                    <a:lnTo>
                      <a:pt x="990" y="9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280;p28">
                <a:extLst>
                  <a:ext uri="{FF2B5EF4-FFF2-40B4-BE49-F238E27FC236}">
                    <a16:creationId xmlns:a16="http://schemas.microsoft.com/office/drawing/2014/main" id="{02AB42D1-42FE-0D18-976E-0A4CA4D0198D}"/>
                  </a:ext>
                </a:extLst>
              </p:cNvPr>
              <p:cNvSpPr/>
              <p:nvPr/>
            </p:nvSpPr>
            <p:spPr>
              <a:xfrm>
                <a:off x="5263777" y="1111024"/>
                <a:ext cx="11963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843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362" y="1843"/>
                    </a:lnTo>
                    <a:cubicBezTo>
                      <a:pt x="1096" y="1712"/>
                      <a:pt x="1496" y="1257"/>
                      <a:pt x="1496" y="1257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281;p28">
                <a:extLst>
                  <a:ext uri="{FF2B5EF4-FFF2-40B4-BE49-F238E27FC236}">
                    <a16:creationId xmlns:a16="http://schemas.microsoft.com/office/drawing/2014/main" id="{254D5D23-FC8A-D98C-3628-34DBB18069FA}"/>
                  </a:ext>
                </a:extLst>
              </p:cNvPr>
              <p:cNvSpPr/>
              <p:nvPr/>
            </p:nvSpPr>
            <p:spPr>
              <a:xfrm>
                <a:off x="5445261" y="976689"/>
                <a:ext cx="43634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08" extrusionOk="0">
                    <a:moveTo>
                      <a:pt x="106" y="0"/>
                    </a:moveTo>
                    <a:lnTo>
                      <a:pt x="1" y="1403"/>
                    </a:lnTo>
                    <a:cubicBezTo>
                      <a:pt x="1" y="1403"/>
                      <a:pt x="48" y="1408"/>
                      <a:pt x="110" y="1408"/>
                    </a:cubicBezTo>
                    <a:cubicBezTo>
                      <a:pt x="231" y="1408"/>
                      <a:pt x="410" y="1391"/>
                      <a:pt x="427" y="1294"/>
                    </a:cubicBezTo>
                    <a:cubicBezTo>
                      <a:pt x="452" y="1150"/>
                      <a:pt x="545" y="493"/>
                      <a:pt x="507" y="333"/>
                    </a:cubicBezTo>
                    <a:cubicBezTo>
                      <a:pt x="452" y="173"/>
                      <a:pt x="106" y="0"/>
                      <a:pt x="106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282;p28">
                <a:extLst>
                  <a:ext uri="{FF2B5EF4-FFF2-40B4-BE49-F238E27FC236}">
                    <a16:creationId xmlns:a16="http://schemas.microsoft.com/office/drawing/2014/main" id="{A16575BF-1372-67A2-3792-D6FD6479FB34}"/>
                  </a:ext>
                </a:extLst>
              </p:cNvPr>
              <p:cNvSpPr/>
              <p:nvPr/>
            </p:nvSpPr>
            <p:spPr>
              <a:xfrm>
                <a:off x="5469555" y="990514"/>
                <a:ext cx="19339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218" extrusionOk="0">
                    <a:moveTo>
                      <a:pt x="68" y="0"/>
                    </a:moveTo>
                    <a:cubicBezTo>
                      <a:pt x="81" y="215"/>
                      <a:pt x="97" y="657"/>
                      <a:pt x="1" y="1217"/>
                    </a:cubicBezTo>
                    <a:cubicBezTo>
                      <a:pt x="55" y="1201"/>
                      <a:pt x="110" y="1176"/>
                      <a:pt x="123" y="1121"/>
                    </a:cubicBezTo>
                    <a:cubicBezTo>
                      <a:pt x="148" y="977"/>
                      <a:pt x="241" y="320"/>
                      <a:pt x="203" y="160"/>
                    </a:cubicBezTo>
                    <a:cubicBezTo>
                      <a:pt x="177" y="109"/>
                      <a:pt x="135" y="55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283;p28">
                <a:extLst>
                  <a:ext uri="{FF2B5EF4-FFF2-40B4-BE49-F238E27FC236}">
                    <a16:creationId xmlns:a16="http://schemas.microsoft.com/office/drawing/2014/main" id="{40221072-313F-FF30-7DF4-F2629E8D50B2}"/>
                  </a:ext>
                </a:extLst>
              </p:cNvPr>
              <p:cNvSpPr/>
              <p:nvPr/>
            </p:nvSpPr>
            <p:spPr>
              <a:xfrm>
                <a:off x="5420648" y="958469"/>
                <a:ext cx="4387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843" extrusionOk="0">
                    <a:moveTo>
                      <a:pt x="132" y="1"/>
                    </a:moveTo>
                    <a:lnTo>
                      <a:pt x="1" y="1843"/>
                    </a:lnTo>
                    <a:cubicBezTo>
                      <a:pt x="1" y="1843"/>
                      <a:pt x="321" y="1830"/>
                      <a:pt x="414" y="1670"/>
                    </a:cubicBezTo>
                    <a:cubicBezTo>
                      <a:pt x="507" y="1497"/>
                      <a:pt x="549" y="641"/>
                      <a:pt x="507" y="350"/>
                    </a:cubicBezTo>
                    <a:cubicBezTo>
                      <a:pt x="469" y="55"/>
                      <a:pt x="132" y="1"/>
                      <a:pt x="132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284;p28">
                <a:extLst>
                  <a:ext uri="{FF2B5EF4-FFF2-40B4-BE49-F238E27FC236}">
                    <a16:creationId xmlns:a16="http://schemas.microsoft.com/office/drawing/2014/main" id="{34A871CA-6E4E-5D62-C6BB-C2353F03A293}"/>
                  </a:ext>
                </a:extLst>
              </p:cNvPr>
              <p:cNvSpPr/>
              <p:nvPr/>
            </p:nvSpPr>
            <p:spPr>
              <a:xfrm>
                <a:off x="5216867" y="845551"/>
                <a:ext cx="251812" cy="164225"/>
              </a:xfrm>
              <a:custGeom>
                <a:avLst/>
                <a:gdLst/>
                <a:ahLst/>
                <a:cxnLst/>
                <a:rect l="l" t="t" r="r" b="b"/>
                <a:pathLst>
                  <a:path w="3151" h="2055" extrusionOk="0">
                    <a:moveTo>
                      <a:pt x="1577" y="1"/>
                    </a:moveTo>
                    <a:cubicBezTo>
                      <a:pt x="1535" y="1"/>
                      <a:pt x="440" y="14"/>
                      <a:pt x="216" y="600"/>
                    </a:cubicBezTo>
                    <a:cubicBezTo>
                      <a:pt x="1" y="1202"/>
                      <a:pt x="27" y="2054"/>
                      <a:pt x="27" y="2054"/>
                    </a:cubicBezTo>
                    <a:lnTo>
                      <a:pt x="267" y="2054"/>
                    </a:lnTo>
                    <a:cubicBezTo>
                      <a:pt x="267" y="2054"/>
                      <a:pt x="55" y="372"/>
                      <a:pt x="1068" y="321"/>
                    </a:cubicBezTo>
                    <a:lnTo>
                      <a:pt x="1577" y="267"/>
                    </a:lnTo>
                    <a:lnTo>
                      <a:pt x="2083" y="321"/>
                    </a:lnTo>
                    <a:cubicBezTo>
                      <a:pt x="3099" y="372"/>
                      <a:pt x="2884" y="2054"/>
                      <a:pt x="2884" y="2054"/>
                    </a:cubicBezTo>
                    <a:lnTo>
                      <a:pt x="3112" y="2054"/>
                    </a:lnTo>
                    <a:cubicBezTo>
                      <a:pt x="3112" y="2054"/>
                      <a:pt x="3150" y="1202"/>
                      <a:pt x="2923" y="600"/>
                    </a:cubicBezTo>
                    <a:cubicBezTo>
                      <a:pt x="2698" y="14"/>
                      <a:pt x="1616" y="1"/>
                      <a:pt x="1577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285;p28">
                <a:extLst>
                  <a:ext uri="{FF2B5EF4-FFF2-40B4-BE49-F238E27FC236}">
                    <a16:creationId xmlns:a16="http://schemas.microsoft.com/office/drawing/2014/main" id="{9D794FE1-877B-867C-7C77-CC455C022815}"/>
                  </a:ext>
                </a:extLst>
              </p:cNvPr>
              <p:cNvSpPr/>
              <p:nvPr/>
            </p:nvSpPr>
            <p:spPr>
              <a:xfrm>
                <a:off x="5195690" y="976689"/>
                <a:ext cx="44832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408" extrusionOk="0">
                    <a:moveTo>
                      <a:pt x="439" y="0"/>
                    </a:moveTo>
                    <a:cubicBezTo>
                      <a:pt x="439" y="0"/>
                      <a:pt x="93" y="173"/>
                      <a:pt x="51" y="333"/>
                    </a:cubicBezTo>
                    <a:cubicBezTo>
                      <a:pt x="0" y="493"/>
                      <a:pt x="106" y="1150"/>
                      <a:pt x="131" y="1294"/>
                    </a:cubicBezTo>
                    <a:cubicBezTo>
                      <a:pt x="140" y="1391"/>
                      <a:pt x="323" y="1408"/>
                      <a:pt x="447" y="1408"/>
                    </a:cubicBezTo>
                    <a:cubicBezTo>
                      <a:pt x="512" y="1408"/>
                      <a:pt x="561" y="1403"/>
                      <a:pt x="561" y="1403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286;p28">
                <a:extLst>
                  <a:ext uri="{FF2B5EF4-FFF2-40B4-BE49-F238E27FC236}">
                    <a16:creationId xmlns:a16="http://schemas.microsoft.com/office/drawing/2014/main" id="{3212A033-5070-1D57-8124-B53D5CB3906A}"/>
                  </a:ext>
                </a:extLst>
              </p:cNvPr>
              <p:cNvSpPr/>
              <p:nvPr/>
            </p:nvSpPr>
            <p:spPr>
              <a:xfrm>
                <a:off x="5195690" y="990514"/>
                <a:ext cx="20298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218" extrusionOk="0">
                    <a:moveTo>
                      <a:pt x="173" y="0"/>
                    </a:moveTo>
                    <a:cubicBezTo>
                      <a:pt x="119" y="55"/>
                      <a:pt x="64" y="109"/>
                      <a:pt x="51" y="160"/>
                    </a:cubicBezTo>
                    <a:cubicBezTo>
                      <a:pt x="0" y="320"/>
                      <a:pt x="106" y="977"/>
                      <a:pt x="131" y="1121"/>
                    </a:cubicBezTo>
                    <a:cubicBezTo>
                      <a:pt x="131" y="1176"/>
                      <a:pt x="186" y="1201"/>
                      <a:pt x="253" y="1217"/>
                    </a:cubicBezTo>
                    <a:cubicBezTo>
                      <a:pt x="160" y="657"/>
                      <a:pt x="160" y="215"/>
                      <a:pt x="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287;p28">
                <a:extLst>
                  <a:ext uri="{FF2B5EF4-FFF2-40B4-BE49-F238E27FC236}">
                    <a16:creationId xmlns:a16="http://schemas.microsoft.com/office/drawing/2014/main" id="{A1E6A4C4-9551-F0FE-981F-B717ABCC15D0}"/>
                  </a:ext>
                </a:extLst>
              </p:cNvPr>
              <p:cNvSpPr/>
              <p:nvPr/>
            </p:nvSpPr>
            <p:spPr>
              <a:xfrm>
                <a:off x="5221263" y="958469"/>
                <a:ext cx="42595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843" extrusionOk="0">
                    <a:moveTo>
                      <a:pt x="401" y="1"/>
                    </a:moveTo>
                    <a:cubicBezTo>
                      <a:pt x="401" y="1"/>
                      <a:pt x="64" y="55"/>
                      <a:pt x="39" y="350"/>
                    </a:cubicBezTo>
                    <a:cubicBezTo>
                      <a:pt x="0" y="641"/>
                      <a:pt x="39" y="1497"/>
                      <a:pt x="132" y="1670"/>
                    </a:cubicBezTo>
                    <a:cubicBezTo>
                      <a:pt x="225" y="1830"/>
                      <a:pt x="532" y="1843"/>
                      <a:pt x="532" y="1843"/>
                    </a:cubicBez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288;p28">
                <a:extLst>
                  <a:ext uri="{FF2B5EF4-FFF2-40B4-BE49-F238E27FC236}">
                    <a16:creationId xmlns:a16="http://schemas.microsoft.com/office/drawing/2014/main" id="{6D718EE5-C084-CEC7-0DF4-2C9A8BA606D1}"/>
                  </a:ext>
                </a:extLst>
              </p:cNvPr>
              <p:cNvSpPr/>
              <p:nvPr/>
            </p:nvSpPr>
            <p:spPr>
              <a:xfrm>
                <a:off x="5239163" y="858417"/>
                <a:ext cx="207220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1298" y="1201"/>
                    </a:lnTo>
                    <a:lnTo>
                      <a:pt x="2403" y="1253"/>
                    </a:lnTo>
                    <a:cubicBezTo>
                      <a:pt x="2403" y="1253"/>
                      <a:pt x="2592" y="0"/>
                      <a:pt x="1298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289;p28">
                <a:extLst>
                  <a:ext uri="{FF2B5EF4-FFF2-40B4-BE49-F238E27FC236}">
                    <a16:creationId xmlns:a16="http://schemas.microsoft.com/office/drawing/2014/main" id="{0A530963-6D44-A466-91BC-4CE75079DB8F}"/>
                  </a:ext>
                </a:extLst>
              </p:cNvPr>
              <p:cNvSpPr/>
              <p:nvPr/>
            </p:nvSpPr>
            <p:spPr>
              <a:xfrm>
                <a:off x="5298060" y="885987"/>
                <a:ext cx="89665" cy="3748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469" extrusionOk="0">
                    <a:moveTo>
                      <a:pt x="534" y="0"/>
                    </a:moveTo>
                    <a:cubicBezTo>
                      <a:pt x="423" y="0"/>
                      <a:pt x="0" y="29"/>
                      <a:pt x="0" y="469"/>
                    </a:cubicBezTo>
                    <a:lnTo>
                      <a:pt x="1122" y="469"/>
                    </a:lnTo>
                    <a:cubicBezTo>
                      <a:pt x="1122" y="29"/>
                      <a:pt x="699" y="0"/>
                      <a:pt x="588" y="0"/>
                    </a:cubicBezTo>
                    <a:cubicBezTo>
                      <a:pt x="571" y="0"/>
                      <a:pt x="561" y="1"/>
                      <a:pt x="561" y="1"/>
                    </a:cubicBezTo>
                    <a:cubicBezTo>
                      <a:pt x="561" y="1"/>
                      <a:pt x="551" y="0"/>
                      <a:pt x="534" y="0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290;p28">
                <a:extLst>
                  <a:ext uri="{FF2B5EF4-FFF2-40B4-BE49-F238E27FC236}">
                    <a16:creationId xmlns:a16="http://schemas.microsoft.com/office/drawing/2014/main" id="{F7E4C7DB-A3F5-A21C-5D75-0E0E6D25B826}"/>
                  </a:ext>
                </a:extLst>
              </p:cNvPr>
              <p:cNvSpPr/>
              <p:nvPr/>
            </p:nvSpPr>
            <p:spPr>
              <a:xfrm>
                <a:off x="5367185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6" y="0"/>
                      <a:pt x="0" y="29"/>
                      <a:pt x="0" y="55"/>
                    </a:cubicBezTo>
                    <a:cubicBezTo>
                      <a:pt x="0" y="80"/>
                      <a:pt x="16" y="109"/>
                      <a:pt x="42" y="109"/>
                    </a:cubicBezTo>
                    <a:cubicBezTo>
                      <a:pt x="81" y="109"/>
                      <a:pt x="97" y="80"/>
                      <a:pt x="97" y="55"/>
                    </a:cubicBezTo>
                    <a:cubicBezTo>
                      <a:pt x="97" y="29"/>
                      <a:pt x="81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291;p28">
                <a:extLst>
                  <a:ext uri="{FF2B5EF4-FFF2-40B4-BE49-F238E27FC236}">
                    <a16:creationId xmlns:a16="http://schemas.microsoft.com/office/drawing/2014/main" id="{3FFEC53C-5210-77BA-38BE-9C41DE4E5B87}"/>
                  </a:ext>
                </a:extLst>
              </p:cNvPr>
              <p:cNvSpPr/>
              <p:nvPr/>
            </p:nvSpPr>
            <p:spPr>
              <a:xfrm>
                <a:off x="5338496" y="932896"/>
                <a:ext cx="8551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10" extrusionOk="0">
                    <a:moveTo>
                      <a:pt x="55" y="0"/>
                    </a:moveTo>
                    <a:cubicBezTo>
                      <a:pt x="26" y="0"/>
                      <a:pt x="1" y="29"/>
                      <a:pt x="1" y="55"/>
                    </a:cubicBezTo>
                    <a:cubicBezTo>
                      <a:pt x="1" y="80"/>
                      <a:pt x="26" y="109"/>
                      <a:pt x="55" y="109"/>
                    </a:cubicBezTo>
                    <a:cubicBezTo>
                      <a:pt x="81" y="109"/>
                      <a:pt x="106" y="80"/>
                      <a:pt x="106" y="55"/>
                    </a:cubicBezTo>
                    <a:cubicBezTo>
                      <a:pt x="106" y="29"/>
                      <a:pt x="81" y="0"/>
                      <a:pt x="55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292;p28">
                <a:extLst>
                  <a:ext uri="{FF2B5EF4-FFF2-40B4-BE49-F238E27FC236}">
                    <a16:creationId xmlns:a16="http://schemas.microsoft.com/office/drawing/2014/main" id="{8E71CB34-AED6-4615-520A-1D1E088DF894}"/>
                  </a:ext>
                </a:extLst>
              </p:cNvPr>
              <p:cNvSpPr/>
              <p:nvPr/>
            </p:nvSpPr>
            <p:spPr>
              <a:xfrm>
                <a:off x="5309568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7" y="0"/>
                      <a:pt x="1" y="29"/>
                      <a:pt x="1" y="55"/>
                    </a:cubicBezTo>
                    <a:cubicBezTo>
                      <a:pt x="1" y="80"/>
                      <a:pt x="17" y="109"/>
                      <a:pt x="42" y="109"/>
                    </a:cubicBezTo>
                    <a:cubicBezTo>
                      <a:pt x="68" y="109"/>
                      <a:pt x="97" y="80"/>
                      <a:pt x="97" y="55"/>
                    </a:cubicBezTo>
                    <a:cubicBezTo>
                      <a:pt x="97" y="29"/>
                      <a:pt x="68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293;p28">
                <a:extLst>
                  <a:ext uri="{FF2B5EF4-FFF2-40B4-BE49-F238E27FC236}">
                    <a16:creationId xmlns:a16="http://schemas.microsoft.com/office/drawing/2014/main" id="{DD9A4DDF-77CC-4288-B294-84B42906B478}"/>
                  </a:ext>
                </a:extLst>
              </p:cNvPr>
              <p:cNvSpPr/>
              <p:nvPr/>
            </p:nvSpPr>
            <p:spPr>
              <a:xfrm>
                <a:off x="5228695" y="949039"/>
                <a:ext cx="228157" cy="284737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3563" extrusionOk="0">
                    <a:moveTo>
                      <a:pt x="1429" y="0"/>
                    </a:moveTo>
                    <a:cubicBezTo>
                      <a:pt x="1429" y="0"/>
                      <a:pt x="852" y="0"/>
                      <a:pt x="308" y="119"/>
                    </a:cubicBezTo>
                    <a:cubicBezTo>
                      <a:pt x="308" y="119"/>
                      <a:pt x="0" y="3258"/>
                      <a:pt x="1429" y="3562"/>
                    </a:cubicBezTo>
                    <a:cubicBezTo>
                      <a:pt x="2855" y="3258"/>
                      <a:pt x="2534" y="119"/>
                      <a:pt x="2534" y="119"/>
                    </a:cubicBezTo>
                    <a:cubicBezTo>
                      <a:pt x="1990" y="0"/>
                      <a:pt x="1429" y="0"/>
                      <a:pt x="142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294;p28">
                <a:extLst>
                  <a:ext uri="{FF2B5EF4-FFF2-40B4-BE49-F238E27FC236}">
                    <a16:creationId xmlns:a16="http://schemas.microsoft.com/office/drawing/2014/main" id="{1B566990-B3FB-E826-1DFB-9F65F64C4F6C}"/>
                  </a:ext>
                </a:extLst>
              </p:cNvPr>
              <p:cNvSpPr/>
              <p:nvPr/>
            </p:nvSpPr>
            <p:spPr>
              <a:xfrm>
                <a:off x="5358715" y="1022959"/>
                <a:ext cx="64092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47" extrusionOk="0">
                    <a:moveTo>
                      <a:pt x="556" y="1"/>
                    </a:moveTo>
                    <a:cubicBezTo>
                      <a:pt x="127" y="1"/>
                      <a:pt x="1" y="235"/>
                      <a:pt x="1" y="235"/>
                    </a:cubicBezTo>
                    <a:cubicBezTo>
                      <a:pt x="97" y="240"/>
                      <a:pt x="194" y="246"/>
                      <a:pt x="288" y="246"/>
                    </a:cubicBezTo>
                    <a:cubicBezTo>
                      <a:pt x="504" y="246"/>
                      <a:pt x="698" y="209"/>
                      <a:pt x="802" y="23"/>
                    </a:cubicBezTo>
                    <a:cubicBezTo>
                      <a:pt x="710" y="8"/>
                      <a:pt x="629" y="1"/>
                      <a:pt x="5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295;p28">
                <a:extLst>
                  <a:ext uri="{FF2B5EF4-FFF2-40B4-BE49-F238E27FC236}">
                    <a16:creationId xmlns:a16="http://schemas.microsoft.com/office/drawing/2014/main" id="{3A64F53B-14CE-B261-003C-ABD51E60FF92}"/>
                  </a:ext>
                </a:extLst>
              </p:cNvPr>
              <p:cNvSpPr/>
              <p:nvPr/>
            </p:nvSpPr>
            <p:spPr>
              <a:xfrm>
                <a:off x="5405544" y="954393"/>
                <a:ext cx="35482" cy="17829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223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3" y="321"/>
                      <a:pt x="110" y="1080"/>
                      <a:pt x="30" y="1733"/>
                    </a:cubicBezTo>
                    <a:cubicBezTo>
                      <a:pt x="1" y="1974"/>
                      <a:pt x="68" y="2134"/>
                      <a:pt x="203" y="2230"/>
                    </a:cubicBezTo>
                    <a:cubicBezTo>
                      <a:pt x="443" y="1240"/>
                      <a:pt x="321" y="52"/>
                      <a:pt x="321" y="52"/>
                    </a:cubicBezTo>
                    <a:cubicBezTo>
                      <a:pt x="216" y="26"/>
                      <a:pt x="110" y="13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296;p28">
                <a:extLst>
                  <a:ext uri="{FF2B5EF4-FFF2-40B4-BE49-F238E27FC236}">
                    <a16:creationId xmlns:a16="http://schemas.microsoft.com/office/drawing/2014/main" id="{C0D3D4D2-1CF2-8C58-0822-F48EA7394664}"/>
                  </a:ext>
                </a:extLst>
              </p:cNvPr>
              <p:cNvSpPr/>
              <p:nvPr/>
            </p:nvSpPr>
            <p:spPr>
              <a:xfrm>
                <a:off x="5373579" y="1023439"/>
                <a:ext cx="36441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45" extrusionOk="0">
                    <a:moveTo>
                      <a:pt x="336" y="1"/>
                    </a:moveTo>
                    <a:cubicBezTo>
                      <a:pt x="193" y="1"/>
                      <a:pt x="95" y="36"/>
                      <a:pt x="17" y="69"/>
                    </a:cubicBezTo>
                    <a:cubicBezTo>
                      <a:pt x="1" y="85"/>
                      <a:pt x="1" y="97"/>
                      <a:pt x="1" y="123"/>
                    </a:cubicBezTo>
                    <a:cubicBezTo>
                      <a:pt x="1" y="165"/>
                      <a:pt x="17" y="203"/>
                      <a:pt x="42" y="245"/>
                    </a:cubicBezTo>
                    <a:cubicBezTo>
                      <a:pt x="190" y="245"/>
                      <a:pt x="337" y="245"/>
                      <a:pt x="443" y="178"/>
                    </a:cubicBezTo>
                    <a:cubicBezTo>
                      <a:pt x="455" y="165"/>
                      <a:pt x="455" y="136"/>
                      <a:pt x="455" y="123"/>
                    </a:cubicBezTo>
                    <a:cubicBezTo>
                      <a:pt x="455" y="69"/>
                      <a:pt x="443" y="30"/>
                      <a:pt x="417" y="5"/>
                    </a:cubicBezTo>
                    <a:cubicBezTo>
                      <a:pt x="388" y="2"/>
                      <a:pt x="362" y="1"/>
                      <a:pt x="336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297;p28">
                <a:extLst>
                  <a:ext uri="{FF2B5EF4-FFF2-40B4-BE49-F238E27FC236}">
                    <a16:creationId xmlns:a16="http://schemas.microsoft.com/office/drawing/2014/main" id="{A9F8921F-D391-2425-CBF1-FE362F130B66}"/>
                  </a:ext>
                </a:extLst>
              </p:cNvPr>
              <p:cNvSpPr/>
              <p:nvPr/>
            </p:nvSpPr>
            <p:spPr>
              <a:xfrm>
                <a:off x="5359833" y="988596"/>
                <a:ext cx="62973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88" h="226" extrusionOk="0">
                    <a:moveTo>
                      <a:pt x="268" y="1"/>
                    </a:moveTo>
                    <a:cubicBezTo>
                      <a:pt x="214" y="1"/>
                      <a:pt x="155" y="4"/>
                      <a:pt x="92" y="11"/>
                    </a:cubicBezTo>
                    <a:cubicBezTo>
                      <a:pt x="54" y="11"/>
                      <a:pt x="28" y="53"/>
                      <a:pt x="12" y="91"/>
                    </a:cubicBezTo>
                    <a:cubicBezTo>
                      <a:pt x="1" y="152"/>
                      <a:pt x="54" y="202"/>
                      <a:pt x="105" y="202"/>
                    </a:cubicBezTo>
                    <a:cubicBezTo>
                      <a:pt x="110" y="202"/>
                      <a:pt x="116" y="202"/>
                      <a:pt x="121" y="200"/>
                    </a:cubicBezTo>
                    <a:cubicBezTo>
                      <a:pt x="187" y="186"/>
                      <a:pt x="280" y="172"/>
                      <a:pt x="393" y="172"/>
                    </a:cubicBezTo>
                    <a:cubicBezTo>
                      <a:pt x="506" y="172"/>
                      <a:pt x="640" y="186"/>
                      <a:pt x="788" y="226"/>
                    </a:cubicBezTo>
                    <a:cubicBezTo>
                      <a:pt x="766" y="121"/>
                      <a:pt x="595" y="1"/>
                      <a:pt x="26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298;p28">
                <a:extLst>
                  <a:ext uri="{FF2B5EF4-FFF2-40B4-BE49-F238E27FC236}">
                    <a16:creationId xmlns:a16="http://schemas.microsoft.com/office/drawing/2014/main" id="{E656D512-B8CB-FF15-D9D3-24FDDA410AF7}"/>
                  </a:ext>
                </a:extLst>
              </p:cNvPr>
              <p:cNvSpPr/>
              <p:nvPr/>
            </p:nvSpPr>
            <p:spPr>
              <a:xfrm>
                <a:off x="5262738" y="1022959"/>
                <a:ext cx="63053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789" h="247" extrusionOk="0">
                    <a:moveTo>
                      <a:pt x="241" y="1"/>
                    </a:moveTo>
                    <a:cubicBezTo>
                      <a:pt x="170" y="1"/>
                      <a:pt x="90" y="8"/>
                      <a:pt x="0" y="23"/>
                    </a:cubicBezTo>
                    <a:cubicBezTo>
                      <a:pt x="94" y="209"/>
                      <a:pt x="286" y="246"/>
                      <a:pt x="502" y="246"/>
                    </a:cubicBezTo>
                    <a:cubicBezTo>
                      <a:pt x="595" y="246"/>
                      <a:pt x="692" y="240"/>
                      <a:pt x="788" y="235"/>
                    </a:cubicBezTo>
                    <a:cubicBezTo>
                      <a:pt x="788" y="235"/>
                      <a:pt x="662" y="1"/>
                      <a:pt x="2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299;p28">
                <a:extLst>
                  <a:ext uri="{FF2B5EF4-FFF2-40B4-BE49-F238E27FC236}">
                    <a16:creationId xmlns:a16="http://schemas.microsoft.com/office/drawing/2014/main" id="{F401F9E8-7942-E120-795C-35055CC7F445}"/>
                  </a:ext>
                </a:extLst>
              </p:cNvPr>
              <p:cNvSpPr/>
              <p:nvPr/>
            </p:nvSpPr>
            <p:spPr>
              <a:xfrm>
                <a:off x="5275524" y="1023439"/>
                <a:ext cx="35402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43" h="245" extrusionOk="0">
                    <a:moveTo>
                      <a:pt x="108" y="1"/>
                    </a:moveTo>
                    <a:cubicBezTo>
                      <a:pt x="82" y="1"/>
                      <a:pt x="55" y="2"/>
                      <a:pt x="26" y="5"/>
                    </a:cubicBezTo>
                    <a:cubicBezTo>
                      <a:pt x="13" y="30"/>
                      <a:pt x="1" y="69"/>
                      <a:pt x="1" y="123"/>
                    </a:cubicBezTo>
                    <a:lnTo>
                      <a:pt x="1" y="178"/>
                    </a:lnTo>
                    <a:cubicBezTo>
                      <a:pt x="122" y="245"/>
                      <a:pt x="254" y="245"/>
                      <a:pt x="414" y="245"/>
                    </a:cubicBezTo>
                    <a:cubicBezTo>
                      <a:pt x="427" y="203"/>
                      <a:pt x="443" y="165"/>
                      <a:pt x="443" y="123"/>
                    </a:cubicBezTo>
                    <a:lnTo>
                      <a:pt x="443" y="69"/>
                    </a:lnTo>
                    <a:cubicBezTo>
                      <a:pt x="361" y="36"/>
                      <a:pt x="254" y="1"/>
                      <a:pt x="10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300;p28">
                <a:extLst>
                  <a:ext uri="{FF2B5EF4-FFF2-40B4-BE49-F238E27FC236}">
                    <a16:creationId xmlns:a16="http://schemas.microsoft.com/office/drawing/2014/main" id="{FCA1CE52-0B4E-5C01-63C2-B9A0F351E37A}"/>
                  </a:ext>
                </a:extLst>
              </p:cNvPr>
              <p:cNvSpPr/>
              <p:nvPr/>
            </p:nvSpPr>
            <p:spPr>
              <a:xfrm>
                <a:off x="5262738" y="988596"/>
                <a:ext cx="61934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75" h="226" extrusionOk="0">
                    <a:moveTo>
                      <a:pt x="507" y="1"/>
                    </a:moveTo>
                    <a:cubicBezTo>
                      <a:pt x="180" y="1"/>
                      <a:pt x="11" y="121"/>
                      <a:pt x="0" y="226"/>
                    </a:cubicBezTo>
                    <a:cubicBezTo>
                      <a:pt x="141" y="186"/>
                      <a:pt x="275" y="172"/>
                      <a:pt x="388" y="172"/>
                    </a:cubicBezTo>
                    <a:cubicBezTo>
                      <a:pt x="502" y="172"/>
                      <a:pt x="595" y="186"/>
                      <a:pt x="654" y="200"/>
                    </a:cubicBezTo>
                    <a:cubicBezTo>
                      <a:pt x="661" y="202"/>
                      <a:pt x="667" y="202"/>
                      <a:pt x="673" y="202"/>
                    </a:cubicBezTo>
                    <a:cubicBezTo>
                      <a:pt x="731" y="202"/>
                      <a:pt x="774" y="152"/>
                      <a:pt x="763" y="91"/>
                    </a:cubicBezTo>
                    <a:cubicBezTo>
                      <a:pt x="763" y="53"/>
                      <a:pt x="721" y="11"/>
                      <a:pt x="683" y="11"/>
                    </a:cubicBezTo>
                    <a:cubicBezTo>
                      <a:pt x="620" y="4"/>
                      <a:pt x="561" y="1"/>
                      <a:pt x="507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301;p28">
                <a:extLst>
                  <a:ext uri="{FF2B5EF4-FFF2-40B4-BE49-F238E27FC236}">
                    <a16:creationId xmlns:a16="http://schemas.microsoft.com/office/drawing/2014/main" id="{A0C0A0C5-7BE2-2DBF-0617-48B161816A18}"/>
                  </a:ext>
                </a:extLst>
              </p:cNvPr>
              <p:cNvSpPr/>
              <p:nvPr/>
            </p:nvSpPr>
            <p:spPr>
              <a:xfrm>
                <a:off x="5603970" y="1278523"/>
                <a:ext cx="130421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5796" extrusionOk="0">
                    <a:moveTo>
                      <a:pt x="1" y="0"/>
                    </a:moveTo>
                    <a:lnTo>
                      <a:pt x="1" y="5728"/>
                    </a:lnTo>
                    <a:lnTo>
                      <a:pt x="203" y="5795"/>
                    </a:lnTo>
                    <a:lnTo>
                      <a:pt x="1631" y="5420"/>
                    </a:lnTo>
                    <a:lnTo>
                      <a:pt x="1631" y="2579"/>
                    </a:lnTo>
                    <a:cubicBezTo>
                      <a:pt x="1631" y="1682"/>
                      <a:pt x="1189" y="830"/>
                      <a:pt x="443" y="30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302;p28">
                <a:extLst>
                  <a:ext uri="{FF2B5EF4-FFF2-40B4-BE49-F238E27FC236}">
                    <a16:creationId xmlns:a16="http://schemas.microsoft.com/office/drawing/2014/main" id="{66413B3B-3A27-73FB-D9BF-288E0E1ED0F8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181647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388" extrusionOk="0">
                    <a:moveTo>
                      <a:pt x="2272" y="1"/>
                    </a:moveTo>
                    <a:cubicBezTo>
                      <a:pt x="2230" y="174"/>
                      <a:pt x="2045" y="773"/>
                      <a:pt x="1138" y="786"/>
                    </a:cubicBezTo>
                    <a:cubicBezTo>
                      <a:pt x="215" y="773"/>
                      <a:pt x="30" y="174"/>
                      <a:pt x="1" y="1"/>
                    </a:cubicBez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2003" y="2202"/>
                      <a:pt x="2230" y="946"/>
                      <a:pt x="2272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303;p28">
                <a:extLst>
                  <a:ext uri="{FF2B5EF4-FFF2-40B4-BE49-F238E27FC236}">
                    <a16:creationId xmlns:a16="http://schemas.microsoft.com/office/drawing/2014/main" id="{A7893DDF-B2FA-3AFF-B1A4-BCFCF18778B6}"/>
                  </a:ext>
                </a:extLst>
              </p:cNvPr>
              <p:cNvSpPr/>
              <p:nvPr/>
            </p:nvSpPr>
            <p:spPr>
              <a:xfrm>
                <a:off x="5342892" y="1042938"/>
                <a:ext cx="90704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388" extrusionOk="0">
                    <a:moveTo>
                      <a:pt x="1134" y="1"/>
                    </a:moveTo>
                    <a:cubicBezTo>
                      <a:pt x="1134" y="1"/>
                      <a:pt x="1041" y="747"/>
                      <a:pt x="561" y="1253"/>
                    </a:cubicBezTo>
                    <a:cubicBezTo>
                      <a:pt x="64" y="1763"/>
                      <a:pt x="0" y="2189"/>
                      <a:pt x="0" y="2387"/>
                    </a:cubicBezTo>
                    <a:cubicBezTo>
                      <a:pt x="865" y="2202"/>
                      <a:pt x="1092" y="946"/>
                      <a:pt x="11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304;p28">
                <a:extLst>
                  <a:ext uri="{FF2B5EF4-FFF2-40B4-BE49-F238E27FC236}">
                    <a16:creationId xmlns:a16="http://schemas.microsoft.com/office/drawing/2014/main" id="{DEDE37C9-2470-F7D6-507A-7248EB1F9229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91023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238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1138" y="2189"/>
                      <a:pt x="1058" y="1763"/>
                      <a:pt x="577" y="1253"/>
                    </a:cubicBezTo>
                    <a:cubicBezTo>
                      <a:pt x="81" y="74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522C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305;p28">
                <a:extLst>
                  <a:ext uri="{FF2B5EF4-FFF2-40B4-BE49-F238E27FC236}">
                    <a16:creationId xmlns:a16="http://schemas.microsoft.com/office/drawing/2014/main" id="{723FA7E3-4403-BC75-B9EB-09A8AA36D572}"/>
                  </a:ext>
                </a:extLst>
              </p:cNvPr>
              <p:cNvSpPr/>
              <p:nvPr/>
            </p:nvSpPr>
            <p:spPr>
              <a:xfrm>
                <a:off x="5176431" y="1164486"/>
                <a:ext cx="332926" cy="221844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2776" extrusionOk="0">
                    <a:moveTo>
                      <a:pt x="1039" y="0"/>
                    </a:moveTo>
                    <a:cubicBezTo>
                      <a:pt x="832" y="0"/>
                      <a:pt x="102" y="40"/>
                      <a:pt x="1" y="601"/>
                    </a:cubicBezTo>
                    <a:cubicBezTo>
                      <a:pt x="1426" y="2430"/>
                      <a:pt x="2003" y="2737"/>
                      <a:pt x="2083" y="2776"/>
                    </a:cubicBezTo>
                    <a:cubicBezTo>
                      <a:pt x="2147" y="2737"/>
                      <a:pt x="2737" y="2430"/>
                      <a:pt x="4165" y="601"/>
                    </a:cubicBezTo>
                    <a:cubicBezTo>
                      <a:pt x="4061" y="40"/>
                      <a:pt x="3331" y="0"/>
                      <a:pt x="3124" y="0"/>
                    </a:cubicBezTo>
                    <a:cubicBezTo>
                      <a:pt x="3090" y="0"/>
                      <a:pt x="3070" y="1"/>
                      <a:pt x="3070" y="1"/>
                    </a:cubicBezTo>
                    <a:lnTo>
                      <a:pt x="3070" y="322"/>
                    </a:lnTo>
                    <a:lnTo>
                      <a:pt x="3365" y="322"/>
                    </a:lnTo>
                    <a:lnTo>
                      <a:pt x="2083" y="1856"/>
                    </a:lnTo>
                    <a:lnTo>
                      <a:pt x="802" y="322"/>
                    </a:lnTo>
                    <a:lnTo>
                      <a:pt x="1093" y="322"/>
                    </a:lnTo>
                    <a:lnTo>
                      <a:pt x="1093" y="1"/>
                    </a:lnTo>
                    <a:cubicBezTo>
                      <a:pt x="1093" y="1"/>
                      <a:pt x="1073" y="0"/>
                      <a:pt x="1039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306;p28">
                <a:extLst>
                  <a:ext uri="{FF2B5EF4-FFF2-40B4-BE49-F238E27FC236}">
                    <a16:creationId xmlns:a16="http://schemas.microsoft.com/office/drawing/2014/main" id="{6D0055E1-B98A-0E67-DB9B-E78BC879BFA8}"/>
                  </a:ext>
                </a:extLst>
              </p:cNvPr>
              <p:cNvSpPr/>
              <p:nvPr/>
            </p:nvSpPr>
            <p:spPr>
              <a:xfrm>
                <a:off x="5342892" y="1205962"/>
                <a:ext cx="137853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1764" extrusionOk="0">
                    <a:moveTo>
                      <a:pt x="1501" y="1"/>
                    </a:moveTo>
                    <a:cubicBezTo>
                      <a:pt x="1498" y="1"/>
                      <a:pt x="1496" y="1"/>
                      <a:pt x="1493" y="1"/>
                    </a:cubicBezTo>
                    <a:cubicBezTo>
                      <a:pt x="1227" y="56"/>
                      <a:pt x="0" y="1763"/>
                      <a:pt x="0" y="1763"/>
                    </a:cubicBezTo>
                    <a:cubicBezTo>
                      <a:pt x="0" y="1763"/>
                      <a:pt x="1725" y="1"/>
                      <a:pt x="1501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307;p28">
                <a:extLst>
                  <a:ext uri="{FF2B5EF4-FFF2-40B4-BE49-F238E27FC236}">
                    <a16:creationId xmlns:a16="http://schemas.microsoft.com/office/drawing/2014/main" id="{900C70A7-6999-9DB6-10A4-3D7A2E9AD828}"/>
                  </a:ext>
                </a:extLst>
              </p:cNvPr>
              <p:cNvSpPr/>
              <p:nvPr/>
            </p:nvSpPr>
            <p:spPr>
              <a:xfrm>
                <a:off x="5203761" y="1205962"/>
                <a:ext cx="139212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764" extrusionOk="0">
                    <a:moveTo>
                      <a:pt x="224" y="1"/>
                    </a:moveTo>
                    <a:cubicBezTo>
                      <a:pt x="0" y="1"/>
                      <a:pt x="1741" y="1763"/>
                      <a:pt x="1741" y="1763"/>
                    </a:cubicBezTo>
                    <a:cubicBezTo>
                      <a:pt x="1741" y="1763"/>
                      <a:pt x="511" y="56"/>
                      <a:pt x="232" y="1"/>
                    </a:cubicBezTo>
                    <a:cubicBezTo>
                      <a:pt x="229" y="1"/>
                      <a:pt x="227" y="1"/>
                      <a:pt x="224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308;p28">
                <a:extLst>
                  <a:ext uri="{FF2B5EF4-FFF2-40B4-BE49-F238E27FC236}">
                    <a16:creationId xmlns:a16="http://schemas.microsoft.com/office/drawing/2014/main" id="{9E7BB9D3-40F2-E517-394B-0733374948B9}"/>
                  </a:ext>
                </a:extLst>
              </p:cNvPr>
              <p:cNvSpPr/>
              <p:nvPr/>
            </p:nvSpPr>
            <p:spPr>
              <a:xfrm>
                <a:off x="5507994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430" y="0"/>
                    </a:moveTo>
                    <a:cubicBezTo>
                      <a:pt x="350" y="106"/>
                      <a:pt x="0" y="628"/>
                      <a:pt x="375" y="1041"/>
                    </a:cubicBezTo>
                    <a:cubicBezTo>
                      <a:pt x="788" y="1493"/>
                      <a:pt x="2272" y="2188"/>
                      <a:pt x="2272" y="2951"/>
                    </a:cubicBezTo>
                    <a:cubicBezTo>
                      <a:pt x="2272" y="3697"/>
                      <a:pt x="2284" y="4924"/>
                      <a:pt x="2284" y="4924"/>
                    </a:cubicBezTo>
                    <a:lnTo>
                      <a:pt x="2832" y="5405"/>
                    </a:lnTo>
                    <a:lnTo>
                      <a:pt x="2832" y="3111"/>
                    </a:lnTo>
                    <a:cubicBezTo>
                      <a:pt x="2832" y="2214"/>
                      <a:pt x="2390" y="1362"/>
                      <a:pt x="1644" y="840"/>
                    </a:cubicBezTo>
                    <a:lnTo>
                      <a:pt x="430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309;p28">
                <a:extLst>
                  <a:ext uri="{FF2B5EF4-FFF2-40B4-BE49-F238E27FC236}">
                    <a16:creationId xmlns:a16="http://schemas.microsoft.com/office/drawing/2014/main" id="{B2BA1F4F-DF89-CA83-7C20-FB81F6232457}"/>
                  </a:ext>
                </a:extLst>
              </p:cNvPr>
              <p:cNvSpPr/>
              <p:nvPr/>
            </p:nvSpPr>
            <p:spPr>
              <a:xfrm>
                <a:off x="4951153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2403" y="0"/>
                    </a:moveTo>
                    <a:lnTo>
                      <a:pt x="1176" y="840"/>
                    </a:lnTo>
                    <a:cubicBezTo>
                      <a:pt x="443" y="1362"/>
                      <a:pt x="1" y="2214"/>
                      <a:pt x="1" y="3111"/>
                    </a:cubicBezTo>
                    <a:lnTo>
                      <a:pt x="1" y="5405"/>
                    </a:lnTo>
                    <a:lnTo>
                      <a:pt x="548" y="4924"/>
                    </a:lnTo>
                    <a:cubicBezTo>
                      <a:pt x="548" y="4924"/>
                      <a:pt x="561" y="3697"/>
                      <a:pt x="561" y="2951"/>
                    </a:cubicBezTo>
                    <a:cubicBezTo>
                      <a:pt x="561" y="2188"/>
                      <a:pt x="2045" y="1493"/>
                      <a:pt x="2458" y="1041"/>
                    </a:cubicBezTo>
                    <a:cubicBezTo>
                      <a:pt x="2833" y="628"/>
                      <a:pt x="2483" y="106"/>
                      <a:pt x="2403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310;p28">
                <a:extLst>
                  <a:ext uri="{FF2B5EF4-FFF2-40B4-BE49-F238E27FC236}">
                    <a16:creationId xmlns:a16="http://schemas.microsoft.com/office/drawing/2014/main" id="{DB06DF2B-3EA9-BBB9-EFE3-0C96240446FB}"/>
                  </a:ext>
                </a:extLst>
              </p:cNvPr>
              <p:cNvSpPr/>
              <p:nvPr/>
            </p:nvSpPr>
            <p:spPr>
              <a:xfrm>
                <a:off x="5080454" y="1539841"/>
                <a:ext cx="523603" cy="299921"/>
              </a:xfrm>
              <a:custGeom>
                <a:avLst/>
                <a:gdLst/>
                <a:ahLst/>
                <a:cxnLst/>
                <a:rect l="l" t="t" r="r" b="b"/>
                <a:pathLst>
                  <a:path w="6552" h="3753" extrusionOk="0">
                    <a:moveTo>
                      <a:pt x="2509" y="1"/>
                    </a:moveTo>
                    <a:lnTo>
                      <a:pt x="359" y="456"/>
                    </a:lnTo>
                    <a:lnTo>
                      <a:pt x="0" y="2391"/>
                    </a:lnTo>
                    <a:lnTo>
                      <a:pt x="0" y="3752"/>
                    </a:lnTo>
                    <a:cubicBezTo>
                      <a:pt x="0" y="3752"/>
                      <a:pt x="519" y="3057"/>
                      <a:pt x="865" y="2458"/>
                    </a:cubicBezTo>
                    <a:cubicBezTo>
                      <a:pt x="1202" y="1856"/>
                      <a:pt x="1227" y="1295"/>
                      <a:pt x="1227" y="1295"/>
                    </a:cubicBezTo>
                    <a:lnTo>
                      <a:pt x="1586" y="1164"/>
                    </a:lnTo>
                    <a:cubicBezTo>
                      <a:pt x="1948" y="1029"/>
                      <a:pt x="2269" y="481"/>
                      <a:pt x="2269" y="481"/>
                    </a:cubicBezTo>
                    <a:lnTo>
                      <a:pt x="4284" y="481"/>
                    </a:lnTo>
                    <a:cubicBezTo>
                      <a:pt x="4284" y="481"/>
                      <a:pt x="4617" y="1029"/>
                      <a:pt x="4966" y="1164"/>
                    </a:cubicBezTo>
                    <a:lnTo>
                      <a:pt x="5325" y="1295"/>
                    </a:lnTo>
                    <a:cubicBezTo>
                      <a:pt x="5325" y="1295"/>
                      <a:pt x="5350" y="1856"/>
                      <a:pt x="5700" y="2458"/>
                    </a:cubicBezTo>
                    <a:cubicBezTo>
                      <a:pt x="6033" y="3057"/>
                      <a:pt x="6552" y="3752"/>
                      <a:pt x="6552" y="3752"/>
                    </a:cubicBezTo>
                    <a:lnTo>
                      <a:pt x="6552" y="2391"/>
                    </a:lnTo>
                    <a:lnTo>
                      <a:pt x="6193" y="456"/>
                    </a:lnTo>
                    <a:lnTo>
                      <a:pt x="4043" y="1"/>
                    </a:lnTo>
                    <a:lnTo>
                      <a:pt x="3284" y="94"/>
                    </a:lnTo>
                    <a:lnTo>
                      <a:pt x="2509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311;p28">
                <a:extLst>
                  <a:ext uri="{FF2B5EF4-FFF2-40B4-BE49-F238E27FC236}">
                    <a16:creationId xmlns:a16="http://schemas.microsoft.com/office/drawing/2014/main" id="{A871700F-613B-F298-1E7F-1B6CEAC5B305}"/>
                  </a:ext>
                </a:extLst>
              </p:cNvPr>
              <p:cNvSpPr/>
              <p:nvPr/>
            </p:nvSpPr>
            <p:spPr>
              <a:xfrm>
                <a:off x="5218945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3" y="0"/>
                    </a:moveTo>
                    <a:cubicBezTo>
                      <a:pt x="42" y="0"/>
                      <a:pt x="1" y="51"/>
                      <a:pt x="1" y="93"/>
                    </a:cubicBezTo>
                    <a:cubicBezTo>
                      <a:pt x="1" y="147"/>
                      <a:pt x="42" y="186"/>
                      <a:pt x="93" y="186"/>
                    </a:cubicBezTo>
                    <a:lnTo>
                      <a:pt x="734" y="186"/>
                    </a:lnTo>
                    <a:cubicBezTo>
                      <a:pt x="776" y="186"/>
                      <a:pt x="814" y="147"/>
                      <a:pt x="814" y="93"/>
                    </a:cubicBezTo>
                    <a:cubicBezTo>
                      <a:pt x="814" y="51"/>
                      <a:pt x="776" y="0"/>
                      <a:pt x="73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312;p28">
                <a:extLst>
                  <a:ext uri="{FF2B5EF4-FFF2-40B4-BE49-F238E27FC236}">
                    <a16:creationId xmlns:a16="http://schemas.microsoft.com/office/drawing/2014/main" id="{E7886A02-11D9-680D-6523-FA6C02D94531}"/>
                  </a:ext>
                </a:extLst>
              </p:cNvPr>
              <p:cNvSpPr/>
              <p:nvPr/>
            </p:nvSpPr>
            <p:spPr>
              <a:xfrm>
                <a:off x="5171077" y="1475830"/>
                <a:ext cx="343395" cy="84310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1055" extrusionOk="0">
                    <a:moveTo>
                      <a:pt x="1" y="1"/>
                    </a:moveTo>
                    <a:lnTo>
                      <a:pt x="1" y="1055"/>
                    </a:lnTo>
                    <a:lnTo>
                      <a:pt x="4296" y="1055"/>
                    </a:lnTo>
                    <a:lnTo>
                      <a:pt x="4296" y="1"/>
                    </a:ln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313;p28">
                <a:extLst>
                  <a:ext uri="{FF2B5EF4-FFF2-40B4-BE49-F238E27FC236}">
                    <a16:creationId xmlns:a16="http://schemas.microsoft.com/office/drawing/2014/main" id="{718B9E50-E19C-3B88-BD84-EF45C254989E}"/>
                  </a:ext>
                </a:extLst>
              </p:cNvPr>
              <p:cNvSpPr/>
              <p:nvPr/>
            </p:nvSpPr>
            <p:spPr>
              <a:xfrm>
                <a:off x="5184902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0" y="68"/>
                      <a:pt x="0" y="161"/>
                    </a:cubicBezTo>
                    <a:cubicBezTo>
                      <a:pt x="0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314;p28">
                <a:extLst>
                  <a:ext uri="{FF2B5EF4-FFF2-40B4-BE49-F238E27FC236}">
                    <a16:creationId xmlns:a16="http://schemas.microsoft.com/office/drawing/2014/main" id="{19BBB6D6-8757-E2A7-254B-1C1BAB5AD471}"/>
                  </a:ext>
                </a:extLst>
              </p:cNvPr>
              <p:cNvSpPr/>
              <p:nvPr/>
            </p:nvSpPr>
            <p:spPr>
              <a:xfrm>
                <a:off x="5423765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315;p28">
                <a:extLst>
                  <a:ext uri="{FF2B5EF4-FFF2-40B4-BE49-F238E27FC236}">
                    <a16:creationId xmlns:a16="http://schemas.microsoft.com/office/drawing/2014/main" id="{6DC724A4-4B0B-1BE2-68E3-FAC72649E147}"/>
                  </a:ext>
                </a:extLst>
              </p:cNvPr>
              <p:cNvSpPr/>
              <p:nvPr/>
            </p:nvSpPr>
            <p:spPr>
              <a:xfrm>
                <a:off x="5242520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316;p28">
                <a:extLst>
                  <a:ext uri="{FF2B5EF4-FFF2-40B4-BE49-F238E27FC236}">
                    <a16:creationId xmlns:a16="http://schemas.microsoft.com/office/drawing/2014/main" id="{57E2AEC4-4B94-40DF-AC36-029A69BCF736}"/>
                  </a:ext>
                </a:extLst>
              </p:cNvPr>
              <p:cNvSpPr/>
              <p:nvPr/>
            </p:nvSpPr>
            <p:spPr>
              <a:xfrm>
                <a:off x="5400430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4" y="0"/>
                    </a:moveTo>
                    <a:cubicBezTo>
                      <a:pt x="39" y="0"/>
                      <a:pt x="1" y="51"/>
                      <a:pt x="1" y="93"/>
                    </a:cubicBezTo>
                    <a:cubicBezTo>
                      <a:pt x="1" y="147"/>
                      <a:pt x="39" y="186"/>
                      <a:pt x="94" y="186"/>
                    </a:cubicBezTo>
                    <a:lnTo>
                      <a:pt x="722" y="186"/>
                    </a:lnTo>
                    <a:cubicBezTo>
                      <a:pt x="773" y="186"/>
                      <a:pt x="815" y="147"/>
                      <a:pt x="815" y="93"/>
                    </a:cubicBezTo>
                    <a:cubicBezTo>
                      <a:pt x="815" y="51"/>
                      <a:pt x="773" y="0"/>
                      <a:pt x="72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317;p28">
                <a:extLst>
                  <a:ext uri="{FF2B5EF4-FFF2-40B4-BE49-F238E27FC236}">
                    <a16:creationId xmlns:a16="http://schemas.microsoft.com/office/drawing/2014/main" id="{6B831CF6-5AAE-9115-E21A-878CA1CA7CBE}"/>
                  </a:ext>
                </a:extLst>
              </p:cNvPr>
              <p:cNvSpPr/>
              <p:nvPr/>
            </p:nvSpPr>
            <p:spPr>
              <a:xfrm>
                <a:off x="5373579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1" y="68"/>
                      <a:pt x="1" y="161"/>
                    </a:cubicBezTo>
                    <a:cubicBezTo>
                      <a:pt x="1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318;p28">
                <a:extLst>
                  <a:ext uri="{FF2B5EF4-FFF2-40B4-BE49-F238E27FC236}">
                    <a16:creationId xmlns:a16="http://schemas.microsoft.com/office/drawing/2014/main" id="{4DBA2287-16C9-8ABA-05C7-9528873BC1EC}"/>
                  </a:ext>
                </a:extLst>
              </p:cNvPr>
              <p:cNvSpPr/>
              <p:nvPr/>
            </p:nvSpPr>
            <p:spPr>
              <a:xfrm>
                <a:off x="5138072" y="1430120"/>
                <a:ext cx="9398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961" extrusionOk="0">
                    <a:moveTo>
                      <a:pt x="1110" y="1"/>
                    </a:moveTo>
                    <a:cubicBezTo>
                      <a:pt x="985" y="1"/>
                      <a:pt x="707" y="266"/>
                      <a:pt x="586" y="307"/>
                    </a:cubicBezTo>
                    <a:cubicBezTo>
                      <a:pt x="439" y="374"/>
                      <a:pt x="0" y="961"/>
                      <a:pt x="0" y="961"/>
                    </a:cubicBezTo>
                    <a:lnTo>
                      <a:pt x="692" y="826"/>
                    </a:lnTo>
                    <a:cubicBezTo>
                      <a:pt x="692" y="826"/>
                      <a:pt x="1160" y="413"/>
                      <a:pt x="1173" y="105"/>
                    </a:cubicBezTo>
                    <a:cubicBezTo>
                      <a:pt x="1176" y="30"/>
                      <a:pt x="1151" y="1"/>
                      <a:pt x="1110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319;p28">
                <a:extLst>
                  <a:ext uri="{FF2B5EF4-FFF2-40B4-BE49-F238E27FC236}">
                    <a16:creationId xmlns:a16="http://schemas.microsoft.com/office/drawing/2014/main" id="{A70336C7-A0B4-F441-795C-E36B3182225F}"/>
                  </a:ext>
                </a:extLst>
              </p:cNvPr>
              <p:cNvSpPr/>
              <p:nvPr/>
            </p:nvSpPr>
            <p:spPr>
              <a:xfrm>
                <a:off x="5080454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0" y="0"/>
                    </a:moveTo>
                    <a:lnTo>
                      <a:pt x="0" y="907"/>
                    </a:lnTo>
                    <a:cubicBezTo>
                      <a:pt x="52" y="974"/>
                      <a:pt x="106" y="1025"/>
                      <a:pt x="173" y="1080"/>
                    </a:cubicBezTo>
                    <a:lnTo>
                      <a:pt x="334" y="224"/>
                    </a:lnTo>
                    <a:cubicBezTo>
                      <a:pt x="241" y="144"/>
                      <a:pt x="132" y="80"/>
                      <a:pt x="0" y="0"/>
                    </a:cubicBez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320;p28">
                <a:extLst>
                  <a:ext uri="{FF2B5EF4-FFF2-40B4-BE49-F238E27FC236}">
                    <a16:creationId xmlns:a16="http://schemas.microsoft.com/office/drawing/2014/main" id="{FC88271D-5642-E659-B2C0-EEF3C50D0BAA}"/>
                  </a:ext>
                </a:extLst>
              </p:cNvPr>
              <p:cNvSpPr/>
              <p:nvPr/>
            </p:nvSpPr>
            <p:spPr>
              <a:xfrm>
                <a:off x="5058957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48" y="1"/>
                    </a:moveTo>
                    <a:lnTo>
                      <a:pt x="148" y="1"/>
                    </a:lnTo>
                    <a:cubicBezTo>
                      <a:pt x="0" y="321"/>
                      <a:pt x="55" y="680"/>
                      <a:pt x="269" y="962"/>
                    </a:cubicBezTo>
                    <a:lnTo>
                      <a:pt x="269" y="55"/>
                    </a:lnTo>
                    <a:cubicBezTo>
                      <a:pt x="228" y="39"/>
                      <a:pt x="189" y="13"/>
                      <a:pt x="148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321;p28">
                <a:extLst>
                  <a:ext uri="{FF2B5EF4-FFF2-40B4-BE49-F238E27FC236}">
                    <a16:creationId xmlns:a16="http://schemas.microsoft.com/office/drawing/2014/main" id="{8552AE20-0561-105F-AD79-E88C5E250BDA}"/>
                  </a:ext>
                </a:extLst>
              </p:cNvPr>
              <p:cNvSpPr/>
              <p:nvPr/>
            </p:nvSpPr>
            <p:spPr>
              <a:xfrm>
                <a:off x="5094279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161" y="0"/>
                    </a:moveTo>
                    <a:lnTo>
                      <a:pt x="0" y="856"/>
                    </a:lnTo>
                    <a:cubicBezTo>
                      <a:pt x="173" y="990"/>
                      <a:pt x="401" y="1083"/>
                      <a:pt x="667" y="1109"/>
                    </a:cubicBezTo>
                    <a:cubicBezTo>
                      <a:pt x="667" y="1109"/>
                      <a:pt x="869" y="548"/>
                      <a:pt x="161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322;p28">
                <a:extLst>
                  <a:ext uri="{FF2B5EF4-FFF2-40B4-BE49-F238E27FC236}">
                    <a16:creationId xmlns:a16="http://schemas.microsoft.com/office/drawing/2014/main" id="{43F7B603-6484-4C9F-134F-1E57DC1FAEFD}"/>
                  </a:ext>
                </a:extLst>
              </p:cNvPr>
              <p:cNvSpPr/>
              <p:nvPr/>
            </p:nvSpPr>
            <p:spPr>
              <a:xfrm>
                <a:off x="506223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2089" y="0"/>
                    </a:moveTo>
                    <a:cubicBezTo>
                      <a:pt x="1729" y="0"/>
                      <a:pt x="1296" y="35"/>
                      <a:pt x="1029" y="193"/>
                    </a:cubicBezTo>
                    <a:cubicBezTo>
                      <a:pt x="709" y="379"/>
                      <a:pt x="27" y="1247"/>
                      <a:pt x="27" y="1247"/>
                    </a:cubicBezTo>
                    <a:cubicBezTo>
                      <a:pt x="1" y="2086"/>
                      <a:pt x="549" y="2406"/>
                      <a:pt x="549" y="2406"/>
                    </a:cubicBezTo>
                    <a:lnTo>
                      <a:pt x="1173" y="1753"/>
                    </a:lnTo>
                    <a:lnTo>
                      <a:pt x="1414" y="1782"/>
                    </a:lnTo>
                    <a:cubicBezTo>
                      <a:pt x="1449" y="1784"/>
                      <a:pt x="1481" y="1785"/>
                      <a:pt x="1511" y="1785"/>
                    </a:cubicBezTo>
                    <a:cubicBezTo>
                      <a:pt x="1871" y="1785"/>
                      <a:pt x="1891" y="1648"/>
                      <a:pt x="2003" y="1500"/>
                    </a:cubicBezTo>
                    <a:cubicBezTo>
                      <a:pt x="2215" y="1461"/>
                      <a:pt x="2215" y="1125"/>
                      <a:pt x="2215" y="1125"/>
                    </a:cubicBezTo>
                    <a:cubicBezTo>
                      <a:pt x="2215" y="1125"/>
                      <a:pt x="2442" y="1086"/>
                      <a:pt x="2471" y="965"/>
                    </a:cubicBezTo>
                    <a:cubicBezTo>
                      <a:pt x="2484" y="833"/>
                      <a:pt x="2564" y="699"/>
                      <a:pt x="1708" y="699"/>
                    </a:cubicBezTo>
                    <a:cubicBezTo>
                      <a:pt x="1696" y="551"/>
                      <a:pt x="1776" y="433"/>
                      <a:pt x="1962" y="420"/>
                    </a:cubicBezTo>
                    <a:cubicBezTo>
                      <a:pt x="2151" y="404"/>
                      <a:pt x="2509" y="420"/>
                      <a:pt x="2670" y="353"/>
                    </a:cubicBezTo>
                    <a:cubicBezTo>
                      <a:pt x="2830" y="273"/>
                      <a:pt x="2682" y="33"/>
                      <a:pt x="2295" y="4"/>
                    </a:cubicBezTo>
                    <a:cubicBezTo>
                      <a:pt x="2230" y="2"/>
                      <a:pt x="2161" y="0"/>
                      <a:pt x="208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323;p28">
                <a:extLst>
                  <a:ext uri="{FF2B5EF4-FFF2-40B4-BE49-F238E27FC236}">
                    <a16:creationId xmlns:a16="http://schemas.microsoft.com/office/drawing/2014/main" id="{5C56EC86-AAF6-F45E-28B5-D62C4295826E}"/>
                  </a:ext>
                </a:extLst>
              </p:cNvPr>
              <p:cNvSpPr/>
              <p:nvPr/>
            </p:nvSpPr>
            <p:spPr>
              <a:xfrm>
                <a:off x="4950115" y="1563416"/>
                <a:ext cx="197470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71" h="3607" extrusionOk="0">
                    <a:moveTo>
                      <a:pt x="1510" y="1"/>
                    </a:moveTo>
                    <a:lnTo>
                      <a:pt x="1" y="1308"/>
                    </a:lnTo>
                    <a:lnTo>
                      <a:pt x="1" y="2336"/>
                    </a:lnTo>
                    <a:cubicBezTo>
                      <a:pt x="1" y="3321"/>
                      <a:pt x="356" y="3606"/>
                      <a:pt x="738" y="3606"/>
                    </a:cubicBezTo>
                    <a:cubicBezTo>
                      <a:pt x="755" y="3606"/>
                      <a:pt x="772" y="3606"/>
                      <a:pt x="789" y="3605"/>
                    </a:cubicBezTo>
                    <a:cubicBezTo>
                      <a:pt x="1202" y="3579"/>
                      <a:pt x="1497" y="2951"/>
                      <a:pt x="2471" y="1388"/>
                    </a:cubicBezTo>
                    <a:cubicBezTo>
                      <a:pt x="1295" y="1067"/>
                      <a:pt x="1510" y="1"/>
                      <a:pt x="15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324;p28">
                <a:extLst>
                  <a:ext uri="{FF2B5EF4-FFF2-40B4-BE49-F238E27FC236}">
                    <a16:creationId xmlns:a16="http://schemas.microsoft.com/office/drawing/2014/main" id="{911B573F-1883-85F6-B0B0-32DCEA65E2EE}"/>
                  </a:ext>
                </a:extLst>
              </p:cNvPr>
              <p:cNvSpPr/>
              <p:nvPr/>
            </p:nvSpPr>
            <p:spPr>
              <a:xfrm>
                <a:off x="5206159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253" y="1"/>
                    </a:moveTo>
                    <a:cubicBezTo>
                      <a:pt x="173" y="68"/>
                      <a:pt x="0" y="283"/>
                      <a:pt x="308" y="417"/>
                    </a:cubicBezTo>
                    <a:cubicBezTo>
                      <a:pt x="494" y="401"/>
                      <a:pt x="750" y="401"/>
                      <a:pt x="869" y="350"/>
                    </a:cubicBezTo>
                    <a:cubicBezTo>
                      <a:pt x="1029" y="270"/>
                      <a:pt x="881" y="30"/>
                      <a:pt x="494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325;p28">
                <a:extLst>
                  <a:ext uri="{FF2B5EF4-FFF2-40B4-BE49-F238E27FC236}">
                    <a16:creationId xmlns:a16="http://schemas.microsoft.com/office/drawing/2014/main" id="{78D568F0-7244-FF80-2476-6D4E131543FA}"/>
                  </a:ext>
                </a:extLst>
              </p:cNvPr>
              <p:cNvSpPr/>
              <p:nvPr/>
            </p:nvSpPr>
            <p:spPr>
              <a:xfrm>
                <a:off x="4953471" y="1778943"/>
                <a:ext cx="97097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910" extrusionOk="0">
                    <a:moveTo>
                      <a:pt x="372" y="1"/>
                    </a:moveTo>
                    <a:cubicBezTo>
                      <a:pt x="241" y="1"/>
                      <a:pt x="106" y="27"/>
                      <a:pt x="0" y="81"/>
                    </a:cubicBezTo>
                    <a:cubicBezTo>
                      <a:pt x="88" y="708"/>
                      <a:pt x="377" y="910"/>
                      <a:pt x="689" y="910"/>
                    </a:cubicBezTo>
                    <a:cubicBezTo>
                      <a:pt x="708" y="910"/>
                      <a:pt x="727" y="909"/>
                      <a:pt x="747" y="908"/>
                    </a:cubicBezTo>
                    <a:cubicBezTo>
                      <a:pt x="907" y="895"/>
                      <a:pt x="1042" y="802"/>
                      <a:pt x="1215" y="587"/>
                    </a:cubicBezTo>
                    <a:cubicBezTo>
                      <a:pt x="1080" y="254"/>
                      <a:pt x="760" y="1"/>
                      <a:pt x="372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326;p28">
                <a:extLst>
                  <a:ext uri="{FF2B5EF4-FFF2-40B4-BE49-F238E27FC236}">
                    <a16:creationId xmlns:a16="http://schemas.microsoft.com/office/drawing/2014/main" id="{E766DDF5-B4A9-0CAE-3A41-4794DF770927}"/>
                  </a:ext>
                </a:extLst>
              </p:cNvPr>
              <p:cNvSpPr/>
              <p:nvPr/>
            </p:nvSpPr>
            <p:spPr>
              <a:xfrm>
                <a:off x="5452693" y="1430120"/>
                <a:ext cx="9374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961" extrusionOk="0">
                    <a:moveTo>
                      <a:pt x="69" y="1"/>
                    </a:moveTo>
                    <a:cubicBezTo>
                      <a:pt x="27" y="1"/>
                      <a:pt x="0" y="30"/>
                      <a:pt x="0" y="105"/>
                    </a:cubicBezTo>
                    <a:cubicBezTo>
                      <a:pt x="13" y="413"/>
                      <a:pt x="481" y="826"/>
                      <a:pt x="481" y="826"/>
                    </a:cubicBezTo>
                    <a:lnTo>
                      <a:pt x="1173" y="961"/>
                    </a:lnTo>
                    <a:cubicBezTo>
                      <a:pt x="1173" y="961"/>
                      <a:pt x="734" y="374"/>
                      <a:pt x="587" y="307"/>
                    </a:cubicBezTo>
                    <a:cubicBezTo>
                      <a:pt x="466" y="266"/>
                      <a:pt x="196" y="1"/>
                      <a:pt x="69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327;p28">
                <a:extLst>
                  <a:ext uri="{FF2B5EF4-FFF2-40B4-BE49-F238E27FC236}">
                    <a16:creationId xmlns:a16="http://schemas.microsoft.com/office/drawing/2014/main" id="{D020A70D-816A-4176-4B64-746CFD3DB486}"/>
                  </a:ext>
                </a:extLst>
              </p:cNvPr>
              <p:cNvSpPr/>
              <p:nvPr/>
            </p:nvSpPr>
            <p:spPr>
              <a:xfrm>
                <a:off x="5577359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334" y="0"/>
                    </a:moveTo>
                    <a:cubicBezTo>
                      <a:pt x="202" y="80"/>
                      <a:pt x="93" y="144"/>
                      <a:pt x="1" y="224"/>
                    </a:cubicBezTo>
                    <a:lnTo>
                      <a:pt x="161" y="1080"/>
                    </a:lnTo>
                    <a:cubicBezTo>
                      <a:pt x="228" y="1025"/>
                      <a:pt x="295" y="974"/>
                      <a:pt x="334" y="907"/>
                    </a:cubicBez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328;p28">
                <a:extLst>
                  <a:ext uri="{FF2B5EF4-FFF2-40B4-BE49-F238E27FC236}">
                    <a16:creationId xmlns:a16="http://schemas.microsoft.com/office/drawing/2014/main" id="{880B4DB3-5D0A-C79F-0061-697959A8D246}"/>
                  </a:ext>
                </a:extLst>
              </p:cNvPr>
              <p:cNvSpPr/>
              <p:nvPr/>
            </p:nvSpPr>
            <p:spPr>
              <a:xfrm>
                <a:off x="5603970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35" y="1"/>
                    </a:moveTo>
                    <a:lnTo>
                      <a:pt x="135" y="1"/>
                    </a:lnTo>
                    <a:cubicBezTo>
                      <a:pt x="81" y="13"/>
                      <a:pt x="42" y="39"/>
                      <a:pt x="1" y="55"/>
                    </a:cubicBezTo>
                    <a:lnTo>
                      <a:pt x="1" y="962"/>
                    </a:lnTo>
                    <a:cubicBezTo>
                      <a:pt x="215" y="680"/>
                      <a:pt x="270" y="321"/>
                      <a:pt x="135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329;p28">
                <a:extLst>
                  <a:ext uri="{FF2B5EF4-FFF2-40B4-BE49-F238E27FC236}">
                    <a16:creationId xmlns:a16="http://schemas.microsoft.com/office/drawing/2014/main" id="{06A2CB4D-42F5-CEB5-636D-27CF3A7ECDBE}"/>
                  </a:ext>
                </a:extLst>
              </p:cNvPr>
              <p:cNvSpPr/>
              <p:nvPr/>
            </p:nvSpPr>
            <p:spPr>
              <a:xfrm>
                <a:off x="5520780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709" y="0"/>
                    </a:moveTo>
                    <a:cubicBezTo>
                      <a:pt x="1" y="548"/>
                      <a:pt x="215" y="1109"/>
                      <a:pt x="215" y="1109"/>
                    </a:cubicBezTo>
                    <a:cubicBezTo>
                      <a:pt x="481" y="1083"/>
                      <a:pt x="696" y="990"/>
                      <a:pt x="869" y="856"/>
                    </a:cubicBezTo>
                    <a:lnTo>
                      <a:pt x="709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330;p28">
                <a:extLst>
                  <a:ext uri="{FF2B5EF4-FFF2-40B4-BE49-F238E27FC236}">
                    <a16:creationId xmlns:a16="http://schemas.microsoft.com/office/drawing/2014/main" id="{CA851EB4-0696-A239-0A63-29079BC344CB}"/>
                  </a:ext>
                </a:extLst>
              </p:cNvPr>
              <p:cNvSpPr/>
              <p:nvPr/>
            </p:nvSpPr>
            <p:spPr>
              <a:xfrm>
                <a:off x="539611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747" y="0"/>
                    </a:moveTo>
                    <a:cubicBezTo>
                      <a:pt x="674" y="0"/>
                      <a:pt x="603" y="2"/>
                      <a:pt x="535" y="4"/>
                    </a:cubicBezTo>
                    <a:cubicBezTo>
                      <a:pt x="148" y="33"/>
                      <a:pt x="0" y="273"/>
                      <a:pt x="161" y="353"/>
                    </a:cubicBezTo>
                    <a:cubicBezTo>
                      <a:pt x="321" y="420"/>
                      <a:pt x="680" y="404"/>
                      <a:pt x="869" y="420"/>
                    </a:cubicBezTo>
                    <a:cubicBezTo>
                      <a:pt x="1054" y="433"/>
                      <a:pt x="1147" y="551"/>
                      <a:pt x="1134" y="699"/>
                    </a:cubicBezTo>
                    <a:cubicBezTo>
                      <a:pt x="279" y="699"/>
                      <a:pt x="346" y="833"/>
                      <a:pt x="375" y="965"/>
                    </a:cubicBezTo>
                    <a:cubicBezTo>
                      <a:pt x="388" y="1086"/>
                      <a:pt x="616" y="1125"/>
                      <a:pt x="616" y="1125"/>
                    </a:cubicBezTo>
                    <a:cubicBezTo>
                      <a:pt x="616" y="1125"/>
                      <a:pt x="628" y="1461"/>
                      <a:pt x="827" y="1500"/>
                    </a:cubicBezTo>
                    <a:cubicBezTo>
                      <a:pt x="951" y="1648"/>
                      <a:pt x="961" y="1785"/>
                      <a:pt x="1319" y="1785"/>
                    </a:cubicBezTo>
                    <a:cubicBezTo>
                      <a:pt x="1349" y="1785"/>
                      <a:pt x="1381" y="1784"/>
                      <a:pt x="1416" y="1782"/>
                    </a:cubicBezTo>
                    <a:lnTo>
                      <a:pt x="1657" y="1753"/>
                    </a:lnTo>
                    <a:lnTo>
                      <a:pt x="2281" y="2406"/>
                    </a:lnTo>
                    <a:cubicBezTo>
                      <a:pt x="2281" y="2406"/>
                      <a:pt x="2829" y="2086"/>
                      <a:pt x="2804" y="1247"/>
                    </a:cubicBezTo>
                    <a:cubicBezTo>
                      <a:pt x="2804" y="1247"/>
                      <a:pt x="2121" y="379"/>
                      <a:pt x="1801" y="193"/>
                    </a:cubicBezTo>
                    <a:cubicBezTo>
                      <a:pt x="1534" y="35"/>
                      <a:pt x="1112" y="0"/>
                      <a:pt x="747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331;p28">
                <a:extLst>
                  <a:ext uri="{FF2B5EF4-FFF2-40B4-BE49-F238E27FC236}">
                    <a16:creationId xmlns:a16="http://schemas.microsoft.com/office/drawing/2014/main" id="{577A9899-9927-ED65-FCFB-6BBEFA1A143C}"/>
                  </a:ext>
                </a:extLst>
              </p:cNvPr>
              <p:cNvSpPr/>
              <p:nvPr/>
            </p:nvSpPr>
            <p:spPr>
              <a:xfrm>
                <a:off x="5537962" y="1563416"/>
                <a:ext cx="196431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3607" extrusionOk="0">
                    <a:moveTo>
                      <a:pt x="961" y="1"/>
                    </a:moveTo>
                    <a:lnTo>
                      <a:pt x="961" y="1"/>
                    </a:lnTo>
                    <a:cubicBezTo>
                      <a:pt x="961" y="1"/>
                      <a:pt x="1163" y="1067"/>
                      <a:pt x="0" y="1388"/>
                    </a:cubicBezTo>
                    <a:cubicBezTo>
                      <a:pt x="974" y="2951"/>
                      <a:pt x="1256" y="3579"/>
                      <a:pt x="1669" y="3605"/>
                    </a:cubicBezTo>
                    <a:cubicBezTo>
                      <a:pt x="1686" y="3606"/>
                      <a:pt x="1703" y="3606"/>
                      <a:pt x="1720" y="3606"/>
                    </a:cubicBezTo>
                    <a:cubicBezTo>
                      <a:pt x="2102" y="3606"/>
                      <a:pt x="2457" y="3321"/>
                      <a:pt x="2457" y="2336"/>
                    </a:cubicBezTo>
                    <a:lnTo>
                      <a:pt x="2457" y="1308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332;p28">
                <a:extLst>
                  <a:ext uri="{FF2B5EF4-FFF2-40B4-BE49-F238E27FC236}">
                    <a16:creationId xmlns:a16="http://schemas.microsoft.com/office/drawing/2014/main" id="{DC248487-9507-2BE1-8231-940A0D85BE00}"/>
                  </a:ext>
                </a:extLst>
              </p:cNvPr>
              <p:cNvSpPr/>
              <p:nvPr/>
            </p:nvSpPr>
            <p:spPr>
              <a:xfrm>
                <a:off x="5396114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535" y="1"/>
                    </a:moveTo>
                    <a:cubicBezTo>
                      <a:pt x="148" y="30"/>
                      <a:pt x="0" y="270"/>
                      <a:pt x="161" y="350"/>
                    </a:cubicBezTo>
                    <a:cubicBezTo>
                      <a:pt x="279" y="401"/>
                      <a:pt x="535" y="401"/>
                      <a:pt x="734" y="417"/>
                    </a:cubicBezTo>
                    <a:cubicBezTo>
                      <a:pt x="1029" y="283"/>
                      <a:pt x="856" y="68"/>
                      <a:pt x="776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333;p28">
                <a:extLst>
                  <a:ext uri="{FF2B5EF4-FFF2-40B4-BE49-F238E27FC236}">
                    <a16:creationId xmlns:a16="http://schemas.microsoft.com/office/drawing/2014/main" id="{1D16FF5F-5D11-7817-EE13-F0F21FE6C6DF}"/>
                  </a:ext>
                </a:extLst>
              </p:cNvPr>
              <p:cNvSpPr/>
              <p:nvPr/>
            </p:nvSpPr>
            <p:spPr>
              <a:xfrm>
                <a:off x="5633938" y="1778943"/>
                <a:ext cx="98136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910" extrusionOk="0">
                    <a:moveTo>
                      <a:pt x="856" y="1"/>
                    </a:moveTo>
                    <a:cubicBezTo>
                      <a:pt x="468" y="1"/>
                      <a:pt x="135" y="254"/>
                      <a:pt x="1" y="587"/>
                    </a:cubicBezTo>
                    <a:cubicBezTo>
                      <a:pt x="174" y="802"/>
                      <a:pt x="308" y="895"/>
                      <a:pt x="468" y="908"/>
                    </a:cubicBezTo>
                    <a:cubicBezTo>
                      <a:pt x="488" y="909"/>
                      <a:pt x="507" y="910"/>
                      <a:pt x="526" y="910"/>
                    </a:cubicBezTo>
                    <a:cubicBezTo>
                      <a:pt x="838" y="910"/>
                      <a:pt x="1128" y="708"/>
                      <a:pt x="1227" y="81"/>
                    </a:cubicBezTo>
                    <a:cubicBezTo>
                      <a:pt x="1109" y="27"/>
                      <a:pt x="987" y="1"/>
                      <a:pt x="856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334;p28">
                <a:extLst>
                  <a:ext uri="{FF2B5EF4-FFF2-40B4-BE49-F238E27FC236}">
                    <a16:creationId xmlns:a16="http://schemas.microsoft.com/office/drawing/2014/main" id="{12AFA0AF-761B-D986-61E4-7CCD8FE7C7C9}"/>
                  </a:ext>
                </a:extLst>
              </p:cNvPr>
              <p:cNvSpPr/>
              <p:nvPr/>
            </p:nvSpPr>
            <p:spPr>
              <a:xfrm>
                <a:off x="5080454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826" y="0"/>
                    </a:moveTo>
                    <a:lnTo>
                      <a:pt x="0" y="1307"/>
                    </a:lnTo>
                    <a:lnTo>
                      <a:pt x="0" y="2217"/>
                    </a:lnTo>
                    <a:lnTo>
                      <a:pt x="1826" y="801"/>
                    </a:lnTo>
                    <a:lnTo>
                      <a:pt x="1826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335;p28">
                <a:extLst>
                  <a:ext uri="{FF2B5EF4-FFF2-40B4-BE49-F238E27FC236}">
                    <a16:creationId xmlns:a16="http://schemas.microsoft.com/office/drawing/2014/main" id="{74B9226B-0FB7-FF71-621D-C6A37759314A}"/>
                  </a:ext>
                </a:extLst>
              </p:cNvPr>
              <p:cNvSpPr/>
              <p:nvPr/>
            </p:nvSpPr>
            <p:spPr>
              <a:xfrm>
                <a:off x="5458048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" y="0"/>
                    </a:moveTo>
                    <a:lnTo>
                      <a:pt x="1" y="801"/>
                    </a:lnTo>
                    <a:lnTo>
                      <a:pt x="1827" y="2217"/>
                    </a:lnTo>
                    <a:lnTo>
                      <a:pt x="1827" y="13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336;p28">
                <a:extLst>
                  <a:ext uri="{FF2B5EF4-FFF2-40B4-BE49-F238E27FC236}">
                    <a16:creationId xmlns:a16="http://schemas.microsoft.com/office/drawing/2014/main" id="{4AF75F45-E5CC-C5A2-322F-D49225BE0BE0}"/>
                  </a:ext>
                </a:extLst>
              </p:cNvPr>
              <p:cNvSpPr/>
              <p:nvPr/>
            </p:nvSpPr>
            <p:spPr>
              <a:xfrm>
                <a:off x="5271209" y="1618956"/>
                <a:ext cx="143128" cy="959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0" extrusionOk="0">
                    <a:moveTo>
                      <a:pt x="55" y="1"/>
                    </a:moveTo>
                    <a:cubicBezTo>
                      <a:pt x="29" y="1"/>
                      <a:pt x="0" y="26"/>
                      <a:pt x="0" y="52"/>
                    </a:cubicBezTo>
                    <a:cubicBezTo>
                      <a:pt x="0" y="94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4"/>
                      <a:pt x="1791" y="52"/>
                    </a:cubicBezTo>
                    <a:cubicBezTo>
                      <a:pt x="1791" y="26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337;p28">
                <a:extLst>
                  <a:ext uri="{FF2B5EF4-FFF2-40B4-BE49-F238E27FC236}">
                    <a16:creationId xmlns:a16="http://schemas.microsoft.com/office/drawing/2014/main" id="{741E41C6-FCDB-759F-6CAE-61FCB8DC7044}"/>
                  </a:ext>
                </a:extLst>
              </p:cNvPr>
              <p:cNvSpPr/>
              <p:nvPr/>
            </p:nvSpPr>
            <p:spPr>
              <a:xfrm>
                <a:off x="5271209" y="1755449"/>
                <a:ext cx="143128" cy="951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19" extrusionOk="0">
                    <a:moveTo>
                      <a:pt x="55" y="0"/>
                    </a:moveTo>
                    <a:cubicBezTo>
                      <a:pt x="29" y="0"/>
                      <a:pt x="0" y="26"/>
                      <a:pt x="0" y="55"/>
                    </a:cubicBezTo>
                    <a:cubicBezTo>
                      <a:pt x="0" y="93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3"/>
                      <a:pt x="1791" y="55"/>
                    </a:cubicBezTo>
                    <a:cubicBezTo>
                      <a:pt x="1791" y="26"/>
                      <a:pt x="1762" y="0"/>
                      <a:pt x="172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338;p28">
                <a:extLst>
                  <a:ext uri="{FF2B5EF4-FFF2-40B4-BE49-F238E27FC236}">
                    <a16:creationId xmlns:a16="http://schemas.microsoft.com/office/drawing/2014/main" id="{6CEE2A5B-9169-1F8A-6FE9-87506AEFC699}"/>
                  </a:ext>
                </a:extLst>
              </p:cNvPr>
              <p:cNvSpPr/>
              <p:nvPr/>
            </p:nvSpPr>
            <p:spPr>
              <a:xfrm>
                <a:off x="5271209" y="1891861"/>
                <a:ext cx="143128" cy="983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3" extrusionOk="0">
                    <a:moveTo>
                      <a:pt x="55" y="1"/>
                    </a:moveTo>
                    <a:cubicBezTo>
                      <a:pt x="29" y="1"/>
                      <a:pt x="0" y="30"/>
                      <a:pt x="0" y="68"/>
                    </a:cubicBezTo>
                    <a:cubicBezTo>
                      <a:pt x="0" y="94"/>
                      <a:pt x="29" y="122"/>
                      <a:pt x="55" y="122"/>
                    </a:cubicBezTo>
                    <a:lnTo>
                      <a:pt x="1724" y="122"/>
                    </a:lnTo>
                    <a:cubicBezTo>
                      <a:pt x="1762" y="122"/>
                      <a:pt x="1791" y="94"/>
                      <a:pt x="1791" y="68"/>
                    </a:cubicBezTo>
                    <a:cubicBezTo>
                      <a:pt x="1791" y="30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339;p28">
                <a:extLst>
                  <a:ext uri="{FF2B5EF4-FFF2-40B4-BE49-F238E27FC236}">
                    <a16:creationId xmlns:a16="http://schemas.microsoft.com/office/drawing/2014/main" id="{54E97C6B-69A3-6CBA-B6A3-D820B870F3F9}"/>
                  </a:ext>
                </a:extLst>
              </p:cNvPr>
              <p:cNvSpPr/>
              <p:nvPr/>
            </p:nvSpPr>
            <p:spPr>
              <a:xfrm>
                <a:off x="5239163" y="858417"/>
                <a:ext cx="116596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561" y="1240"/>
                    </a:lnTo>
                    <a:cubicBezTo>
                      <a:pt x="536" y="1092"/>
                      <a:pt x="363" y="93"/>
                      <a:pt x="1458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340;p28">
                <a:extLst>
                  <a:ext uri="{FF2B5EF4-FFF2-40B4-BE49-F238E27FC236}">
                    <a16:creationId xmlns:a16="http://schemas.microsoft.com/office/drawing/2014/main" id="{7E9FC2AA-D49E-035B-F669-DDD37E6548AF}"/>
                  </a:ext>
                </a:extLst>
              </p:cNvPr>
              <p:cNvSpPr/>
              <p:nvPr/>
            </p:nvSpPr>
            <p:spPr>
              <a:xfrm>
                <a:off x="5342892" y="1076981"/>
                <a:ext cx="42515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30" extrusionOk="0">
                    <a:moveTo>
                      <a:pt x="0" y="1"/>
                    </a:moveTo>
                    <a:lnTo>
                      <a:pt x="0" y="376"/>
                    </a:lnTo>
                    <a:cubicBezTo>
                      <a:pt x="0" y="376"/>
                      <a:pt x="124" y="529"/>
                      <a:pt x="407" y="529"/>
                    </a:cubicBezTo>
                    <a:cubicBezTo>
                      <a:pt x="445" y="529"/>
                      <a:pt x="487" y="526"/>
                      <a:pt x="532" y="520"/>
                    </a:cubicBezTo>
                    <a:cubicBezTo>
                      <a:pt x="493" y="14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341;p28">
                <a:extLst>
                  <a:ext uri="{FF2B5EF4-FFF2-40B4-BE49-F238E27FC236}">
                    <a16:creationId xmlns:a16="http://schemas.microsoft.com/office/drawing/2014/main" id="{3A84B5BB-1BF8-C04B-43FC-A9835B39EBF1}"/>
                  </a:ext>
                </a:extLst>
              </p:cNvPr>
              <p:cNvSpPr/>
              <p:nvPr/>
            </p:nvSpPr>
            <p:spPr>
              <a:xfrm>
                <a:off x="5299099" y="1076981"/>
                <a:ext cx="43873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30" extrusionOk="0">
                    <a:moveTo>
                      <a:pt x="548" y="1"/>
                    </a:moveTo>
                    <a:cubicBezTo>
                      <a:pt x="548" y="1"/>
                      <a:pt x="39" y="148"/>
                      <a:pt x="0" y="520"/>
                    </a:cubicBezTo>
                    <a:cubicBezTo>
                      <a:pt x="45" y="526"/>
                      <a:pt x="87" y="529"/>
                      <a:pt x="126" y="529"/>
                    </a:cubicBezTo>
                    <a:cubicBezTo>
                      <a:pt x="412" y="529"/>
                      <a:pt x="548" y="376"/>
                      <a:pt x="548" y="376"/>
                    </a:cubicBezTo>
                    <a:lnTo>
                      <a:pt x="548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342;p28">
                <a:extLst>
                  <a:ext uri="{FF2B5EF4-FFF2-40B4-BE49-F238E27FC236}">
                    <a16:creationId xmlns:a16="http://schemas.microsoft.com/office/drawing/2014/main" id="{04A90A08-A156-E934-BF21-854CB11D4CFA}"/>
                  </a:ext>
                </a:extLst>
              </p:cNvPr>
              <p:cNvSpPr/>
              <p:nvPr/>
            </p:nvSpPr>
            <p:spPr>
              <a:xfrm>
                <a:off x="5335140" y="1053486"/>
                <a:ext cx="20618" cy="43793"/>
              </a:xfrm>
              <a:custGeom>
                <a:avLst/>
                <a:gdLst/>
                <a:ahLst/>
                <a:cxnLst/>
                <a:rect l="l" t="t" r="r" b="b"/>
                <a:pathLst>
                  <a:path w="258" h="548" extrusionOk="0">
                    <a:moveTo>
                      <a:pt x="1" y="0"/>
                    </a:moveTo>
                    <a:lnTo>
                      <a:pt x="30" y="548"/>
                    </a:lnTo>
                    <a:lnTo>
                      <a:pt x="257" y="2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1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343;p28">
                <a:extLst>
                  <a:ext uri="{FF2B5EF4-FFF2-40B4-BE49-F238E27FC236}">
                    <a16:creationId xmlns:a16="http://schemas.microsoft.com/office/drawing/2014/main" id="{B4250969-A664-0EAF-5DF8-E0EEC02262C9}"/>
                  </a:ext>
                </a:extLst>
              </p:cNvPr>
              <p:cNvSpPr/>
              <p:nvPr/>
            </p:nvSpPr>
            <p:spPr>
              <a:xfrm>
                <a:off x="5217906" y="946322"/>
                <a:ext cx="198509" cy="35003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438" extrusionOk="0">
                    <a:moveTo>
                      <a:pt x="1630" y="1"/>
                    </a:moveTo>
                    <a:cubicBezTo>
                      <a:pt x="1125" y="1"/>
                      <a:pt x="614" y="80"/>
                      <a:pt x="443" y="153"/>
                    </a:cubicBezTo>
                    <a:cubicBezTo>
                      <a:pt x="183" y="258"/>
                      <a:pt x="0" y="435"/>
                      <a:pt x="385" y="435"/>
                    </a:cubicBezTo>
                    <a:cubicBezTo>
                      <a:pt x="399" y="435"/>
                      <a:pt x="412" y="435"/>
                      <a:pt x="427" y="435"/>
                    </a:cubicBezTo>
                    <a:cubicBezTo>
                      <a:pt x="869" y="435"/>
                      <a:pt x="1497" y="181"/>
                      <a:pt x="1497" y="181"/>
                    </a:cubicBezTo>
                    <a:lnTo>
                      <a:pt x="1497" y="181"/>
                    </a:lnTo>
                    <a:cubicBezTo>
                      <a:pt x="1497" y="181"/>
                      <a:pt x="1257" y="435"/>
                      <a:pt x="1455" y="435"/>
                    </a:cubicBezTo>
                    <a:cubicBezTo>
                      <a:pt x="1477" y="436"/>
                      <a:pt x="1499" y="437"/>
                      <a:pt x="1522" y="437"/>
                    </a:cubicBezTo>
                    <a:cubicBezTo>
                      <a:pt x="1944" y="437"/>
                      <a:pt x="2483" y="114"/>
                      <a:pt x="2483" y="114"/>
                    </a:cubicBezTo>
                    <a:cubicBezTo>
                      <a:pt x="2258" y="32"/>
                      <a:pt x="1945" y="1"/>
                      <a:pt x="1630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8823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</a:rPr>
              <a:t>C</a:t>
            </a:r>
            <a:r>
              <a:rPr lang="en" dirty="0">
                <a:solidFill>
                  <a:schemeClr val="accent4"/>
                </a:solidFill>
              </a:rPr>
              <a:t>ontent </a:t>
            </a:r>
            <a:r>
              <a:rPr lang="en" dirty="0">
                <a:solidFill>
                  <a:schemeClr val="tx1"/>
                </a:solidFill>
              </a:rPr>
              <a:t>of session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79" name="Google Shape;3179;p26"/>
          <p:cNvSpPr txBox="1">
            <a:spLocks noGrp="1"/>
          </p:cNvSpPr>
          <p:nvPr>
            <p:ph type="title" idx="4"/>
          </p:nvPr>
        </p:nvSpPr>
        <p:spPr>
          <a:xfrm>
            <a:off x="962526" y="1410692"/>
            <a:ext cx="679156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182" name="Google Shape;3182;p26"/>
          <p:cNvSpPr txBox="1">
            <a:spLocks noGrp="1"/>
          </p:cNvSpPr>
          <p:nvPr>
            <p:ph type="subTitle" idx="6"/>
          </p:nvPr>
        </p:nvSpPr>
        <p:spPr>
          <a:xfrm>
            <a:off x="658981" y="1907663"/>
            <a:ext cx="1966232" cy="8405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</a:rPr>
              <a:t>Animation Player</a:t>
            </a:r>
          </a:p>
        </p:txBody>
      </p:sp>
      <p:grpSp>
        <p:nvGrpSpPr>
          <p:cNvPr id="3185" name="Google Shape;3185;p26"/>
          <p:cNvGrpSpPr/>
          <p:nvPr/>
        </p:nvGrpSpPr>
        <p:grpSpPr>
          <a:xfrm>
            <a:off x="6462697" y="1384236"/>
            <a:ext cx="2150522" cy="1579579"/>
            <a:chOff x="296117" y="2376907"/>
            <a:chExt cx="715672" cy="525668"/>
          </a:xfrm>
        </p:grpSpPr>
        <p:sp>
          <p:nvSpPr>
            <p:cNvPr id="3186" name="Google Shape;3186;p26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6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6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6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6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6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6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6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6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5" name="Google Shape;3195;p26"/>
          <p:cNvGrpSpPr/>
          <p:nvPr/>
        </p:nvGrpSpPr>
        <p:grpSpPr>
          <a:xfrm>
            <a:off x="6706159" y="1588000"/>
            <a:ext cx="1663577" cy="1780752"/>
            <a:chOff x="5415187" y="3687810"/>
            <a:chExt cx="909904" cy="973993"/>
          </a:xfrm>
        </p:grpSpPr>
        <p:sp>
          <p:nvSpPr>
            <p:cNvPr id="3196" name="Google Shape;3196;p26"/>
            <p:cNvSpPr/>
            <p:nvPr/>
          </p:nvSpPr>
          <p:spPr>
            <a:xfrm>
              <a:off x="6065686" y="3969905"/>
              <a:ext cx="102531" cy="124827"/>
            </a:xfrm>
            <a:custGeom>
              <a:avLst/>
              <a:gdLst/>
              <a:ahLst/>
              <a:cxnLst/>
              <a:rect l="l" t="t" r="r" b="b"/>
              <a:pathLst>
                <a:path w="1283" h="1562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308" y="786"/>
                    <a:pt x="401" y="1376"/>
                  </a:cubicBezTo>
                  <a:lnTo>
                    <a:pt x="1282" y="1562"/>
                  </a:lnTo>
                  <a:cubicBezTo>
                    <a:pt x="1282" y="1562"/>
                    <a:pt x="1164" y="706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6"/>
            <p:cNvSpPr/>
            <p:nvPr/>
          </p:nvSpPr>
          <p:spPr>
            <a:xfrm>
              <a:off x="6065686" y="3971024"/>
              <a:ext cx="81274" cy="119393"/>
            </a:xfrm>
            <a:custGeom>
              <a:avLst/>
              <a:gdLst/>
              <a:ahLst/>
              <a:cxnLst/>
              <a:rect l="l" t="t" r="r" b="b"/>
              <a:pathLst>
                <a:path w="1017" h="1494" extrusionOk="0">
                  <a:moveTo>
                    <a:pt x="577" y="0"/>
                  </a:moveTo>
                  <a:cubicBezTo>
                    <a:pt x="257" y="68"/>
                    <a:pt x="1" y="292"/>
                    <a:pt x="1" y="292"/>
                  </a:cubicBezTo>
                  <a:cubicBezTo>
                    <a:pt x="1" y="292"/>
                    <a:pt x="308" y="772"/>
                    <a:pt x="401" y="1362"/>
                  </a:cubicBezTo>
                  <a:cubicBezTo>
                    <a:pt x="683" y="1413"/>
                    <a:pt x="882" y="1467"/>
                    <a:pt x="1016" y="1493"/>
                  </a:cubicBezTo>
                  <a:cubicBezTo>
                    <a:pt x="962" y="1000"/>
                    <a:pt x="738" y="372"/>
                    <a:pt x="577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6"/>
            <p:cNvSpPr/>
            <p:nvPr/>
          </p:nvSpPr>
          <p:spPr>
            <a:xfrm>
              <a:off x="6041393" y="4106398"/>
              <a:ext cx="283698" cy="346831"/>
            </a:xfrm>
            <a:custGeom>
              <a:avLst/>
              <a:gdLst/>
              <a:ahLst/>
              <a:cxnLst/>
              <a:rect l="l" t="t" r="r" b="b"/>
              <a:pathLst>
                <a:path w="3550" h="4340" extrusionOk="0">
                  <a:moveTo>
                    <a:pt x="1817" y="0"/>
                  </a:moveTo>
                  <a:cubicBezTo>
                    <a:pt x="885" y="0"/>
                    <a:pt x="93" y="924"/>
                    <a:pt x="52" y="2109"/>
                  </a:cubicBezTo>
                  <a:cubicBezTo>
                    <a:pt x="0" y="3310"/>
                    <a:pt x="747" y="4313"/>
                    <a:pt x="1695" y="4339"/>
                  </a:cubicBezTo>
                  <a:cubicBezTo>
                    <a:pt x="1715" y="4339"/>
                    <a:pt x="1736" y="4340"/>
                    <a:pt x="1756" y="4340"/>
                  </a:cubicBezTo>
                  <a:cubicBezTo>
                    <a:pt x="2690" y="4340"/>
                    <a:pt x="3471" y="3407"/>
                    <a:pt x="3508" y="2243"/>
                  </a:cubicBezTo>
                  <a:cubicBezTo>
                    <a:pt x="3550" y="1042"/>
                    <a:pt x="2816" y="39"/>
                    <a:pt x="1855" y="1"/>
                  </a:cubicBezTo>
                  <a:cubicBezTo>
                    <a:pt x="1842" y="1"/>
                    <a:pt x="1830" y="0"/>
                    <a:pt x="181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6"/>
            <p:cNvSpPr/>
            <p:nvPr/>
          </p:nvSpPr>
          <p:spPr>
            <a:xfrm>
              <a:off x="6160704" y="4106398"/>
              <a:ext cx="164385" cy="346831"/>
            </a:xfrm>
            <a:custGeom>
              <a:avLst/>
              <a:gdLst/>
              <a:ahLst/>
              <a:cxnLst/>
              <a:rect l="l" t="t" r="r" b="b"/>
              <a:pathLst>
                <a:path w="2057" h="4340" extrusionOk="0">
                  <a:moveTo>
                    <a:pt x="362" y="1"/>
                  </a:moveTo>
                  <a:cubicBezTo>
                    <a:pt x="295" y="1"/>
                    <a:pt x="228" y="14"/>
                    <a:pt x="160" y="14"/>
                  </a:cubicBezTo>
                  <a:cubicBezTo>
                    <a:pt x="1003" y="174"/>
                    <a:pt x="1644" y="1122"/>
                    <a:pt x="1602" y="2231"/>
                  </a:cubicBezTo>
                  <a:cubicBezTo>
                    <a:pt x="1551" y="3339"/>
                    <a:pt x="856" y="4220"/>
                    <a:pt x="0" y="4326"/>
                  </a:cubicBezTo>
                  <a:cubicBezTo>
                    <a:pt x="68" y="4339"/>
                    <a:pt x="135" y="4339"/>
                    <a:pt x="202" y="4339"/>
                  </a:cubicBezTo>
                  <a:cubicBezTo>
                    <a:pt x="222" y="4339"/>
                    <a:pt x="243" y="4340"/>
                    <a:pt x="263" y="4340"/>
                  </a:cubicBezTo>
                  <a:cubicBezTo>
                    <a:pt x="1197" y="4340"/>
                    <a:pt x="1978" y="3407"/>
                    <a:pt x="2015" y="2243"/>
                  </a:cubicBezTo>
                  <a:cubicBezTo>
                    <a:pt x="2057" y="1042"/>
                    <a:pt x="1323" y="39"/>
                    <a:pt x="362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6"/>
            <p:cNvSpPr/>
            <p:nvPr/>
          </p:nvSpPr>
          <p:spPr>
            <a:xfrm>
              <a:off x="5890835" y="4042307"/>
              <a:ext cx="373363" cy="455755"/>
            </a:xfrm>
            <a:custGeom>
              <a:avLst/>
              <a:gdLst/>
              <a:ahLst/>
              <a:cxnLst/>
              <a:rect l="l" t="t" r="r" b="b"/>
              <a:pathLst>
                <a:path w="4672" h="5703" extrusionOk="0">
                  <a:moveTo>
                    <a:pt x="2365" y="0"/>
                  </a:moveTo>
                  <a:cubicBezTo>
                    <a:pt x="1132" y="0"/>
                    <a:pt x="105" y="1224"/>
                    <a:pt x="55" y="2764"/>
                  </a:cubicBezTo>
                  <a:cubicBezTo>
                    <a:pt x="1" y="4340"/>
                    <a:pt x="975" y="5663"/>
                    <a:pt x="2230" y="5701"/>
                  </a:cubicBezTo>
                  <a:cubicBezTo>
                    <a:pt x="2257" y="5702"/>
                    <a:pt x="2283" y="5703"/>
                    <a:pt x="2310" y="5703"/>
                  </a:cubicBezTo>
                  <a:cubicBezTo>
                    <a:pt x="3531" y="5703"/>
                    <a:pt x="4554" y="4479"/>
                    <a:pt x="4607" y="2940"/>
                  </a:cubicBezTo>
                  <a:cubicBezTo>
                    <a:pt x="4671" y="1364"/>
                    <a:pt x="3698" y="41"/>
                    <a:pt x="2445" y="2"/>
                  </a:cubicBezTo>
                  <a:cubicBezTo>
                    <a:pt x="2418" y="1"/>
                    <a:pt x="2391" y="0"/>
                    <a:pt x="236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6"/>
            <p:cNvSpPr/>
            <p:nvPr/>
          </p:nvSpPr>
          <p:spPr>
            <a:xfrm>
              <a:off x="5931271" y="4111752"/>
              <a:ext cx="228477" cy="326613"/>
            </a:xfrm>
            <a:custGeom>
              <a:avLst/>
              <a:gdLst/>
              <a:ahLst/>
              <a:cxnLst/>
              <a:rect l="l" t="t" r="r" b="b"/>
              <a:pathLst>
                <a:path w="2859" h="4087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cubicBezTo>
                    <a:pt x="1373" y="4086"/>
                    <a:pt x="1384" y="4086"/>
                    <a:pt x="1394" y="4086"/>
                  </a:cubicBezTo>
                  <a:cubicBezTo>
                    <a:pt x="2143" y="4086"/>
                    <a:pt x="2779" y="3202"/>
                    <a:pt x="2820" y="2096"/>
                  </a:cubicBezTo>
                  <a:cubicBezTo>
                    <a:pt x="2858" y="975"/>
                    <a:pt x="2272" y="40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6"/>
            <p:cNvSpPr/>
            <p:nvPr/>
          </p:nvSpPr>
          <p:spPr>
            <a:xfrm>
              <a:off x="5931271" y="4111752"/>
              <a:ext cx="171897" cy="326533"/>
            </a:xfrm>
            <a:custGeom>
              <a:avLst/>
              <a:gdLst/>
              <a:ahLst/>
              <a:cxnLst/>
              <a:rect l="l" t="t" r="r" b="b"/>
              <a:pathLst>
                <a:path w="2151" h="4086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lnTo>
                    <a:pt x="1497" y="4086"/>
                  </a:lnTo>
                  <a:cubicBezTo>
                    <a:pt x="1071" y="3724"/>
                    <a:pt x="789" y="3032"/>
                    <a:pt x="818" y="2257"/>
                  </a:cubicBezTo>
                  <a:cubicBezTo>
                    <a:pt x="856" y="1190"/>
                    <a:pt x="1442" y="334"/>
                    <a:pt x="2150" y="267"/>
                  </a:cubicBezTo>
                  <a:cubicBezTo>
                    <a:pt x="1965" y="107"/>
                    <a:pt x="1750" y="14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6"/>
            <p:cNvSpPr/>
            <p:nvPr/>
          </p:nvSpPr>
          <p:spPr>
            <a:xfrm>
              <a:off x="5890835" y="4220595"/>
              <a:ext cx="159111" cy="275307"/>
            </a:xfrm>
            <a:custGeom>
              <a:avLst/>
              <a:gdLst/>
              <a:ahLst/>
              <a:cxnLst/>
              <a:rect l="l" t="t" r="r" b="b"/>
              <a:pathLst>
                <a:path w="1991" h="3445" extrusionOk="0">
                  <a:moveTo>
                    <a:pt x="122" y="1"/>
                  </a:moveTo>
                  <a:cubicBezTo>
                    <a:pt x="81" y="174"/>
                    <a:pt x="68" y="347"/>
                    <a:pt x="55" y="533"/>
                  </a:cubicBezTo>
                  <a:cubicBezTo>
                    <a:pt x="1" y="2016"/>
                    <a:pt x="843" y="3256"/>
                    <a:pt x="1990" y="3445"/>
                  </a:cubicBezTo>
                  <a:cubicBezTo>
                    <a:pt x="1884" y="1695"/>
                    <a:pt x="802" y="561"/>
                    <a:pt x="12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6"/>
            <p:cNvSpPr/>
            <p:nvPr/>
          </p:nvSpPr>
          <p:spPr>
            <a:xfrm>
              <a:off x="5542170" y="4200536"/>
              <a:ext cx="493955" cy="409165"/>
            </a:xfrm>
            <a:custGeom>
              <a:avLst/>
              <a:gdLst/>
              <a:ahLst/>
              <a:cxnLst/>
              <a:rect l="l" t="t" r="r" b="b"/>
              <a:pathLst>
                <a:path w="6181" h="5120" extrusionOk="0">
                  <a:moveTo>
                    <a:pt x="2285" y="0"/>
                  </a:moveTo>
                  <a:cubicBezTo>
                    <a:pt x="1678" y="0"/>
                    <a:pt x="1134" y="210"/>
                    <a:pt x="773" y="639"/>
                  </a:cubicBezTo>
                  <a:cubicBezTo>
                    <a:pt x="0" y="1572"/>
                    <a:pt x="414" y="3186"/>
                    <a:pt x="1682" y="4256"/>
                  </a:cubicBezTo>
                  <a:cubicBezTo>
                    <a:pt x="2377" y="4827"/>
                    <a:pt x="3184" y="5120"/>
                    <a:pt x="3901" y="5120"/>
                  </a:cubicBezTo>
                  <a:cubicBezTo>
                    <a:pt x="4508" y="5120"/>
                    <a:pt x="5050" y="4911"/>
                    <a:pt x="5405" y="4484"/>
                  </a:cubicBezTo>
                  <a:cubicBezTo>
                    <a:pt x="6180" y="3548"/>
                    <a:pt x="5767" y="1921"/>
                    <a:pt x="4498" y="864"/>
                  </a:cubicBezTo>
                  <a:cubicBezTo>
                    <a:pt x="3805" y="293"/>
                    <a:pt x="3001" y="0"/>
                    <a:pt x="228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6"/>
            <p:cNvSpPr/>
            <p:nvPr/>
          </p:nvSpPr>
          <p:spPr>
            <a:xfrm>
              <a:off x="5577252" y="4338228"/>
              <a:ext cx="338280" cy="270912"/>
            </a:xfrm>
            <a:custGeom>
              <a:avLst/>
              <a:gdLst/>
              <a:ahLst/>
              <a:cxnLst/>
              <a:rect l="l" t="t" r="r" b="b"/>
              <a:pathLst>
                <a:path w="4233" h="3390" extrusionOk="0">
                  <a:moveTo>
                    <a:pt x="1236" y="0"/>
                  </a:moveTo>
                  <a:cubicBezTo>
                    <a:pt x="761" y="0"/>
                    <a:pt x="336" y="165"/>
                    <a:pt x="55" y="502"/>
                  </a:cubicBezTo>
                  <a:cubicBezTo>
                    <a:pt x="42" y="518"/>
                    <a:pt x="13" y="544"/>
                    <a:pt x="0" y="569"/>
                  </a:cubicBezTo>
                  <a:cubicBezTo>
                    <a:pt x="148" y="1252"/>
                    <a:pt x="574" y="1973"/>
                    <a:pt x="1243" y="2533"/>
                  </a:cubicBezTo>
                  <a:cubicBezTo>
                    <a:pt x="1930" y="3105"/>
                    <a:pt x="2732" y="3390"/>
                    <a:pt x="3450" y="3390"/>
                  </a:cubicBezTo>
                  <a:cubicBezTo>
                    <a:pt x="3552" y="3390"/>
                    <a:pt x="3653" y="3384"/>
                    <a:pt x="3752" y="3372"/>
                  </a:cubicBezTo>
                  <a:cubicBezTo>
                    <a:pt x="4232" y="2639"/>
                    <a:pt x="3899" y="1450"/>
                    <a:pt x="2964" y="678"/>
                  </a:cubicBezTo>
                  <a:cubicBezTo>
                    <a:pt x="2423" y="229"/>
                    <a:pt x="1795" y="0"/>
                    <a:pt x="123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6"/>
            <p:cNvSpPr/>
            <p:nvPr/>
          </p:nvSpPr>
          <p:spPr>
            <a:xfrm>
              <a:off x="5578291" y="4200536"/>
              <a:ext cx="457833" cy="371125"/>
            </a:xfrm>
            <a:custGeom>
              <a:avLst/>
              <a:gdLst/>
              <a:ahLst/>
              <a:cxnLst/>
              <a:rect l="l" t="t" r="r" b="b"/>
              <a:pathLst>
                <a:path w="5729" h="4644" extrusionOk="0">
                  <a:moveTo>
                    <a:pt x="1833" y="0"/>
                  </a:moveTo>
                  <a:cubicBezTo>
                    <a:pt x="1226" y="0"/>
                    <a:pt x="682" y="210"/>
                    <a:pt x="321" y="639"/>
                  </a:cubicBezTo>
                  <a:cubicBezTo>
                    <a:pt x="173" y="825"/>
                    <a:pt x="67" y="1040"/>
                    <a:pt x="0" y="1264"/>
                  </a:cubicBezTo>
                  <a:cubicBezTo>
                    <a:pt x="351" y="948"/>
                    <a:pt x="828" y="792"/>
                    <a:pt x="1353" y="792"/>
                  </a:cubicBezTo>
                  <a:cubicBezTo>
                    <a:pt x="2068" y="792"/>
                    <a:pt x="2873" y="1082"/>
                    <a:pt x="3566" y="1652"/>
                  </a:cubicBezTo>
                  <a:cubicBezTo>
                    <a:pt x="4578" y="2507"/>
                    <a:pt x="5046" y="3721"/>
                    <a:pt x="4793" y="4644"/>
                  </a:cubicBezTo>
                  <a:lnTo>
                    <a:pt x="4953" y="4484"/>
                  </a:lnTo>
                  <a:cubicBezTo>
                    <a:pt x="5728" y="3548"/>
                    <a:pt x="5315" y="1921"/>
                    <a:pt x="4046" y="864"/>
                  </a:cubicBezTo>
                  <a:cubicBezTo>
                    <a:pt x="3353" y="293"/>
                    <a:pt x="2549" y="0"/>
                    <a:pt x="18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6"/>
            <p:cNvSpPr/>
            <p:nvPr/>
          </p:nvSpPr>
          <p:spPr>
            <a:xfrm>
              <a:off x="5579250" y="4200616"/>
              <a:ext cx="386469" cy="180688"/>
            </a:xfrm>
            <a:custGeom>
              <a:avLst/>
              <a:gdLst/>
              <a:ahLst/>
              <a:cxnLst/>
              <a:rect l="l" t="t" r="r" b="b"/>
              <a:pathLst>
                <a:path w="4836" h="2261" extrusionOk="0">
                  <a:moveTo>
                    <a:pt x="1813" y="1"/>
                  </a:moveTo>
                  <a:cubicBezTo>
                    <a:pt x="1207" y="1"/>
                    <a:pt x="666" y="210"/>
                    <a:pt x="309" y="638"/>
                  </a:cubicBezTo>
                  <a:cubicBezTo>
                    <a:pt x="161" y="824"/>
                    <a:pt x="55" y="1023"/>
                    <a:pt x="1" y="1250"/>
                  </a:cubicBezTo>
                  <a:cubicBezTo>
                    <a:pt x="522" y="789"/>
                    <a:pt x="1022" y="639"/>
                    <a:pt x="1498" y="639"/>
                  </a:cubicBezTo>
                  <a:cubicBezTo>
                    <a:pt x="2097" y="639"/>
                    <a:pt x="2658" y="875"/>
                    <a:pt x="3179" y="1023"/>
                  </a:cubicBezTo>
                  <a:cubicBezTo>
                    <a:pt x="4057" y="1289"/>
                    <a:pt x="4383" y="2261"/>
                    <a:pt x="4584" y="2261"/>
                  </a:cubicBezTo>
                  <a:cubicBezTo>
                    <a:pt x="4606" y="2261"/>
                    <a:pt x="4627" y="2249"/>
                    <a:pt x="4646" y="2224"/>
                  </a:cubicBezTo>
                  <a:cubicBezTo>
                    <a:pt x="4835" y="1971"/>
                    <a:pt x="3967" y="1077"/>
                    <a:pt x="3512" y="824"/>
                  </a:cubicBezTo>
                  <a:cubicBezTo>
                    <a:pt x="3073" y="571"/>
                    <a:pt x="3044" y="264"/>
                    <a:pt x="3044" y="264"/>
                  </a:cubicBezTo>
                  <a:cubicBezTo>
                    <a:pt x="2629" y="89"/>
                    <a:pt x="2207" y="1"/>
                    <a:pt x="1813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6"/>
            <p:cNvSpPr/>
            <p:nvPr/>
          </p:nvSpPr>
          <p:spPr>
            <a:xfrm>
              <a:off x="5534498" y="4199098"/>
              <a:ext cx="181567" cy="230475"/>
            </a:xfrm>
            <a:custGeom>
              <a:avLst/>
              <a:gdLst/>
              <a:ahLst/>
              <a:cxnLst/>
              <a:rect l="l" t="t" r="r" b="b"/>
              <a:pathLst>
                <a:path w="2272" h="2884" extrusionOk="0">
                  <a:moveTo>
                    <a:pt x="923" y="1"/>
                  </a:moveTo>
                  <a:lnTo>
                    <a:pt x="0" y="577"/>
                  </a:lnTo>
                  <a:lnTo>
                    <a:pt x="430" y="1538"/>
                  </a:lnTo>
                  <a:cubicBezTo>
                    <a:pt x="430" y="1538"/>
                    <a:pt x="375" y="2192"/>
                    <a:pt x="737" y="2884"/>
                  </a:cubicBezTo>
                  <a:lnTo>
                    <a:pt x="2272" y="2458"/>
                  </a:lnTo>
                  <a:cubicBezTo>
                    <a:pt x="2272" y="2458"/>
                    <a:pt x="2124" y="1939"/>
                    <a:pt x="1458" y="1551"/>
                  </a:cubicBezTo>
                  <a:cubicBezTo>
                    <a:pt x="1058" y="629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6"/>
            <p:cNvSpPr/>
            <p:nvPr/>
          </p:nvSpPr>
          <p:spPr>
            <a:xfrm>
              <a:off x="5593395" y="4199098"/>
              <a:ext cx="122670" cy="208258"/>
            </a:xfrm>
            <a:custGeom>
              <a:avLst/>
              <a:gdLst/>
              <a:ahLst/>
              <a:cxnLst/>
              <a:rect l="l" t="t" r="r" b="b"/>
              <a:pathLst>
                <a:path w="1535" h="2606" extrusionOk="0">
                  <a:moveTo>
                    <a:pt x="186" y="1"/>
                  </a:moveTo>
                  <a:lnTo>
                    <a:pt x="0" y="110"/>
                  </a:lnTo>
                  <a:cubicBezTo>
                    <a:pt x="13" y="443"/>
                    <a:pt x="93" y="1096"/>
                    <a:pt x="426" y="1779"/>
                  </a:cubicBezTo>
                  <a:cubicBezTo>
                    <a:pt x="599" y="2125"/>
                    <a:pt x="801" y="2390"/>
                    <a:pt x="987" y="2605"/>
                  </a:cubicBezTo>
                  <a:lnTo>
                    <a:pt x="1535" y="2458"/>
                  </a:lnTo>
                  <a:cubicBezTo>
                    <a:pt x="1535" y="2458"/>
                    <a:pt x="1387" y="1939"/>
                    <a:pt x="721" y="1551"/>
                  </a:cubicBezTo>
                  <a:cubicBezTo>
                    <a:pt x="321" y="629"/>
                    <a:pt x="186" y="1"/>
                    <a:pt x="186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6"/>
            <p:cNvSpPr/>
            <p:nvPr/>
          </p:nvSpPr>
          <p:spPr>
            <a:xfrm>
              <a:off x="5559032" y="4349336"/>
              <a:ext cx="318062" cy="291450"/>
            </a:xfrm>
            <a:custGeom>
              <a:avLst/>
              <a:gdLst/>
              <a:ahLst/>
              <a:cxnLst/>
              <a:rect l="l" t="t" r="r" b="b"/>
              <a:pathLst>
                <a:path w="3980" h="3647" extrusionOk="0">
                  <a:moveTo>
                    <a:pt x="1052" y="0"/>
                  </a:moveTo>
                  <a:cubicBezTo>
                    <a:pt x="838" y="0"/>
                    <a:pt x="647" y="50"/>
                    <a:pt x="494" y="152"/>
                  </a:cubicBezTo>
                  <a:cubicBezTo>
                    <a:pt x="203" y="312"/>
                    <a:pt x="1" y="699"/>
                    <a:pt x="1" y="699"/>
                  </a:cubicBezTo>
                  <a:cubicBezTo>
                    <a:pt x="1" y="699"/>
                    <a:pt x="55" y="780"/>
                    <a:pt x="148" y="911"/>
                  </a:cubicBezTo>
                  <a:cubicBezTo>
                    <a:pt x="174" y="1446"/>
                    <a:pt x="523" y="2099"/>
                    <a:pt x="1109" y="2647"/>
                  </a:cubicBezTo>
                  <a:cubicBezTo>
                    <a:pt x="1699" y="3183"/>
                    <a:pt x="2362" y="3474"/>
                    <a:pt x="2892" y="3474"/>
                  </a:cubicBezTo>
                  <a:cubicBezTo>
                    <a:pt x="2903" y="3474"/>
                    <a:pt x="2914" y="3474"/>
                    <a:pt x="2926" y="3474"/>
                  </a:cubicBezTo>
                  <a:cubicBezTo>
                    <a:pt x="3019" y="3528"/>
                    <a:pt x="3099" y="3595"/>
                    <a:pt x="3192" y="3647"/>
                  </a:cubicBezTo>
                  <a:cubicBezTo>
                    <a:pt x="3365" y="3487"/>
                    <a:pt x="3512" y="3275"/>
                    <a:pt x="3592" y="3166"/>
                  </a:cubicBezTo>
                  <a:cubicBezTo>
                    <a:pt x="3605" y="3153"/>
                    <a:pt x="3618" y="3128"/>
                    <a:pt x="3647" y="3102"/>
                  </a:cubicBezTo>
                  <a:cubicBezTo>
                    <a:pt x="3980" y="2554"/>
                    <a:pt x="3618" y="1580"/>
                    <a:pt x="2804" y="818"/>
                  </a:cubicBezTo>
                  <a:cubicBezTo>
                    <a:pt x="2228" y="290"/>
                    <a:pt x="1572" y="0"/>
                    <a:pt x="1052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6"/>
            <p:cNvSpPr/>
            <p:nvPr/>
          </p:nvSpPr>
          <p:spPr>
            <a:xfrm>
              <a:off x="5521712" y="4384178"/>
              <a:ext cx="329809" cy="277625"/>
            </a:xfrm>
            <a:custGeom>
              <a:avLst/>
              <a:gdLst/>
              <a:ahLst/>
              <a:cxnLst/>
              <a:rect l="l" t="t" r="r" b="b"/>
              <a:pathLst>
                <a:path w="4127" h="3474" extrusionOk="0">
                  <a:moveTo>
                    <a:pt x="1154" y="0"/>
                  </a:moveTo>
                  <a:cubicBezTo>
                    <a:pt x="872" y="0"/>
                    <a:pt x="632" y="85"/>
                    <a:pt x="468" y="263"/>
                  </a:cubicBezTo>
                  <a:cubicBezTo>
                    <a:pt x="0" y="770"/>
                    <a:pt x="337" y="1836"/>
                    <a:pt x="1218" y="2650"/>
                  </a:cubicBezTo>
                  <a:cubicBezTo>
                    <a:pt x="1790" y="3181"/>
                    <a:pt x="2452" y="3474"/>
                    <a:pt x="2974" y="3474"/>
                  </a:cubicBezTo>
                  <a:cubicBezTo>
                    <a:pt x="3255" y="3474"/>
                    <a:pt x="3495" y="3389"/>
                    <a:pt x="3659" y="3211"/>
                  </a:cubicBezTo>
                  <a:cubicBezTo>
                    <a:pt x="4126" y="2705"/>
                    <a:pt x="3793" y="1638"/>
                    <a:pt x="2912" y="824"/>
                  </a:cubicBezTo>
                  <a:cubicBezTo>
                    <a:pt x="2340" y="293"/>
                    <a:pt x="1676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6"/>
            <p:cNvSpPr/>
            <p:nvPr/>
          </p:nvSpPr>
          <p:spPr>
            <a:xfrm>
              <a:off x="6065686" y="3969905"/>
              <a:ext cx="89665" cy="56500"/>
            </a:xfrm>
            <a:custGeom>
              <a:avLst/>
              <a:gdLst/>
              <a:ahLst/>
              <a:cxnLst/>
              <a:rect l="l" t="t" r="r" b="b"/>
              <a:pathLst>
                <a:path w="1122" h="707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97" y="440"/>
                    <a:pt x="190" y="668"/>
                  </a:cubicBezTo>
                  <a:cubicBezTo>
                    <a:pt x="308" y="656"/>
                    <a:pt x="450" y="647"/>
                    <a:pt x="596" y="647"/>
                  </a:cubicBezTo>
                  <a:cubicBezTo>
                    <a:pt x="779" y="647"/>
                    <a:pt x="967" y="662"/>
                    <a:pt x="1122" y="706"/>
                  </a:cubicBezTo>
                  <a:cubicBezTo>
                    <a:pt x="1071" y="482"/>
                    <a:pt x="1016" y="242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6"/>
            <p:cNvSpPr/>
            <p:nvPr/>
          </p:nvSpPr>
          <p:spPr>
            <a:xfrm>
              <a:off x="5557034" y="4424135"/>
              <a:ext cx="247657" cy="206980"/>
            </a:xfrm>
            <a:custGeom>
              <a:avLst/>
              <a:gdLst/>
              <a:ahLst/>
              <a:cxnLst/>
              <a:rect l="l" t="t" r="r" b="b"/>
              <a:pathLst>
                <a:path w="3099" h="2590" extrusionOk="0">
                  <a:moveTo>
                    <a:pt x="756" y="0"/>
                  </a:moveTo>
                  <a:cubicBezTo>
                    <a:pt x="575" y="0"/>
                    <a:pt x="423" y="53"/>
                    <a:pt x="321" y="164"/>
                  </a:cubicBezTo>
                  <a:cubicBezTo>
                    <a:pt x="0" y="523"/>
                    <a:pt x="295" y="1311"/>
                    <a:pt x="961" y="1926"/>
                  </a:cubicBezTo>
                  <a:cubicBezTo>
                    <a:pt x="1421" y="2349"/>
                    <a:pt x="1937" y="2590"/>
                    <a:pt x="2326" y="2590"/>
                  </a:cubicBezTo>
                  <a:cubicBezTo>
                    <a:pt x="2512" y="2590"/>
                    <a:pt x="2669" y="2535"/>
                    <a:pt x="2778" y="2419"/>
                  </a:cubicBezTo>
                  <a:cubicBezTo>
                    <a:pt x="3098" y="2070"/>
                    <a:pt x="2803" y="1285"/>
                    <a:pt x="2137" y="670"/>
                  </a:cubicBezTo>
                  <a:cubicBezTo>
                    <a:pt x="1672" y="242"/>
                    <a:pt x="1146" y="0"/>
                    <a:pt x="7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6"/>
            <p:cNvSpPr/>
            <p:nvPr/>
          </p:nvSpPr>
          <p:spPr>
            <a:xfrm>
              <a:off x="5534498" y="4199098"/>
              <a:ext cx="88626" cy="88706"/>
            </a:xfrm>
            <a:custGeom>
              <a:avLst/>
              <a:gdLst/>
              <a:ahLst/>
              <a:cxnLst/>
              <a:rect l="l" t="t" r="r" b="b"/>
              <a:pathLst>
                <a:path w="1109" h="1110" extrusionOk="0">
                  <a:moveTo>
                    <a:pt x="923" y="1"/>
                  </a:moveTo>
                  <a:lnTo>
                    <a:pt x="0" y="577"/>
                  </a:lnTo>
                  <a:lnTo>
                    <a:pt x="241" y="1109"/>
                  </a:lnTo>
                  <a:lnTo>
                    <a:pt x="869" y="962"/>
                  </a:lnTo>
                  <a:lnTo>
                    <a:pt x="1096" y="629"/>
                  </a:lnTo>
                  <a:lnTo>
                    <a:pt x="1109" y="629"/>
                  </a:lnTo>
                  <a:cubicBezTo>
                    <a:pt x="977" y="228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6"/>
            <p:cNvSpPr/>
            <p:nvPr/>
          </p:nvSpPr>
          <p:spPr>
            <a:xfrm>
              <a:off x="5656687" y="3723291"/>
              <a:ext cx="440092" cy="289292"/>
            </a:xfrm>
            <a:custGeom>
              <a:avLst/>
              <a:gdLst/>
              <a:ahLst/>
              <a:cxnLst/>
              <a:rect l="l" t="t" r="r" b="b"/>
              <a:pathLst>
                <a:path w="5507" h="3620" extrusionOk="0">
                  <a:moveTo>
                    <a:pt x="2205" y="0"/>
                  </a:moveTo>
                  <a:cubicBezTo>
                    <a:pt x="987" y="0"/>
                    <a:pt x="1" y="981"/>
                    <a:pt x="140" y="1271"/>
                  </a:cubicBezTo>
                  <a:cubicBezTo>
                    <a:pt x="747" y="977"/>
                    <a:pt x="1286" y="856"/>
                    <a:pt x="1764" y="856"/>
                  </a:cubicBezTo>
                  <a:cubicBezTo>
                    <a:pt x="4044" y="856"/>
                    <a:pt x="4920" y="3619"/>
                    <a:pt x="4920" y="3619"/>
                  </a:cubicBezTo>
                  <a:lnTo>
                    <a:pt x="5506" y="3446"/>
                  </a:lnTo>
                  <a:cubicBezTo>
                    <a:pt x="5481" y="2245"/>
                    <a:pt x="4225" y="445"/>
                    <a:pt x="2758" y="70"/>
                  </a:cubicBezTo>
                  <a:cubicBezTo>
                    <a:pt x="2570" y="21"/>
                    <a:pt x="2385" y="0"/>
                    <a:pt x="220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6"/>
            <p:cNvSpPr/>
            <p:nvPr/>
          </p:nvSpPr>
          <p:spPr>
            <a:xfrm>
              <a:off x="5415187" y="3687810"/>
              <a:ext cx="760711" cy="560524"/>
            </a:xfrm>
            <a:custGeom>
              <a:avLst/>
              <a:gdLst/>
              <a:ahLst/>
              <a:cxnLst/>
              <a:rect l="l" t="t" r="r" b="b"/>
              <a:pathLst>
                <a:path w="9519" h="7014" extrusionOk="0">
                  <a:moveTo>
                    <a:pt x="5279" y="0"/>
                  </a:moveTo>
                  <a:cubicBezTo>
                    <a:pt x="4989" y="0"/>
                    <a:pt x="4684" y="39"/>
                    <a:pt x="4364" y="126"/>
                  </a:cubicBezTo>
                  <a:cubicBezTo>
                    <a:pt x="3403" y="488"/>
                    <a:pt x="1" y="1715"/>
                    <a:pt x="2243" y="7014"/>
                  </a:cubicBezTo>
                  <a:lnTo>
                    <a:pt x="2669" y="6588"/>
                  </a:lnTo>
                  <a:cubicBezTo>
                    <a:pt x="2669" y="6588"/>
                    <a:pt x="962" y="1981"/>
                    <a:pt x="4671" y="821"/>
                  </a:cubicBezTo>
                  <a:cubicBezTo>
                    <a:pt x="4874" y="757"/>
                    <a:pt x="5074" y="728"/>
                    <a:pt x="5271" y="728"/>
                  </a:cubicBezTo>
                  <a:cubicBezTo>
                    <a:pt x="6831" y="728"/>
                    <a:pt x="8138" y="2598"/>
                    <a:pt x="8528" y="3890"/>
                  </a:cubicBezTo>
                  <a:lnTo>
                    <a:pt x="9518" y="3772"/>
                  </a:lnTo>
                  <a:cubicBezTo>
                    <a:pt x="9518" y="3772"/>
                    <a:pt x="8120" y="0"/>
                    <a:pt x="527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6"/>
            <p:cNvSpPr/>
            <p:nvPr/>
          </p:nvSpPr>
          <p:spPr>
            <a:xfrm>
              <a:off x="5437483" y="3697879"/>
              <a:ext cx="326453" cy="575068"/>
            </a:xfrm>
            <a:custGeom>
              <a:avLst/>
              <a:gdLst/>
              <a:ahLst/>
              <a:cxnLst/>
              <a:rect l="l" t="t" r="r" b="b"/>
              <a:pathLst>
                <a:path w="4085" h="7196" extrusionOk="0">
                  <a:moveTo>
                    <a:pt x="4085" y="0"/>
                  </a:moveTo>
                  <a:lnTo>
                    <a:pt x="4085" y="0"/>
                  </a:lnTo>
                  <a:cubicBezTo>
                    <a:pt x="2723" y="426"/>
                    <a:pt x="775" y="814"/>
                    <a:pt x="429" y="3950"/>
                  </a:cubicBezTo>
                  <a:cubicBezTo>
                    <a:pt x="215" y="5459"/>
                    <a:pt x="910" y="7195"/>
                    <a:pt x="910" y="7195"/>
                  </a:cubicBezTo>
                  <a:lnTo>
                    <a:pt x="1964" y="6888"/>
                  </a:lnTo>
                  <a:cubicBezTo>
                    <a:pt x="1964" y="6888"/>
                    <a:pt x="0" y="1708"/>
                    <a:pt x="4085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6"/>
            <p:cNvSpPr/>
            <p:nvPr/>
          </p:nvSpPr>
          <p:spPr>
            <a:xfrm>
              <a:off x="6070082" y="4042467"/>
              <a:ext cx="181327" cy="338920"/>
            </a:xfrm>
            <a:custGeom>
              <a:avLst/>
              <a:gdLst/>
              <a:ahLst/>
              <a:cxnLst/>
              <a:rect l="l" t="t" r="r" b="b"/>
              <a:pathLst>
                <a:path w="2269" h="4241" extrusionOk="0">
                  <a:moveTo>
                    <a:pt x="0" y="0"/>
                  </a:moveTo>
                  <a:cubicBezTo>
                    <a:pt x="26" y="26"/>
                    <a:pt x="1842" y="1189"/>
                    <a:pt x="1307" y="3751"/>
                  </a:cubicBezTo>
                  <a:cubicBezTo>
                    <a:pt x="1135" y="4088"/>
                    <a:pt x="1164" y="4241"/>
                    <a:pt x="1270" y="4241"/>
                  </a:cubicBezTo>
                  <a:cubicBezTo>
                    <a:pt x="1450" y="4241"/>
                    <a:pt x="1852" y="3801"/>
                    <a:pt x="1868" y="3069"/>
                  </a:cubicBezTo>
                  <a:cubicBezTo>
                    <a:pt x="1891" y="2314"/>
                    <a:pt x="2064" y="1925"/>
                    <a:pt x="2187" y="1925"/>
                  </a:cubicBezTo>
                  <a:cubicBezTo>
                    <a:pt x="2218" y="1925"/>
                    <a:pt x="2247" y="1951"/>
                    <a:pt x="2268" y="2002"/>
                  </a:cubicBezTo>
                  <a:cubicBezTo>
                    <a:pt x="2002" y="868"/>
                    <a:pt x="1189" y="39"/>
                    <a:pt x="202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6"/>
            <p:cNvSpPr/>
            <p:nvPr/>
          </p:nvSpPr>
          <p:spPr>
            <a:xfrm>
              <a:off x="6256681" y="4224670"/>
              <a:ext cx="80" cy="2397"/>
            </a:xfrm>
            <a:custGeom>
              <a:avLst/>
              <a:gdLst/>
              <a:ahLst/>
              <a:cxnLst/>
              <a:rect l="l" t="t" r="r" b="b"/>
              <a:pathLst>
                <a:path w="1" h="30" extrusionOk="0">
                  <a:moveTo>
                    <a:pt x="1" y="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6"/>
            <p:cNvSpPr/>
            <p:nvPr/>
          </p:nvSpPr>
          <p:spPr>
            <a:xfrm>
              <a:off x="5454584" y="3811996"/>
              <a:ext cx="114278" cy="460950"/>
            </a:xfrm>
            <a:custGeom>
              <a:avLst/>
              <a:gdLst/>
              <a:ahLst/>
              <a:cxnLst/>
              <a:rect l="l" t="t" r="r" b="b"/>
              <a:pathLst>
                <a:path w="1430" h="5768" extrusionOk="0">
                  <a:moveTo>
                    <a:pt x="1177" y="1"/>
                  </a:moveTo>
                  <a:cubicBezTo>
                    <a:pt x="1176" y="1"/>
                    <a:pt x="1175" y="2"/>
                    <a:pt x="1175" y="3"/>
                  </a:cubicBezTo>
                  <a:lnTo>
                    <a:pt x="1175" y="3"/>
                  </a:lnTo>
                  <a:cubicBezTo>
                    <a:pt x="1175" y="2"/>
                    <a:pt x="1176" y="2"/>
                    <a:pt x="1177" y="1"/>
                  </a:cubicBezTo>
                  <a:close/>
                  <a:moveTo>
                    <a:pt x="1175" y="3"/>
                  </a:moveTo>
                  <a:lnTo>
                    <a:pt x="1175" y="3"/>
                  </a:lnTo>
                  <a:cubicBezTo>
                    <a:pt x="708" y="551"/>
                    <a:pt x="347" y="1338"/>
                    <a:pt x="215" y="2522"/>
                  </a:cubicBezTo>
                  <a:cubicBezTo>
                    <a:pt x="1" y="4031"/>
                    <a:pt x="696" y="5767"/>
                    <a:pt x="696" y="5767"/>
                  </a:cubicBezTo>
                  <a:lnTo>
                    <a:pt x="1430" y="5553"/>
                  </a:lnTo>
                  <a:cubicBezTo>
                    <a:pt x="1215" y="5072"/>
                    <a:pt x="856" y="4140"/>
                    <a:pt x="949" y="3339"/>
                  </a:cubicBezTo>
                  <a:cubicBezTo>
                    <a:pt x="1043" y="2537"/>
                    <a:pt x="962" y="2096"/>
                    <a:pt x="858" y="2096"/>
                  </a:cubicBezTo>
                  <a:cubicBezTo>
                    <a:pt x="817" y="2096"/>
                    <a:pt x="773" y="2166"/>
                    <a:pt x="734" y="2311"/>
                  </a:cubicBezTo>
                  <a:cubicBezTo>
                    <a:pt x="695" y="2464"/>
                    <a:pt x="655" y="2534"/>
                    <a:pt x="623" y="2534"/>
                  </a:cubicBezTo>
                  <a:cubicBezTo>
                    <a:pt x="547" y="2534"/>
                    <a:pt x="512" y="2141"/>
                    <a:pt x="616" y="1548"/>
                  </a:cubicBezTo>
                  <a:cubicBezTo>
                    <a:pt x="744" y="743"/>
                    <a:pt x="1139" y="50"/>
                    <a:pt x="1175" y="3"/>
                  </a:cubicBezTo>
                  <a:close/>
                </a:path>
              </a:pathLst>
            </a:custGeom>
            <a:solidFill>
              <a:srgbClr val="FFFFFF">
                <a:alpha val="48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1" name="Google Shape;3221;p26"/>
          <p:cNvGrpSpPr/>
          <p:nvPr/>
        </p:nvGrpSpPr>
        <p:grpSpPr>
          <a:xfrm>
            <a:off x="7051693" y="3586540"/>
            <a:ext cx="1129918" cy="278457"/>
            <a:chOff x="713231" y="815211"/>
            <a:chExt cx="894914" cy="220542"/>
          </a:xfrm>
        </p:grpSpPr>
        <p:sp>
          <p:nvSpPr>
            <p:cNvPr id="3222" name="Google Shape;3222;p26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6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6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179;p26">
            <a:extLst>
              <a:ext uri="{FF2B5EF4-FFF2-40B4-BE49-F238E27FC236}">
                <a16:creationId xmlns:a16="http://schemas.microsoft.com/office/drawing/2014/main" id="{CC1441A6-8F01-3834-E49B-860429E9425A}"/>
              </a:ext>
            </a:extLst>
          </p:cNvPr>
          <p:cNvSpPr txBox="1">
            <a:spLocks/>
          </p:cNvSpPr>
          <p:nvPr/>
        </p:nvSpPr>
        <p:spPr>
          <a:xfrm>
            <a:off x="962389" y="3245203"/>
            <a:ext cx="677702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 i="0" u="none" strike="noStrike" cap="non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2</a:t>
            </a:r>
          </a:p>
        </p:txBody>
      </p:sp>
      <p:sp>
        <p:nvSpPr>
          <p:cNvPr id="3" name="Google Shape;3182;p26">
            <a:extLst>
              <a:ext uri="{FF2B5EF4-FFF2-40B4-BE49-F238E27FC236}">
                <a16:creationId xmlns:a16="http://schemas.microsoft.com/office/drawing/2014/main" id="{318A8131-1D33-D784-462C-92D0C9475243}"/>
              </a:ext>
            </a:extLst>
          </p:cNvPr>
          <p:cNvSpPr txBox="1">
            <a:spLocks/>
          </p:cNvSpPr>
          <p:nvPr/>
        </p:nvSpPr>
        <p:spPr>
          <a:xfrm>
            <a:off x="657390" y="3742174"/>
            <a:ext cx="2156644" cy="840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</a:rPr>
              <a:t>State Machines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8A206472-254C-4F2E-C00C-745ECE09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B1F56366-9233-5CE1-BBB2-77D137BC86C0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3B960398-7081-846C-4A5C-566C9C60631D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AC06B782-CAC5-4C9F-B7F5-44750D207FF3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CB5CF473-F177-BE3E-87C6-55E619FB266B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DC63B66-CA60-D897-5EF9-2E9140CED47B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D5F15B91-FC50-5D48-4DBD-BB313833C5CA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48F46927-64B4-E01B-B9B4-D72086E5CFD6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F60AB55C-6375-47E9-91F5-AB9A6F31AF76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3FB86780-AF9D-E7DF-9D32-2E52992E8C39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FA2E15E4-A47D-0A64-7D73-D0D7E0214BDA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3458679A-23CC-923D-7F87-3E7A1CABB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6017" y="2153591"/>
            <a:ext cx="3827582" cy="1197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Animation Player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8F6724C-C4EF-ED05-259F-32758D774E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9AAA4829-73FE-B1F4-B6B6-5A47405591FF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09C507E5-5765-9A2E-4205-09BA9978CD06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0AE0A8C-416A-E517-2E5C-36803E3D6A7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DD3C7D36-534E-F0D8-1970-D7D50801732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797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E1EA3A18-7DA0-D411-766B-6D802902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3BA8F343-3294-6767-262A-31315A1CC1EC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A0F61636-561D-2495-649C-D5DE58A002F8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E6D3D819-A6C7-5B2A-F55A-89B36FBC0BA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81C2BC77-2D0A-40CE-75F3-96B6F3796352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F3F8788C-5E4A-D69F-5E28-F9F30002A08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 </a:t>
            </a: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AnimationPlayer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is a node </a:t>
            </a:r>
          </a:p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that allows for more complex</a:t>
            </a:r>
          </a:p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animations and control over every details and aspect of them.</a:t>
            </a:r>
          </a:p>
          <a:p>
            <a:pPr marL="152400" indent="0" fontAlgn="base">
              <a:buSzPct val="75000"/>
              <a:buNone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AnimationPlayer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works for both 2D and 3D and lets you “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key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” certain values to the animation.</a:t>
            </a: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So with this concept, we don’t need frames only, we can use other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properties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like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position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rotation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etc.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362C028-5442-2278-9B00-F06416444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5806750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6F0FE-7F2E-8FD4-7C32-B7BC897A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553" y="1345285"/>
            <a:ext cx="3216361" cy="66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17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1AB4B49-C19A-C4F2-326D-A84AC3E3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101397C-0917-8CC0-AAC3-EE10122D4568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50D0687-86C3-6C6D-E84A-34BCE8DBF1A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5C1E8DE-09B6-10E9-D16A-A7F8086743F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8118D6D-C8E4-81DB-4A87-39525BBBA32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787D1AF6-0A0D-961B-1B24-37F1075FFA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Once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you add the </a:t>
            </a:r>
            <a:r>
              <a:rPr lang="en-US" sz="2400" b="1" dirty="0" err="1">
                <a:solidFill>
                  <a:schemeClr val="accent4"/>
                </a:solidFill>
                <a:latin typeface="Orbitron"/>
                <a:sym typeface="Orbitron"/>
              </a:rPr>
              <a:t>AnimationPlayer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node to your scene, we’ll be working in the Animation tab. 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ABB2FA3-7B66-5AAE-D091-9A510E11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29384A95-9996-8222-FF53-451DA79754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9851F65-A4F5-F295-AEA6-0C8955668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155" y="2965586"/>
            <a:ext cx="5220889" cy="8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4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96458BD8-61BA-9F6B-F567-862C6207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C7FC5C8-E1AB-A1D6-D3D1-D54639C9576E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48BCF85-3A34-DFC9-4200-0489A2AAE4C6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6A8C725E-2B19-BC92-BFBB-B67574B00956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E4B34E18-0D90-41F9-91D3-0A50D55C340C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CAEB61A4-B6F8-D148-F8F1-888F88DB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67F4860D-705C-8DBB-DDD5-8B5F6A2457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screenshot of a video editor&#10;&#10;AI-generated content may be incorrect.">
            <a:extLst>
              <a:ext uri="{FF2B5EF4-FFF2-40B4-BE49-F238E27FC236}">
                <a16:creationId xmlns:a16="http://schemas.microsoft.com/office/drawing/2014/main" id="{8D3DCF2C-6D03-2197-CF57-FF91FE996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09" y="1797672"/>
            <a:ext cx="8101781" cy="296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08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0D42EA26-E5BC-3723-285E-76C6AAB9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9164FA2E-7BF3-050B-03C9-1955F2394166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9928480-A5AF-DA26-6D01-6E15BBC08C1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0302ADA-BA57-E31C-FB81-E2B01A8075F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76FE23E-DAE4-E982-817B-4CE1C9049E2E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9C9A80DD-41DF-EB2E-06F0-6D7178D3E2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A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 Keyframe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defines the value of a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property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at a point in time.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Diamond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shaped indicate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keyframes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 a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timeline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.  A line between 2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keyframes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mean</a:t>
            </a:r>
          </a:p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that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values</a:t>
            </a:r>
          </a:p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hasn’t changed.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E56417ED-C1FC-BB91-5C16-46332778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</a:t>
            </a:r>
            <a:r>
              <a:rPr lang="en-US" dirty="0">
                <a:solidFill>
                  <a:schemeClr val="accent4"/>
                </a:solidFill>
              </a:rPr>
              <a:t>Keyframes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81DC9DDA-BEF3-1BEE-E15E-F5FD0A8C2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screenshot of a video editing&#10;&#10;AI-generated content may be incorrect.">
            <a:extLst>
              <a:ext uri="{FF2B5EF4-FFF2-40B4-BE49-F238E27FC236}">
                <a16:creationId xmlns:a16="http://schemas.microsoft.com/office/drawing/2014/main" id="{384ABA06-8AFA-EF42-188B-EA975BC30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633" y="2575282"/>
            <a:ext cx="4908602" cy="203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89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B5E2C5E7-9FA4-4456-AF43-463ECBCF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9918554-4D20-B952-1949-DD56BECF6433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0EC887E3-0768-2A60-47A2-802E9F647BD1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8FFC83F-5AB3-EAAA-278A-63CCAA07C0A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2915CC2D-05C8-ABAA-BBF5-A072E21BCC6C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35CB358A-B9C4-F695-BC6A-1CECBE3BEA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First create a new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animation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animation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tab.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83432B6-28C4-70FD-0014-E6C6CDF7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 </a:t>
            </a:r>
            <a:r>
              <a:rPr lang="en-US" dirty="0">
                <a:solidFill>
                  <a:schemeClr val="accent4"/>
                </a:solidFill>
              </a:rPr>
              <a:t>Example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90D2DBD9-3B6B-34B0-FB81-CA2233C94B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E20F53-2168-3CBB-00F3-015CC29F6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665" y="1859626"/>
            <a:ext cx="37052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23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2B0BC211-3DDF-DA13-D992-545E3737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153671FA-1B82-3BDF-F6CD-27FD251819F4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EB66F34-1B14-DA81-637C-0D759A950F4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EA39D729-D73A-D235-4071-7DC0FAC8215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C68F19CA-5E4F-A021-CC08-62D2E741E90E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3990A449-7A2C-F7C0-4A9D-8A2842D7E8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Then, click the “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+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Add Track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” button and choose “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Property Track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”, which will ask to chose a node, then 				choose a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property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endParaRPr lang="en-US" sz="18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3BEB782-CB53-53DA-2EE2-E75A1349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 </a:t>
            </a:r>
            <a:r>
              <a:rPr lang="en-US" dirty="0">
                <a:solidFill>
                  <a:schemeClr val="accent4"/>
                </a:solidFill>
              </a:rPr>
              <a:t>Example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8EABD5DF-38D5-19A0-2194-8B78C8D60C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CBC3E-5522-B807-0A71-02249FE3A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24" y="2164104"/>
            <a:ext cx="1978457" cy="25719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D673CF-1D83-79AA-3D1B-DEF0B28C1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960" y="2391468"/>
            <a:ext cx="2871859" cy="230504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1B0C50-CCB4-ABAA-7C5B-6218D0B4A1B6}"/>
              </a:ext>
            </a:extLst>
          </p:cNvPr>
          <p:cNvCxnSpPr>
            <a:cxnSpLocks/>
          </p:cNvCxnSpPr>
          <p:nvPr/>
        </p:nvCxnSpPr>
        <p:spPr>
          <a:xfrm>
            <a:off x="2232071" y="3450101"/>
            <a:ext cx="6523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9313E9C-B452-A399-6368-9D5A0F103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409" y="2571750"/>
            <a:ext cx="3070381" cy="162091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4F7F71-A78C-0FA9-873E-2C7064DAF17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954790" y="3382206"/>
            <a:ext cx="3807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592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598EEB3-44DB-67C4-4D14-5132A4F1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84F6608E-085A-3753-486B-151EFCB978F4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955F73C-DA6B-41A7-81E5-39773AA27D21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CE536A93-398E-2164-EB8F-22CE6CED5D9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B2FE0EE0-CEE3-867D-C712-C93A6A7D504B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1AB45D54-F0C3-C55B-B3E2-D77879B058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Now, we have the track ready, so we can add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keyframes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Click on the Sprite node,</a:t>
            </a:r>
            <a:b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</a:b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and you’ll see a key icon,</a:t>
            </a:r>
            <a:b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</a:b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click on it to add a </a:t>
            </a:r>
            <a:b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</a:b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keyframe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with the </a:t>
            </a:r>
            <a:b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</a:b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property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you chose.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0C07016-D119-0E4B-A419-A4D5D0B0E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 </a:t>
            </a:r>
            <a:r>
              <a:rPr lang="en-US" dirty="0">
                <a:solidFill>
                  <a:schemeClr val="accent4"/>
                </a:solidFill>
              </a:rPr>
              <a:t>Example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081A18AC-F818-71A8-5DFF-F169A2E95B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50C549-0E14-3DB5-14ED-4311BC788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602" y="2011663"/>
            <a:ext cx="311511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59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1C464004-99AE-D188-CF35-3A5A4801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E8F4FFE-B208-3C74-EEA1-2EBE12B1B57F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9CBBE0AC-1139-D428-E020-B64B7F89CC53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A2422903-547C-9574-0BA6-3A98D16D1FCC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C9984EA2-2900-97B6-68D2-B8F8C8317426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1CA50BD4-0972-4449-49C3-D442CA3BA2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Enter all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keyframes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for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animation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, and you can press the play buttons to test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animation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 the editor.</a:t>
            </a:r>
            <a:b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</a:b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316B267-D3D3-B14F-88A1-A75199B8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 </a:t>
            </a:r>
            <a:r>
              <a:rPr lang="en-US" dirty="0">
                <a:solidFill>
                  <a:schemeClr val="accent4"/>
                </a:solidFill>
              </a:rPr>
              <a:t>Example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01487272-B873-D8A5-CF67-752109AC6C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7DFB2-2042-080F-23C7-B75125927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967" y="2640715"/>
            <a:ext cx="5288825" cy="205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E6CADA26-4E0F-08DA-877C-E18CEFD8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7C904F5B-1ECA-1FC9-47C1-476F675F4074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FA2AEF73-D9E2-C954-C320-2E1E64A9F56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A83E05A-7495-3380-9BCE-EB611A04183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04B23A60-C4EA-799A-D924-675CC7224AC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90AF9E80-AC45-E1D5-F97D-AADBB169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 </a:t>
            </a:r>
            <a:r>
              <a:rPr lang="en-US" dirty="0">
                <a:solidFill>
                  <a:schemeClr val="accent4"/>
                </a:solidFill>
              </a:rPr>
              <a:t>Example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4E87DF67-D4C4-9945-8B48-56ED845D92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odot_v4.4.1-stable_win64_0c3d5w3VLD">
            <a:hlinkClick r:id="" action="ppaction://media"/>
            <a:extLst>
              <a:ext uri="{FF2B5EF4-FFF2-40B4-BE49-F238E27FC236}">
                <a16:creationId xmlns:a16="http://schemas.microsoft.com/office/drawing/2014/main" id="{F282FEB3-8062-1E3E-C50B-99F3FD27A9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2072" y="1154954"/>
            <a:ext cx="7131871" cy="360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04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ABB14CBD-2E2F-D43A-6D2F-CC745C89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166801B6-5A6F-851A-B48A-7EB8A9747548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F2FC0F1-5D90-2A9B-487A-B8AD3CEA13AB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6007491-9289-1F98-662A-9431D5B5DB85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62E1E459-F527-AABA-D93D-6F2DD30EF9A2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E29C0D24-C7C3-3A5B-E909-FF25B002D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You can add more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tracks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using different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properties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or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nodes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to make your animation more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detailed</a:t>
            </a:r>
            <a:endParaRPr lang="en-US" sz="2000" b="1" dirty="0">
              <a:solidFill>
                <a:schemeClr val="accent4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BCBC0F3A-3A0D-FADE-E3C2-EA645021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 </a:t>
            </a:r>
            <a:r>
              <a:rPr lang="en-US" dirty="0">
                <a:solidFill>
                  <a:schemeClr val="accent4"/>
                </a:solidFill>
              </a:rPr>
              <a:t>Example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B7043961-779F-B46D-84DE-B1D13EF1A8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B131A-411C-CCF8-E8E3-C8220A8C6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967" y="2640715"/>
            <a:ext cx="5288825" cy="205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64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E6CADA26-4E0F-08DA-877C-E18CEFD8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7C904F5B-1ECA-1FC9-47C1-476F675F4074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FA2AEF73-D9E2-C954-C320-2E1E64A9F56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A83E05A-7495-3380-9BCE-EB611A04183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04B23A60-C4EA-799A-D924-675CC7224AC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90AF9E80-AC45-E1D5-F97D-AADBB169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 </a:t>
            </a:r>
            <a:r>
              <a:rPr lang="en-US" dirty="0">
                <a:solidFill>
                  <a:schemeClr val="accent4"/>
                </a:solidFill>
              </a:rPr>
              <a:t>Example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4E87DF67-D4C4-9945-8B48-56ED845D92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Godot_v4.4.1-stable_win64_bnm650x4gV">
            <a:hlinkClick r:id="" action="ppaction://media"/>
            <a:extLst>
              <a:ext uri="{FF2B5EF4-FFF2-40B4-BE49-F238E27FC236}">
                <a16:creationId xmlns:a16="http://schemas.microsoft.com/office/drawing/2014/main" id="{2A0338EC-3832-CEA7-B482-CCEAA3C849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4287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83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3B7C4801-E876-594C-E29A-288CBF8A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7094495-A13B-19EA-3F17-9E9ECCF54FF3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51B13FA-F11A-850C-C410-B4F0241EDAA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A196CD1C-14BD-3C12-0EAB-EA0B4F594D96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5A8233C7-0764-145C-BF0F-E0A216330D6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4D4D24F5-2179-2460-50C5-3E77EF4455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You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can set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animation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length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 the control on the left side of the animation tab. You can also set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animation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to repeat from the button next to it.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5EBA752-DDAF-C9F8-2ED9-C58A23C3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655A125A-410A-84D3-DC61-0D723B9A7F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1D58B7-9641-D5C2-F8FC-D30970588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839" y="2937936"/>
            <a:ext cx="2498431" cy="182028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307E09-D84C-FF9B-70F8-7581E3B46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159" y="2937936"/>
            <a:ext cx="2498430" cy="15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80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2286A986-8A67-A773-70EA-0FEE9AE9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8801867B-3549-D323-0F0B-ED2767BC2D0D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70043FF2-8455-E1EB-A128-749FD9CE40F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E37AA74-3027-4E36-EAD8-D9407220A598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AA40FE6-8ED3-A1BA-1E75-66E60D039F1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E045F0E1-89B1-6DDD-BEA8-CD04672B74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You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can click on a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specific keyframe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in the animation timeline to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display and edit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its values in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inspector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6DAA50F4-827A-D13C-4F7F-A7795CD3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Animation Player</a:t>
            </a:r>
          </a:p>
        </p:txBody>
      </p:sp>
      <p:sp>
        <p:nvSpPr>
          <p:cNvPr id="2" name="AutoShape 2" descr="The animation panel position">
            <a:extLst>
              <a:ext uri="{FF2B5EF4-FFF2-40B4-BE49-F238E27FC236}">
                <a16:creationId xmlns:a16="http://schemas.microsoft.com/office/drawing/2014/main" id="{A0CCB474-6D5C-78C2-410F-96C8AF4FFE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B0EF2D-8FF3-34C3-75B3-C9F61E396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25459"/>
            <a:ext cx="2855871" cy="249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83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FBDC60DD-4B1A-0420-649C-8D8856AC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E1E58AA9-8596-A3B0-2050-D268B7C89D41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7DB1CB2E-4F06-FE0A-79F8-9F7D76292017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5FAC00BF-590E-7272-BAA8-112D3927E211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53E9E771-F269-D14B-BD65-87EFD813A6A5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2EF3B7E-5ABD-A157-149C-BFCC11C33BB0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317F5265-7CD5-1E15-6CC3-F4BC193BCD08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7622C368-8B7A-EA97-6ED9-D3DBFA0837D9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52243C66-38AB-FF24-431D-BAE037492F87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094F0921-103F-473C-4CFE-6F4ECC43EE7B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A6193C69-E010-9518-FCAA-0ED9E81C038B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A7E02264-6630-69E2-DE82-20E19251C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1"/>
            <a:ext cx="4159488" cy="12156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State</a:t>
            </a:r>
            <a:r>
              <a:rPr lang="en-US" sz="4000" dirty="0">
                <a:solidFill>
                  <a:srgbClr val="FF247F"/>
                </a:solidFill>
                <a:sym typeface="Arimo SemiBold"/>
              </a:rPr>
              <a:t> Machines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79D2B4E-9CB9-E310-5A49-B59CFA2A61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5E05FB11-E117-E427-5360-FFBEAC024F80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F312D4AB-2183-6530-07FA-A182CF6A3CB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F2D4FA6-C018-5889-8352-5FCC372DCAB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AD267C2D-D8B9-7847-B42D-93F7D6407C7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3712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88EF5E63-D393-39E8-FB2F-09DF6E2A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C2D8D3F3-B1CE-7B0F-BE18-90A7B57D8BFD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245A10D-4C75-55CB-6C5B-8345E24810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5C4CD232-49D9-DB82-6B94-328734602E1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9D1374CB-9A4C-F2C0-AC59-E70E62FE8AA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7771A3E0-C68D-1322-CE7C-7837183D6F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Finite state machines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are a way to organize code, where there are multiple states and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machine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can be one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state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at a time.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Each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state has specific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behavior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and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functionality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6B28D1B-6633-DEAB-D45A-DC8F80B7392B}"/>
              </a:ext>
            </a:extLst>
          </p:cNvPr>
          <p:cNvSpPr txBox="1">
            <a:spLocks/>
          </p:cNvSpPr>
          <p:nvPr/>
        </p:nvSpPr>
        <p:spPr>
          <a:xfrm>
            <a:off x="653855" y="529920"/>
            <a:ext cx="85393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Finite</a:t>
            </a:r>
            <a:r>
              <a:rPr lang="en-US" dirty="0">
                <a:solidFill>
                  <a:schemeClr val="tx1"/>
                </a:solidFill>
              </a:rPr>
              <a:t> State Machines</a:t>
            </a:r>
          </a:p>
        </p:txBody>
      </p:sp>
    </p:spTree>
    <p:extLst>
      <p:ext uri="{BB962C8B-B14F-4D97-AF65-F5344CB8AC3E}">
        <p14:creationId xmlns:p14="http://schemas.microsoft.com/office/powerpoint/2010/main" val="21415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A07EBC5E-D152-D5AA-525E-DD2CFF41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8BE29A59-C850-5FCA-2AA4-603C6F8BD96E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C5C13AB1-9EA9-798A-B966-5996190B10B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5A08D2E7-3AD6-4FB0-7B1E-36987ED29DC1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08E8644B-A18E-E60F-0D82-A0C81DBB5F5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87576651-82CE-A3CB-0745-1135B09BBF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For Example: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In a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platformer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game, a player is able to stand still, walk and jump.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We handle all of this inside the code inside the process/</a:t>
            </a:r>
            <a:r>
              <a:rPr lang="en-US" sz="2400" b="1" dirty="0" err="1">
                <a:solidFill>
                  <a:schemeClr val="tx1"/>
                </a:solidFill>
                <a:latin typeface="Orbitron"/>
                <a:sym typeface="Orbitron"/>
              </a:rPr>
              <a:t>physics_process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functions</a:t>
            </a:r>
          </a:p>
          <a:p>
            <a:pPr fontAlgn="base">
              <a:buSzPct val="75000"/>
            </a:pPr>
            <a:endParaRPr lang="en-US" sz="24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1231EAFC-46BB-2887-A3B6-45D1BB5F4D2F}"/>
              </a:ext>
            </a:extLst>
          </p:cNvPr>
          <p:cNvSpPr txBox="1">
            <a:spLocks/>
          </p:cNvSpPr>
          <p:nvPr/>
        </p:nvSpPr>
        <p:spPr>
          <a:xfrm>
            <a:off x="653855" y="529920"/>
            <a:ext cx="85393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Finite</a:t>
            </a:r>
            <a:r>
              <a:rPr lang="en-US" dirty="0">
                <a:solidFill>
                  <a:schemeClr val="tx1"/>
                </a:solidFill>
              </a:rPr>
              <a:t> State Machines</a:t>
            </a:r>
          </a:p>
        </p:txBody>
      </p:sp>
    </p:spTree>
    <p:extLst>
      <p:ext uri="{BB962C8B-B14F-4D97-AF65-F5344CB8AC3E}">
        <p14:creationId xmlns:p14="http://schemas.microsoft.com/office/powerpoint/2010/main" val="1030481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B3DBA42-4E3C-6C82-A499-4E58CB2D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9294127F-2ADF-755A-AECE-587047763A94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4C0AF5D2-DD5B-E761-79D1-1293F86FBCAC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A3565C34-7CD5-D743-CDBF-30632A7CAAF5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6D0FBB6E-5CCD-8400-38CA-206AC83F7078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2">
            <a:extLst>
              <a:ext uri="{FF2B5EF4-FFF2-40B4-BE49-F238E27FC236}">
                <a16:creationId xmlns:a16="http://schemas.microsoft.com/office/drawing/2014/main" id="{9A091F15-022C-36A0-D461-583EDEFB4F78}"/>
              </a:ext>
            </a:extLst>
          </p:cNvPr>
          <p:cNvSpPr txBox="1">
            <a:spLocks/>
          </p:cNvSpPr>
          <p:nvPr/>
        </p:nvSpPr>
        <p:spPr>
          <a:xfrm>
            <a:off x="653855" y="529920"/>
            <a:ext cx="85393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Finite</a:t>
            </a:r>
            <a:r>
              <a:rPr lang="en-US" dirty="0">
                <a:solidFill>
                  <a:schemeClr val="tx1"/>
                </a:solidFill>
              </a:rPr>
              <a:t> State Machines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0D2A4-2105-DCCC-3EFB-7A6693296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76" y="1199502"/>
            <a:ext cx="7123433" cy="356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92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70966480-71A5-8D81-F30C-76799010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F105A725-C7B9-217B-8A21-DCE415A47525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07556DF3-4C7F-8827-7E91-6F5896EB346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76046904-4BB3-B18A-FE68-F5F111150BD5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827388D2-8CF4-AFF1-9BDA-78BE21D2260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122C2545-F43F-C386-A540-2991CA3EB6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How do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Finite state machines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fix this? We define an </a:t>
            </a:r>
            <a:r>
              <a:rPr lang="en-US" sz="2400" b="1" dirty="0" err="1">
                <a:solidFill>
                  <a:schemeClr val="accent4"/>
                </a:solidFill>
                <a:latin typeface="Orbitron"/>
                <a:sym typeface="Orbitron"/>
              </a:rPr>
              <a:t>enum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with all possible states we will work with, and for each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state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we will add it’s own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functions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, so each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state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is the one responsible for its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functionality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For each one of these states will have its own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node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and own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script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that holds all functions it uses.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E6804BA-A155-D569-7201-1E285C155B87}"/>
              </a:ext>
            </a:extLst>
          </p:cNvPr>
          <p:cNvSpPr txBox="1">
            <a:spLocks/>
          </p:cNvSpPr>
          <p:nvPr/>
        </p:nvSpPr>
        <p:spPr>
          <a:xfrm>
            <a:off x="653855" y="529920"/>
            <a:ext cx="85393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Finite</a:t>
            </a:r>
            <a:r>
              <a:rPr lang="en-US" dirty="0">
                <a:solidFill>
                  <a:schemeClr val="tx1"/>
                </a:solidFill>
              </a:rPr>
              <a:t> State Machines</a:t>
            </a:r>
          </a:p>
        </p:txBody>
      </p:sp>
    </p:spTree>
    <p:extLst>
      <p:ext uri="{BB962C8B-B14F-4D97-AF65-F5344CB8AC3E}">
        <p14:creationId xmlns:p14="http://schemas.microsoft.com/office/powerpoint/2010/main" val="4154682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FD4ADEE5-0BD5-B5E1-AFF4-5E767842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FA64294D-F9F3-F80C-41AF-897E32602DFC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6F2CB2B9-7C92-6A29-D49E-37BC9B0B5F15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BBD7702-F18E-9C09-0B1F-D32CCB5D939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636961E6-9D6D-24B1-AD91-92A9B0DD413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2">
            <a:extLst>
              <a:ext uri="{FF2B5EF4-FFF2-40B4-BE49-F238E27FC236}">
                <a16:creationId xmlns:a16="http://schemas.microsoft.com/office/drawing/2014/main" id="{90F8BAFC-AC51-5D1F-25E1-CAB3DFA482FC}"/>
              </a:ext>
            </a:extLst>
          </p:cNvPr>
          <p:cNvSpPr txBox="1">
            <a:spLocks/>
          </p:cNvSpPr>
          <p:nvPr/>
        </p:nvSpPr>
        <p:spPr>
          <a:xfrm>
            <a:off x="653855" y="529920"/>
            <a:ext cx="85393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Finite</a:t>
            </a:r>
            <a:r>
              <a:rPr lang="en-US" dirty="0">
                <a:solidFill>
                  <a:schemeClr val="tx1"/>
                </a:solidFill>
              </a:rPr>
              <a:t> State Machines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4CD3CE-A90D-00AD-DB4F-2817B7141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11" y="1250259"/>
            <a:ext cx="2438740" cy="3781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D7050A-F051-EB0D-2EE9-F218BB7D1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984" y="1345284"/>
            <a:ext cx="3884370" cy="35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86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4044E667-2C45-1C4F-81DF-4B1B9DB7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3281BAB1-A1E2-F7A2-32F6-DE492B1A7F5D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96FBFA1D-10AC-72B4-43F6-C63F36402D8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EA0C96BA-C7B0-157C-F8A9-DD89C5C6BDD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2BE93303-39E0-A5C0-661A-C976F5A40566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2">
            <a:extLst>
              <a:ext uri="{FF2B5EF4-FFF2-40B4-BE49-F238E27FC236}">
                <a16:creationId xmlns:a16="http://schemas.microsoft.com/office/drawing/2014/main" id="{D0A28724-6AD1-2F40-4C47-98850B177E4D}"/>
              </a:ext>
            </a:extLst>
          </p:cNvPr>
          <p:cNvSpPr txBox="1">
            <a:spLocks/>
          </p:cNvSpPr>
          <p:nvPr/>
        </p:nvSpPr>
        <p:spPr>
          <a:xfrm>
            <a:off x="653855" y="529920"/>
            <a:ext cx="85393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Finite</a:t>
            </a:r>
            <a:r>
              <a:rPr lang="en-US" dirty="0">
                <a:solidFill>
                  <a:schemeClr val="tx1"/>
                </a:solidFill>
              </a:rPr>
              <a:t> State Machines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425C6-20FF-CD4F-7E26-897D7C3DD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5" y="1102620"/>
            <a:ext cx="7114162" cy="374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20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1">
          <a:extLst>
            <a:ext uri="{FF2B5EF4-FFF2-40B4-BE49-F238E27FC236}">
              <a16:creationId xmlns:a16="http://schemas.microsoft.com/office/drawing/2014/main" id="{B4EB360D-D8AD-129B-7065-B6F80B15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p43">
            <a:extLst>
              <a:ext uri="{FF2B5EF4-FFF2-40B4-BE49-F238E27FC236}">
                <a16:creationId xmlns:a16="http://schemas.microsoft.com/office/drawing/2014/main" id="{BFCD3744-D66C-5A5D-A83E-C99D2BD61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2642" y="1298843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r>
              <a:rPr lang="en" dirty="0">
                <a:solidFill>
                  <a:schemeClr val="accent4"/>
                </a:solidFill>
              </a:rPr>
              <a:t>!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4221" name="Google Shape;4221;p43">
            <a:extLst>
              <a:ext uri="{FF2B5EF4-FFF2-40B4-BE49-F238E27FC236}">
                <a16:creationId xmlns:a16="http://schemas.microsoft.com/office/drawing/2014/main" id="{40E03948-7693-9B4D-38C5-8C051862B4A2}"/>
              </a:ext>
            </a:extLst>
          </p:cNvPr>
          <p:cNvGrpSpPr/>
          <p:nvPr/>
        </p:nvGrpSpPr>
        <p:grpSpPr>
          <a:xfrm>
            <a:off x="810016" y="2571750"/>
            <a:ext cx="1308365" cy="1070069"/>
            <a:chOff x="3294431" y="3820626"/>
            <a:chExt cx="757594" cy="619576"/>
          </a:xfrm>
        </p:grpSpPr>
        <p:sp>
          <p:nvSpPr>
            <p:cNvPr id="4222" name="Google Shape;4222;p43">
              <a:extLst>
                <a:ext uri="{FF2B5EF4-FFF2-40B4-BE49-F238E27FC236}">
                  <a16:creationId xmlns:a16="http://schemas.microsoft.com/office/drawing/2014/main" id="{3000BB54-7F30-C978-556D-FCABF2D9587C}"/>
                </a:ext>
              </a:extLst>
            </p:cNvPr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43">
              <a:extLst>
                <a:ext uri="{FF2B5EF4-FFF2-40B4-BE49-F238E27FC236}">
                  <a16:creationId xmlns:a16="http://schemas.microsoft.com/office/drawing/2014/main" id="{869C184A-D9D6-E360-5850-47D02B62CB63}"/>
                </a:ext>
              </a:extLst>
            </p:cNvPr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43">
              <a:extLst>
                <a:ext uri="{FF2B5EF4-FFF2-40B4-BE49-F238E27FC236}">
                  <a16:creationId xmlns:a16="http://schemas.microsoft.com/office/drawing/2014/main" id="{054A31E0-3A38-4C60-2BE2-035D236E3194}"/>
                </a:ext>
              </a:extLst>
            </p:cNvPr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43">
              <a:extLst>
                <a:ext uri="{FF2B5EF4-FFF2-40B4-BE49-F238E27FC236}">
                  <a16:creationId xmlns:a16="http://schemas.microsoft.com/office/drawing/2014/main" id="{A3A42ABC-631C-4AAA-72CF-4E031E6EA4DA}"/>
                </a:ext>
              </a:extLst>
            </p:cNvPr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3">
              <a:extLst>
                <a:ext uri="{FF2B5EF4-FFF2-40B4-BE49-F238E27FC236}">
                  <a16:creationId xmlns:a16="http://schemas.microsoft.com/office/drawing/2014/main" id="{33C265BF-A0BA-C412-1999-B7E28E648EB9}"/>
                </a:ext>
              </a:extLst>
            </p:cNvPr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3">
              <a:extLst>
                <a:ext uri="{FF2B5EF4-FFF2-40B4-BE49-F238E27FC236}">
                  <a16:creationId xmlns:a16="http://schemas.microsoft.com/office/drawing/2014/main" id="{BCF8E4DD-A6DF-4918-ADB2-2801EC79DF23}"/>
                </a:ext>
              </a:extLst>
            </p:cNvPr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3">
              <a:extLst>
                <a:ext uri="{FF2B5EF4-FFF2-40B4-BE49-F238E27FC236}">
                  <a16:creationId xmlns:a16="http://schemas.microsoft.com/office/drawing/2014/main" id="{B632B868-9020-9FE8-33D9-51AB309FC3FB}"/>
                </a:ext>
              </a:extLst>
            </p:cNvPr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3">
              <a:extLst>
                <a:ext uri="{FF2B5EF4-FFF2-40B4-BE49-F238E27FC236}">
                  <a16:creationId xmlns:a16="http://schemas.microsoft.com/office/drawing/2014/main" id="{20F0614D-6A2B-405B-CF78-15AA95E65DFB}"/>
                </a:ext>
              </a:extLst>
            </p:cNvPr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3">
              <a:extLst>
                <a:ext uri="{FF2B5EF4-FFF2-40B4-BE49-F238E27FC236}">
                  <a16:creationId xmlns:a16="http://schemas.microsoft.com/office/drawing/2014/main" id="{89CE39B3-6329-A70B-56D2-6929FAF09647}"/>
                </a:ext>
              </a:extLst>
            </p:cNvPr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3">
              <a:extLst>
                <a:ext uri="{FF2B5EF4-FFF2-40B4-BE49-F238E27FC236}">
                  <a16:creationId xmlns:a16="http://schemas.microsoft.com/office/drawing/2014/main" id="{0EC02854-61E5-145B-AAE5-E16E4C14C9E9}"/>
                </a:ext>
              </a:extLst>
            </p:cNvPr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3">
              <a:extLst>
                <a:ext uri="{FF2B5EF4-FFF2-40B4-BE49-F238E27FC236}">
                  <a16:creationId xmlns:a16="http://schemas.microsoft.com/office/drawing/2014/main" id="{E7073B9A-BCA5-96CD-9193-FAEFC848BC1F}"/>
                </a:ext>
              </a:extLst>
            </p:cNvPr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3">
              <a:extLst>
                <a:ext uri="{FF2B5EF4-FFF2-40B4-BE49-F238E27FC236}">
                  <a16:creationId xmlns:a16="http://schemas.microsoft.com/office/drawing/2014/main" id="{BB466CF3-9245-33CA-68E9-50950249763B}"/>
                </a:ext>
              </a:extLst>
            </p:cNvPr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3">
              <a:extLst>
                <a:ext uri="{FF2B5EF4-FFF2-40B4-BE49-F238E27FC236}">
                  <a16:creationId xmlns:a16="http://schemas.microsoft.com/office/drawing/2014/main" id="{6B171306-FBF1-618C-501C-BA537AB13A3A}"/>
                </a:ext>
              </a:extLst>
            </p:cNvPr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3">
              <a:extLst>
                <a:ext uri="{FF2B5EF4-FFF2-40B4-BE49-F238E27FC236}">
                  <a16:creationId xmlns:a16="http://schemas.microsoft.com/office/drawing/2014/main" id="{4404DB47-6BBD-C4D1-CDFA-93F3A74CE0A5}"/>
                </a:ext>
              </a:extLst>
            </p:cNvPr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43">
              <a:extLst>
                <a:ext uri="{FF2B5EF4-FFF2-40B4-BE49-F238E27FC236}">
                  <a16:creationId xmlns:a16="http://schemas.microsoft.com/office/drawing/2014/main" id="{C0450ADC-17CF-1745-7C1F-13DBD9356A3D}"/>
                </a:ext>
              </a:extLst>
            </p:cNvPr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43">
              <a:extLst>
                <a:ext uri="{FF2B5EF4-FFF2-40B4-BE49-F238E27FC236}">
                  <a16:creationId xmlns:a16="http://schemas.microsoft.com/office/drawing/2014/main" id="{7B540105-1596-C934-06FD-9739D6148BE9}"/>
                </a:ext>
              </a:extLst>
            </p:cNvPr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3">
              <a:extLst>
                <a:ext uri="{FF2B5EF4-FFF2-40B4-BE49-F238E27FC236}">
                  <a16:creationId xmlns:a16="http://schemas.microsoft.com/office/drawing/2014/main" id="{020DD245-9AAE-BFDF-E290-7D6F7BC20136}"/>
                </a:ext>
              </a:extLst>
            </p:cNvPr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3">
              <a:extLst>
                <a:ext uri="{FF2B5EF4-FFF2-40B4-BE49-F238E27FC236}">
                  <a16:creationId xmlns:a16="http://schemas.microsoft.com/office/drawing/2014/main" id="{9A8EFB42-BC56-97DF-5930-899299935978}"/>
                </a:ext>
              </a:extLst>
            </p:cNvPr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3">
              <a:extLst>
                <a:ext uri="{FF2B5EF4-FFF2-40B4-BE49-F238E27FC236}">
                  <a16:creationId xmlns:a16="http://schemas.microsoft.com/office/drawing/2014/main" id="{E33DBE35-79F8-4F66-087C-2944295C73AC}"/>
                </a:ext>
              </a:extLst>
            </p:cNvPr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3">
              <a:extLst>
                <a:ext uri="{FF2B5EF4-FFF2-40B4-BE49-F238E27FC236}">
                  <a16:creationId xmlns:a16="http://schemas.microsoft.com/office/drawing/2014/main" id="{53DF3037-B278-F7FF-6CC5-BB6825857F8F}"/>
                </a:ext>
              </a:extLst>
            </p:cNvPr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3">
              <a:extLst>
                <a:ext uri="{FF2B5EF4-FFF2-40B4-BE49-F238E27FC236}">
                  <a16:creationId xmlns:a16="http://schemas.microsoft.com/office/drawing/2014/main" id="{5B63AE8F-6A15-5435-D1EE-B939ED55FFFC}"/>
                </a:ext>
              </a:extLst>
            </p:cNvPr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43">
              <a:extLst>
                <a:ext uri="{FF2B5EF4-FFF2-40B4-BE49-F238E27FC236}">
                  <a16:creationId xmlns:a16="http://schemas.microsoft.com/office/drawing/2014/main" id="{8027E998-A157-0A1D-5F78-65E16C27EADB}"/>
                </a:ext>
              </a:extLst>
            </p:cNvPr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43">
              <a:extLst>
                <a:ext uri="{FF2B5EF4-FFF2-40B4-BE49-F238E27FC236}">
                  <a16:creationId xmlns:a16="http://schemas.microsoft.com/office/drawing/2014/main" id="{642AED39-1256-E708-8154-59092CB4E33E}"/>
                </a:ext>
              </a:extLst>
            </p:cNvPr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43">
              <a:extLst>
                <a:ext uri="{FF2B5EF4-FFF2-40B4-BE49-F238E27FC236}">
                  <a16:creationId xmlns:a16="http://schemas.microsoft.com/office/drawing/2014/main" id="{8494C5C0-0C99-071E-1A83-E4BA8A874AB5}"/>
                </a:ext>
              </a:extLst>
            </p:cNvPr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43">
              <a:extLst>
                <a:ext uri="{FF2B5EF4-FFF2-40B4-BE49-F238E27FC236}">
                  <a16:creationId xmlns:a16="http://schemas.microsoft.com/office/drawing/2014/main" id="{6BF42B86-403B-F07C-C611-7776C434D94B}"/>
                </a:ext>
              </a:extLst>
            </p:cNvPr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43">
              <a:extLst>
                <a:ext uri="{FF2B5EF4-FFF2-40B4-BE49-F238E27FC236}">
                  <a16:creationId xmlns:a16="http://schemas.microsoft.com/office/drawing/2014/main" id="{821A323A-06D0-044F-B824-4C860C70F932}"/>
                </a:ext>
              </a:extLst>
            </p:cNvPr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8" name="Google Shape;4248;p43">
            <a:extLst>
              <a:ext uri="{FF2B5EF4-FFF2-40B4-BE49-F238E27FC236}">
                <a16:creationId xmlns:a16="http://schemas.microsoft.com/office/drawing/2014/main" id="{67117F13-B7E9-221B-B188-D76AF0580380}"/>
              </a:ext>
            </a:extLst>
          </p:cNvPr>
          <p:cNvGrpSpPr/>
          <p:nvPr/>
        </p:nvGrpSpPr>
        <p:grpSpPr>
          <a:xfrm rot="18896823">
            <a:off x="221226" y="713847"/>
            <a:ext cx="1129918" cy="278457"/>
            <a:chOff x="713231" y="815211"/>
            <a:chExt cx="894914" cy="220542"/>
          </a:xfrm>
        </p:grpSpPr>
        <p:sp>
          <p:nvSpPr>
            <p:cNvPr id="4249" name="Google Shape;4249;p43">
              <a:extLst>
                <a:ext uri="{FF2B5EF4-FFF2-40B4-BE49-F238E27FC236}">
                  <a16:creationId xmlns:a16="http://schemas.microsoft.com/office/drawing/2014/main" id="{E7698D76-BD9E-8840-6E01-63D0E8A55E4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43">
              <a:extLst>
                <a:ext uri="{FF2B5EF4-FFF2-40B4-BE49-F238E27FC236}">
                  <a16:creationId xmlns:a16="http://schemas.microsoft.com/office/drawing/2014/main" id="{6A0B74DD-91C8-A6A8-9EAB-BF011800C0DA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43">
              <a:extLst>
                <a:ext uri="{FF2B5EF4-FFF2-40B4-BE49-F238E27FC236}">
                  <a16:creationId xmlns:a16="http://schemas.microsoft.com/office/drawing/2014/main" id="{DDA55F10-7990-C81E-D0EB-81C8B7D298FB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52" name="Google Shape;4252;p43">
            <a:extLst>
              <a:ext uri="{FF2B5EF4-FFF2-40B4-BE49-F238E27FC236}">
                <a16:creationId xmlns:a16="http://schemas.microsoft.com/office/drawing/2014/main" id="{9F45FE91-A411-B471-384B-7CB946678E51}"/>
              </a:ext>
            </a:extLst>
          </p:cNvPr>
          <p:cNvGrpSpPr/>
          <p:nvPr/>
        </p:nvGrpSpPr>
        <p:grpSpPr>
          <a:xfrm rot="16200000">
            <a:off x="7153279" y="1604867"/>
            <a:ext cx="1039521" cy="855943"/>
            <a:chOff x="1421488" y="3951845"/>
            <a:chExt cx="698697" cy="575308"/>
          </a:xfrm>
        </p:grpSpPr>
        <p:sp>
          <p:nvSpPr>
            <p:cNvPr id="4253" name="Google Shape;4253;p43">
              <a:extLst>
                <a:ext uri="{FF2B5EF4-FFF2-40B4-BE49-F238E27FC236}">
                  <a16:creationId xmlns:a16="http://schemas.microsoft.com/office/drawing/2014/main" id="{1C4FA1A2-A69C-AEF6-614D-6B73FA0B3486}"/>
                </a:ext>
              </a:extLst>
            </p:cNvPr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43">
              <a:extLst>
                <a:ext uri="{FF2B5EF4-FFF2-40B4-BE49-F238E27FC236}">
                  <a16:creationId xmlns:a16="http://schemas.microsoft.com/office/drawing/2014/main" id="{85BAF6BF-243A-6A8F-2377-01E99A2F7641}"/>
                </a:ext>
              </a:extLst>
            </p:cNvPr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43">
              <a:extLst>
                <a:ext uri="{FF2B5EF4-FFF2-40B4-BE49-F238E27FC236}">
                  <a16:creationId xmlns:a16="http://schemas.microsoft.com/office/drawing/2014/main" id="{7088C579-0E5B-A3AE-8C7C-DFFA14792348}"/>
                </a:ext>
              </a:extLst>
            </p:cNvPr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43">
              <a:extLst>
                <a:ext uri="{FF2B5EF4-FFF2-40B4-BE49-F238E27FC236}">
                  <a16:creationId xmlns:a16="http://schemas.microsoft.com/office/drawing/2014/main" id="{DE5963BC-A0AB-36FA-C2C7-43A374F7D172}"/>
                </a:ext>
              </a:extLst>
            </p:cNvPr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43">
              <a:extLst>
                <a:ext uri="{FF2B5EF4-FFF2-40B4-BE49-F238E27FC236}">
                  <a16:creationId xmlns:a16="http://schemas.microsoft.com/office/drawing/2014/main" id="{81242382-831F-70AB-8500-4CD471C6FFCF}"/>
                </a:ext>
              </a:extLst>
            </p:cNvPr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43">
              <a:extLst>
                <a:ext uri="{FF2B5EF4-FFF2-40B4-BE49-F238E27FC236}">
                  <a16:creationId xmlns:a16="http://schemas.microsoft.com/office/drawing/2014/main" id="{9A15A312-5394-A0DB-E4BC-60847A1BF635}"/>
                </a:ext>
              </a:extLst>
            </p:cNvPr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43">
              <a:extLst>
                <a:ext uri="{FF2B5EF4-FFF2-40B4-BE49-F238E27FC236}">
                  <a16:creationId xmlns:a16="http://schemas.microsoft.com/office/drawing/2014/main" id="{A9A8B643-064F-6FBF-4101-A1D8EEF8E4F7}"/>
                </a:ext>
              </a:extLst>
            </p:cNvPr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0" name="Google Shape;4260;p43">
            <a:extLst>
              <a:ext uri="{FF2B5EF4-FFF2-40B4-BE49-F238E27FC236}">
                <a16:creationId xmlns:a16="http://schemas.microsoft.com/office/drawing/2014/main" id="{55F523F4-41C9-BF43-7B0F-F88FA7BC5284}"/>
              </a:ext>
            </a:extLst>
          </p:cNvPr>
          <p:cNvGrpSpPr/>
          <p:nvPr/>
        </p:nvGrpSpPr>
        <p:grpSpPr>
          <a:xfrm>
            <a:off x="8201892" y="3009776"/>
            <a:ext cx="228872" cy="1594227"/>
            <a:chOff x="425780" y="482769"/>
            <a:chExt cx="127819" cy="561525"/>
          </a:xfrm>
        </p:grpSpPr>
        <p:sp>
          <p:nvSpPr>
            <p:cNvPr id="4261" name="Google Shape;4261;p43">
              <a:extLst>
                <a:ext uri="{FF2B5EF4-FFF2-40B4-BE49-F238E27FC236}">
                  <a16:creationId xmlns:a16="http://schemas.microsoft.com/office/drawing/2014/main" id="{49C4F9DF-8CB1-8BCA-F104-DB47705EA9AC}"/>
                </a:ext>
              </a:extLst>
            </p:cNvPr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43">
              <a:extLst>
                <a:ext uri="{FF2B5EF4-FFF2-40B4-BE49-F238E27FC236}">
                  <a16:creationId xmlns:a16="http://schemas.microsoft.com/office/drawing/2014/main" id="{FE5D0736-7D3E-BF90-4C5A-80F3A6D8F82E}"/>
                </a:ext>
              </a:extLst>
            </p:cNvPr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43">
              <a:extLst>
                <a:ext uri="{FF2B5EF4-FFF2-40B4-BE49-F238E27FC236}">
                  <a16:creationId xmlns:a16="http://schemas.microsoft.com/office/drawing/2014/main" id="{9CC68225-4187-8F7B-A733-290DF1D2A686}"/>
                </a:ext>
              </a:extLst>
            </p:cNvPr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43">
              <a:extLst>
                <a:ext uri="{FF2B5EF4-FFF2-40B4-BE49-F238E27FC236}">
                  <a16:creationId xmlns:a16="http://schemas.microsoft.com/office/drawing/2014/main" id="{3A63000B-96DF-CFA1-DE21-BCEE819CCA8B}"/>
                </a:ext>
              </a:extLst>
            </p:cNvPr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43">
              <a:extLst>
                <a:ext uri="{FF2B5EF4-FFF2-40B4-BE49-F238E27FC236}">
                  <a16:creationId xmlns:a16="http://schemas.microsoft.com/office/drawing/2014/main" id="{3EDC42CA-9C8F-EE4C-9521-9B5F150673F8}"/>
                </a:ext>
              </a:extLst>
            </p:cNvPr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43">
              <a:extLst>
                <a:ext uri="{FF2B5EF4-FFF2-40B4-BE49-F238E27FC236}">
                  <a16:creationId xmlns:a16="http://schemas.microsoft.com/office/drawing/2014/main" id="{D2FFEB72-1CD9-A2E1-4D37-1E716169BDFC}"/>
                </a:ext>
              </a:extLst>
            </p:cNvPr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43">
              <a:extLst>
                <a:ext uri="{FF2B5EF4-FFF2-40B4-BE49-F238E27FC236}">
                  <a16:creationId xmlns:a16="http://schemas.microsoft.com/office/drawing/2014/main" id="{85ED14B4-EA13-8601-9627-9DD726460B6A}"/>
                </a:ext>
              </a:extLst>
            </p:cNvPr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4202;p43">
            <a:extLst>
              <a:ext uri="{FF2B5EF4-FFF2-40B4-BE49-F238E27FC236}">
                <a16:creationId xmlns:a16="http://schemas.microsoft.com/office/drawing/2014/main" id="{4E3B3566-AEBF-FE43-5D11-4975F0F9DF98}"/>
              </a:ext>
            </a:extLst>
          </p:cNvPr>
          <p:cNvSpPr txBox="1">
            <a:spLocks/>
          </p:cNvSpPr>
          <p:nvPr/>
        </p:nvSpPr>
        <p:spPr>
          <a:xfrm>
            <a:off x="2097141" y="2532431"/>
            <a:ext cx="4838131" cy="100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7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4400" dirty="0"/>
              <a:t>Any </a:t>
            </a:r>
            <a:r>
              <a:rPr lang="en-US" sz="4400" dirty="0">
                <a:solidFill>
                  <a:schemeClr val="accent4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65323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ming Channel Pich Deck by Slidesgo">
  <a:themeElements>
    <a:clrScheme name="Simple Light">
      <a:dk1>
        <a:srgbClr val="FFFFFF"/>
      </a:dk1>
      <a:lt1>
        <a:srgbClr val="120035"/>
      </a:lt1>
      <a:dk2>
        <a:srgbClr val="284179"/>
      </a:dk2>
      <a:lt2>
        <a:srgbClr val="122B57"/>
      </a:lt2>
      <a:accent1>
        <a:srgbClr val="007C8F"/>
      </a:accent1>
      <a:accent2>
        <a:srgbClr val="00A1A7"/>
      </a:accent2>
      <a:accent3>
        <a:srgbClr val="00C0DA"/>
      </a:accent3>
      <a:accent4>
        <a:srgbClr val="FF247F"/>
      </a:accent4>
      <a:accent5>
        <a:srgbClr val="A1054E"/>
      </a:accent5>
      <a:accent6>
        <a:srgbClr val="4B032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2147</TotalTime>
  <Words>499</Words>
  <Application>Microsoft Office PowerPoint</Application>
  <PresentationFormat>On-screen Show (16:9)</PresentationFormat>
  <Paragraphs>56</Paragraphs>
  <Slides>24</Slides>
  <Notes>24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Archivo ExtraBold</vt:lpstr>
      <vt:lpstr>Bebas Neue</vt:lpstr>
      <vt:lpstr>Arimo SemiBold</vt:lpstr>
      <vt:lpstr>Orbitron</vt:lpstr>
      <vt:lpstr>Nunito Light</vt:lpstr>
      <vt:lpstr>Montserrat</vt:lpstr>
      <vt:lpstr>Lato</vt:lpstr>
      <vt:lpstr>Anaheim</vt:lpstr>
      <vt:lpstr>Open Sans</vt:lpstr>
      <vt:lpstr>Arial</vt:lpstr>
      <vt:lpstr>Gaming Channel Pich Deck by Slidesgo</vt:lpstr>
      <vt:lpstr>Session 11</vt:lpstr>
      <vt:lpstr>Content of session</vt:lpstr>
      <vt:lpstr>Animation Player</vt:lpstr>
      <vt:lpstr>Animation Player</vt:lpstr>
      <vt:lpstr>Animation Player</vt:lpstr>
      <vt:lpstr>Animation Player</vt:lpstr>
      <vt:lpstr>Animation Keyframes</vt:lpstr>
      <vt:lpstr>Animation Player Example</vt:lpstr>
      <vt:lpstr>Animation Player Example</vt:lpstr>
      <vt:lpstr>Animation Player Example</vt:lpstr>
      <vt:lpstr>Animation Player Example</vt:lpstr>
      <vt:lpstr>Animation Player Example</vt:lpstr>
      <vt:lpstr>Animation Player Example</vt:lpstr>
      <vt:lpstr>Animation Player Example</vt:lpstr>
      <vt:lpstr>Animation Player</vt:lpstr>
      <vt:lpstr>Animation Player</vt:lpstr>
      <vt:lpstr>State Machines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Mohammed;Youssef;Ammar</dc:creator>
  <cp:lastModifiedBy>محمد مصطفى محمد السيد</cp:lastModifiedBy>
  <cp:revision>129</cp:revision>
  <dcterms:modified xsi:type="dcterms:W3CDTF">2025-07-26T09:37:02Z</dcterms:modified>
</cp:coreProperties>
</file>